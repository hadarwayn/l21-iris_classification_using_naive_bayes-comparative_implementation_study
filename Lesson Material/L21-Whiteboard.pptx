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4" r:id="rId3"/>
    <p:sldId id="351" r:id="rId4"/>
    <p:sldId id="345" r:id="rId5"/>
    <p:sldId id="346" r:id="rId6"/>
    <p:sldId id="347" r:id="rId7"/>
    <p:sldId id="348" r:id="rId8"/>
    <p:sldId id="349" r:id="rId9"/>
    <p:sldId id="350" r:id="rId10"/>
    <p:sldId id="295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360" r:id="rId20"/>
    <p:sldId id="361" r:id="rId21"/>
    <p:sldId id="362" r:id="rId22"/>
    <p:sldId id="363" r:id="rId23"/>
    <p:sldId id="296" r:id="rId2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3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4:58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7806 432 232 0 0,'0'0'11867'0'0,"5"3"-9026"0"0,-2 0-2576 0 0,2 1 308 0 0,0 0 0 0 0,1 0 0 0 0,-1-1 0 0 0,1 1 0 0 0,-1-1 0 0 0,1-1 0 0 0,0 1 0 0 0,0-1 0 0 0,1 0 0 0 0,6 1 0 0 0,22 4 12 0 0,-30-6-537 0 0,0 0 1 0 0,-1-1-1 0 0,1 1 1 0 0,0-1-1 0 0,6 0 1 0 0,9 0 68 0 0,101-1 198 0 0,195 3 9 0 0,396 74-251 0 0,-255 38 1198 0 0,-278-56-907 0 0,249 120 0 0 0,237 179 159 0 0,-65 39-555 0 0,-46 65-41 0 0,-531-440 77 0 0,423 411-183 0 0,174 283 54 0 0,-445-490 352 0 0,-9 8 1 0 0,187 352-1 0 0,-344-569-215 0 0,217 415 208 0 0,-30 13-158 0 0,58 347-7 0 0,-192-539 364 0 0,34 314 0 0 0,-80-378-277 0 0,-8 2 0 0 0,-9-1-1 0 0,-39 310 1 0 0,-30-67-110 0 0,32-271-69 0 0,-7-3 1 0 0,-7-1-1 0 0,-7-3 1 0 0,-6-2-1 0 0,-89 147 1 0 0,-8-25 160 0 0,-339 434 0 0 0,-233 91 590 0 0,263-377-219 0 0,-20-24-14 0 0,-25-32 57 0 0,-20-31 100 0 0,403-253-387 0 0,-77 42 59 0 0,-260 113 0 0 0,259-150-126 0 0,-4-10-1 0 0,-360 80 1 0 0,307-106-236 0 0,-508 30 0 0 0,91-86 43 0 0,3-56 383 0 0,69-38-154 0 0,9-34-323 0 0,-229-109 52 0 0,21-59 15 0 0,571 197 59 0 0,5-10 1 0 0,5-11 0 0 0,-308-221-1 0 0,371 218-30 0 0,5-7-1 0 0,-225-242 0 0 0,244 217-37 0 0,7-6-1 0 0,8-5 1 0 0,-146-255 0 0 0,-146-429-321 0 0,317 590 200 0 0,-94-372 0 0 0,109 254 10 0 0,-48-474 1 0 0,108 533-256 0 0,25-613 1 0 0,78 183 580 0 0,-36 522 5 0 0,82-278 0 0 0,184-331-182 0 0,8 209-116 0 0,-31 175 254 0 0,30 18-136 0 0,-202 294 173 0 0,233-236-1 0 0,100-14 359 0 0,-384 345-517 0 0,132-105 196 0 0,7 8 0 0 0,359-201 0 0 0,-98 124-125 0 0,17 35-98 0 0,-229 105 66 0 0,3 11-1 0 0,4 10 1 0 0,1 12-1 0 0,412-29 1 0 0,-433 70-48 0 0,0 11 0 0 0,0 10 0 0 0,-1 10 0 0 0,260 58 0 0 0,-205-13 0 0 0,810 272 0 0 0,-108 94-1038 0 0,-30 70-7804 0 0,-564-290 3367 0 0,39 13 761 0 0,10-4-5224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15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1773 80 6465 0 0,'0'0'17427'0'0,"7"1"-17005"0"0,19 0-39 0 0,-24-1-263 0 0,0 0 0 0 0,1 0 0 0 0,-1 0 0 0 0,0-1 0 0 0,1 1 1 0 0,-1-1-1 0 0,0 1 0 0 0,0-1 0 0 0,1 0 0 0 0,-1 0 0 0 0,4-2 0 0 0,-3 2-73 0 0,22-5 422 0 0,0 1 0 0 0,48-3-1 0 0,-59 7-379 0 0,80-5 25 0 0,139-17-5 0 0,-110 10 188 0 0,155 3 0 0 0,-254 10-228 0 0,144 3 277 0 0,186 27 0 0 0,168 52-176 0 0,-499-79-157 0 0,292 57-93 0 0,-226-38 162 0 0,129 48 0 0 0,-129-32-88 0 0,-3 3-1 0 0,-1 5 1 0 0,-3 3-1 0 0,-2 3 0 0 0,-2 4 1 0 0,-2 3-1 0 0,-4 4 1 0 0,89 97-1 0 0,-111-103 35 0 0,71 110 1 0 0,25 73-79 0 0,-133-217 53 0 0,73 128-50 0 0,59 101 69 0 0,259 486-114 0 0,-264-455-183 0 0,184 366 1182 0 0,-189-362-634 0 0,-28 12-84 0 0,-63-128-453 0 0,40 332 0 0 0,-80-472 298 0 0,45 589 381 0 0,-51-502-626 0 0,-28 203-1 0 0,19-244 294 0 0,-3-1 0 0 0,-4-1-1 0 0,-2-1 1 0 0,-4-1 0 0 0,-53 111-1 0 0,32-99-113 0 0,-3-2 0 0 0,-98 127 0 0 0,96-149 295 0 0,-3-2-1 0 0,-2-3 1 0 0,-105 84 0 0 0,-92 43 163 0 0,-27 22-682 0 0,-31 18 309 0 0,255-189 228 0 0,-1-2 0 0 0,-2-3 1 0 0,-117 41-1 0 0,87-46-269 0 0,-175 27 1 0 0,-98-16-16 0 0,320-31 4 0 0,-477 14 0 0 0,412-23-4 0 0,0-4 1 0 0,-195-42 0 0 0,153 10-91 0 0,-176-75 1 0 0,-127-85-308 0 0,154 47-162 0 0,11-24 537 0 0,162 88 475 0 0,-113-109 0 0 0,234 197-442 0 0,-228-220-254 0 0,142 123 204 0 0,4-3 1 0 0,5-3-1 0 0,-111-194 1 0 0,-29-167-596 0 0,42-14 671 0 0,112 295 254 0 0,-109-336-418 0 0,48-13 65 0 0,106 371 589 0 0,-3-297 1 0 0,48-165-923 0 0,-18 516 402 0 0,81-684 533 0 0,-67 697-537 0 0,4 0 0 0 0,4 2 0 0 0,5 1 0 0 0,3 1 0 0 0,5 3 0 0 0,61-101 0 0 0,-41 89 0 0 0,146-180 0 0 0,-159 225 0 0 0,3 3 0 0 0,3 2 0 0 0,1 3 0 0 0,82-55 0 0 0,-82 67 0 0 0,1 4-1 0 0,2 2 1 0 0,1 2 0 0 0,1 3-1 0 0,1 2 1 0 0,1 4 0 0 0,1 2 0 0 0,1 2-1 0 0,0 4 1 0 0,0 2 0 0 0,1 4-1 0 0,107 3 1 0 0,-63 10-192 0 0,189 39 0 0 0,97 63-1373 0 0,-87 11-1251 0 0,-109-28-3433 0 0,125 51-3044 0 0,-164-87-403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35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820 1239 5721 0 0,'3'0'6426'0'0,"1"0"-4491"0"0,0 0 0 0 0,-1 0 0 0 0,1-1-1 0 0,0 0 1 0 0,-1 0 0 0 0,6-2 0 0 0,1 0-2732 0 0,-5 1 1235 0 0,-5-3-20 0 0,-7-73 545 0 0,2-12-679 0 0,-4-1 0 0 0,-3 2 0 0 0,-49-172 0 0 0,44 212-166 0 0,-1 1 0 0 0,-3 0 0 0 0,-31-50-1 0 0,30 63-4 0 0,-1 0-1 0 0,-2 2 0 0 0,-1 1 0 0 0,-45-43 0 0 0,44 51-183 0 0,-1 0-1 0 0,-51-33 1 0 0,66 49 23 0 0,-1 1 0 0 0,1 0 0 0 0,-1 1 0 0 0,0 0 0 0 0,-1 1 0 0 0,1 0 1 0 0,-1 2-1 0 0,0-1 0 0 0,-16 0 0 0 0,24 4 50 0 0,1-1 0 0 0,-1 2 0 0 0,1-1 1 0 0,-1 1-1 0 0,1 0 0 0 0,-1 0 0 0 0,1 1 0 0 0,-1 0 0 0 0,1 0 1 0 0,0 0-1 0 0,0 1 0 0 0,0 0 0 0 0,-6 4 0 0 0,5-2 50 0 0,0 1-1 0 0,0-1 0 0 0,1 1 0 0 0,0 1 0 0 0,0-1 1 0 0,1 1-1 0 0,0 0 0 0 0,0 0 0 0 0,-4 8 0 0 0,1 3 77 0 0,0 0-1 0 0,1 1 0 0 0,1 0 0 0 0,1 0 0 0 0,0 0 0 0 0,1 1 0 0 0,-1 38 0 0 0,4 0 135 0 0,10 93-1 0 0,25 55 234 0 0,26 47-491 0 0,-21-100-784 0 0,-15-32-819 0 0,-21-70-5763 0 0,-4-44 5385 0 0,0-3-439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35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 5761 0 0,'1'-2'10476'0'0,"6"-11"-4809"0"0,-5 27-4551 0 0,30 171 1046 0 0,114 301 140 0 0,0 1-2248 0 0,-138-445-2280 0 0,5 62 0 0 0,-10-6-10267 0 0,-3-79 4660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36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1918 43 7193 0 0,'16'-9'5007'0'0,"20"-9"0"0"0,-27 15-4058 0 0,-1 0 0 0 0,1 0 0 0 0,-1 1-1 0 0,12-2 1 0 0,-15 3-770 0 0,0 1 0 0 0,1 0 0 0 0,-1 1 0 0 0,0-1-1 0 0,1 1 1 0 0,-1 0 0 0 0,0 1 0 0 0,0-1 0 0 0,0 1-1 0 0,1 0 1 0 0,-2 0 0 0 0,1 0 0 0 0,0 1 0 0 0,0 0-1 0 0,-1 0 1 0 0,0 0 0 0 0,1 0 0 0 0,5 7 0 0 0,2 3 9 0 0,-1 0 0 0 0,0 1 0 0 0,-1 0 0 0 0,12 23 1 0 0,6 15 385 0 0,-2 3 1 0 0,21 64 0 0 0,24 116 770 0 0,-54-159-1360 0 0,9 103 0 0 0,-25-173-65 0 0,-1 3-116 0 0,0 0 1 0 0,0-1 0 0 0,0 1 0 0 0,-3 9 0 0 0,2-15 49 0 0,-1-3 129 0 0,-1 0 0 0 0,0-1 0 0 0,0 0 0 0 0,0 1 1 0 0,1-1-1 0 0,-1 0 0 0 0,0-1 0 0 0,1 1 0 0 0,-1 0 0 0 0,1-1 1 0 0,-1 1-1 0 0,-3-5 0 0 0,-26-25 204 0 0,28 27-185 0 0,-127-154 412 0 0,12-11 394 0 0,96 136-548 0 0,-38-45 865 0 0,60 76-553 0 0,-6 8-208 0 0,-1-1-255 0 0,1 1 0 0 0,0 1 0 0 0,1-1 0 0 0,-1 1 0 0 0,1 0-1 0 0,-7 12 1 0 0,8-11-49 0 0,-20 33 107 0 0,-33 39 0 0 0,48-67-170 0 0,-1-1-1 0 0,0 0 0 0 0,-1-1 1 0 0,-1-1-1 0 0,0 0 0 0 0,0 0 1 0 0,-16 8-1 0 0,8-9-66 0 0,0 0 0 0 0,-1 0-1 0 0,0-2 1 0 0,0-1 0 0 0,0-1 0 0 0,-1-1 0 0 0,0-1 0 0 0,0 0-1 0 0,-31-2 1 0 0,-4-3-544 0 0,1-3-1 0 0,-94-21 0 0 0,42 1-2459 0 0,-132-49 0 0 0,-114-78-4051 0 0,70 4 2475 0 0,63 17-4888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6:33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478 53 3072 0 0,'0'0'13967'0'0,"-4"-1"-13282"0"0,-12-2-179 0 0,12 2-187 0 0,1-1-221 0 0,-2 1-108 0 0,-20-13-244 0 0,10 3 272 0 0,12 9 422 0 0,2-1-165 0 0,1 2 86 0 0,-4-8-716 0 0,0 4 4269 0 0,12 6-3754 0 0,21 0-36 0 0,-28-1-121 0 0,0 0-1 0 0,-1 0 0 0 0,1 0 1 0 0,-1 0-1 0 0,1 0 1 0 0,-1 0-1 0 0,1 0 0 0 0,-1 0 1 0 0,1 0-1 0 0,0 0 1 0 0,-1 1-1 0 0,1-1 0 0 0,-1 0 1 0 0,1 0-1 0 0,-1 0 1 0 0,1 1-1 0 0,-1-1 1 0 0,1 0-1 0 0,-1 1 0 0 0,1 0 1 0 0,98 74 440 0 0,-79-62-339 0 0,1-1 0 0 0,0-1 0 0 0,33 13 0 0 0,55 9 549 0 0,22 9 6 0 0,-118-37-632 0 0,0 2 0 0 0,0 0 0 0 0,0 0-1 0 0,-1 1 1 0 0,0 1 0 0 0,11 9 0 0 0,-4 0-10 0 0,-1 1 0 0 0,24 33 1 0 0,434 561 456 0 0,-297-383-294 0 0,-103-133-238 0 0,-6 3-1 0 0,74 138 1 0 0,-94-141-81 0 0,-5 3 1 0 0,40 128-1 0 0,84 219-461 0 0,-135-363 572 0 0,62 113-7 0 0,-54-116 15 0 0,92 157-5 0 0,-6-13 98 0 0,-78-124 82 0 0,-5 3 0 0 0,32 111 0 0 0,-30-52-277 0 0,29 186 1 0 0,-63-258 137 0 0,-3 1 0 0 0,-4 0 0 0 0,-12 158 0 0 0,0-197-14 0 0,-3-1-1 0 0,-2 0 1 0 0,-2-1 0 0 0,-28 69 0 0 0,-3-18 104 0 0,-59 101 0 0 0,92-181-107 0 0,-2-1-1 0 0,-1-1 1 0 0,0 0 0 0 0,-1-1 0 0 0,-2-1-1 0 0,1 0 1 0 0,-2-2 0 0 0,-1 1 0 0 0,0-2-1 0 0,0-1 1 0 0,-43 23 0 0 0,32-21-4 0 0,-1-3 0 0 0,-1 0 1 0 0,-1-2-1 0 0,1-2 1 0 0,-1-1-1 0 0,-1-1 0 0 0,0-2 1 0 0,1-1-1 0 0,-1-2 1 0 0,-1-1-1 0 0,1-1 0 0 0,-44-8 1 0 0,36 0 67 0 0,0-1-1 0 0,1-3 1 0 0,0-2 0 0 0,1-1 0 0 0,1-2 0 0 0,-64-37 0 0 0,8-6 86 0 0,-116-97-1 0 0,186 137-103 0 0,-184-153 71 0 0,158 126-157 0 0,-86-101 0 0 0,76 68 103 0 0,4-2 1 0 0,-49-97 0 0 0,70 120 9 0 0,-3 1 1 0 0,-51-57-1 0 0,75 96-40 0 0,-28-35 15 0 0,-144-193-6 0 0,122 153-35 0 0,-19-30 99 0 0,-56-124-32 0 0,110 183-120 0 0,-45-134-1 0 0,59 137 84 0 0,3 0-1 0 0,-7-81 1 0 0,4-130 37 0 0,6 77-129 0 0,5 81 61 0 0,10-119 0 0 0,33-113 6 0 0,-7 168 81 0 0,76-250 0 0 0,-102 412-74 0 0,89-273 295 0 0,-71 224-203 0 0,3 1 1 0 0,66-117-1 0 0,-76 156-130 0 0,1 0 0 0 0,2 2 1 0 0,0 0-1 0 0,1 1 0 0 0,1 1 0 0 0,2 1 1 0 0,0 1-1 0 0,1 1 0 0 0,32-19 0 0 0,-38 28-51 0 0,-1 1-1 0 0,1 0 1 0 0,1 2 0 0 0,0 0-1 0 0,0 1 1 0 0,0 1-1 0 0,0 0 1 0 0,1 2 0 0 0,0 0-1 0 0,36 1 1 0 0,-34 2-113 0 0,1 2 1 0 0,40 8-1 0 0,42 18-4324 0 0,31 5-6449 0 0,-86-27 2653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6:33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847 1 3600 0 0,'0'0'7162'0'0,"-2"4"-2829"0"0,-77 180 3039 0 0,-20 42-5641 0 0,-284 537 145 0 0,199-429-3196 0 0,180-328 1253 0 0,-24 36-169 0 0,25-38 76 0 0,-1 0 0 0 0,1 0 0 0 0,-1 0 0 0 0,0 0 0 0 0,0-1 0 0 0,-8 6 0 0 0,11-8-652 0 0,-4 1 1074 0 0,2-4-2933 0 0,-15-27-7732 0 0,16 24 9018 0 0,1 0-1 0 0,0 0 1 0 0,0-1 0 0 0,-1-5-1 0 0,2 11 1366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6:33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653 1 10949 0 0,'3'14'2636'0'0,"0"1"0"0"0,-1 21-1 0 0,-2-15-941 0 0,-3 23-1 0 0,-20 86 53 0 0,16-100-836 0 0,-29 125-6 0 0,-7-2-1 0 0,-95 224 1 0 0,48-189-1580 0 0,72-156 235 0 0,-2-1 1 0 0,0-1-1 0 0,-40 44 0 0 0,51-65-77 0 0,1 0 1 0 0,-2-1-1 0 0,1 0 0 0 0,-1 0 1 0 0,0-1-1 0 0,-12 6 1 0 0,17-11-91 0 0,1 0 1 0 0,0 0-1 0 0,-1 0 1 0 0,0-1-1 0 0,1 0 1 0 0,-1 0 0 0 0,0 0-1 0 0,1 0 1 0 0,-1-1-1 0 0,0 0 1 0 0,0 0-1 0 0,1 0 1 0 0,-1 0-1 0 0,0-1 1 0 0,0 0 0 0 0,1 0-1 0 0,-1 0 1 0 0,-5-3-1 0 0,-20-13-6638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6:34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1077 1 6505 0 0,'0'0'7756'0'0,"-8"21"-4795"0"0,-8-2-349 0 0,-20 10-732 0 0,-21 15-200 0 0,-9 9-444 0 0,-11 11 356 0 0,-25 29-119 0 0,0 7-853 0 0,4 10-444 0 0,1 3-116 0 0,11-1-328 0 0,5 1-372 0 0,9-4-625 0 0,18-25-4695 0 0,4-6 1775 0 0,8-10 857 0 0,9-15-6817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6:34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997 1 9297 0 0,'7'23'4457'0'0,"8"46"0"0"0,-12-47-3752 0 0,-1 1 1 0 0,-1 0-1 0 0,-1 0 1 0 0,-3 26-1 0 0,-7 19 197 0 0,-3-1 1 0 0,-25 80-1 0 0,-60 126 309 0 0,47-149-753 0 0,-71 121 0 0 0,75-164-770 0 0,-3-3 0 0 0,-81 98 0 0 0,108-149-423 0 0,-2-1 0 0 0,0-1-1 0 0,-1-2 1 0 0,-53 37-1 0 0,63-50-320 0 0,-1 0 0 0 0,1-1 0 0 0,-1-1-1 0 0,-1-1 1 0 0,1 0 0 0 0,-1-1 0 0 0,-1-1 0 0 0,1-1-1 0 0,-1-1 1 0 0,-28 3 0 0 0,-14-9-6525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6:34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1120 0 2728 0 0,'-29'54'12246'0'0,"-3"-3"-6170"0"0,-75 96-3306 0 0,49-72-900 0 0,-129 167 56 0 0,38-52-1127 0 0,53-64-840 0 0,-188 252-4073 0 0,139-180-8982 0 0,113-159 4692 0 0</inkml:trace>
  <inkml:trace contextRef="#ctx0" brushRef="#br0" timeOffset="1">1469 924 8357 0 0,'-2'12'6308'0'0,"-13"8"-3291"0"0,-9 12-557 0 0,-26 18-668 0 0,-16 13-260 0 0,-31 36-96 0 0,-4 14-640 0 0,-1 15-212 0 0,-2 5-244 0 0,5 4-408 0 0,6-1-392 0 0,1 0-480 0 0,5-4-80 0 0,3-14-4068 0 0,3-19 1331 0 0,26-38 165 0 0,5-16-5345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6:35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902 0 8357 0 0,'-16'19'6604'0'0,"-13"17"-3483"0"0,-19 17-585 0 0,-15 11-656 0 0,-36 32-680 0 0,-5 6-556 0 0,-10 6-508 0 0,-2 13-852 0 0,8 21-4276 0 0,18 6 1327 0 0,18-11 25 0 0,30-47-5065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11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0 576 0 0,'0'0'808'0'0,"-12"9"-1592"0"0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11.3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105 246 6657 0 0,'0'0'7782'0'0,"-2"1"-5900"0"0,-2 0-1323 0 0,0 2 19 0 0,-1-1 4058 0 0,1-3-4285 0 0,1-1-262 0 0,3 1-52 0 0,-1 1-1 0 0,0-1 0 0 0,0 0 0 0 0,0 1 0 0 0,-1-1 0 0 0,1 1 0 0 0,0 0 1 0 0,0-1-1 0 0,0 1 0 0 0,0 0 0 0 0,-2-1 0 0 0,3 1-21 0 0,0-1 0 0 0,0 1-1 0 0,0 0 1 0 0,-1-1 0 0 0,1 1 0 0 0,0 0 0 0 0,0-1-1 0 0,0 1 1 0 0,0-1 0 0 0,0 1 0 0 0,0 0 0 0 0,-1-1 0 0 0,1 1-1 0 0,0 0 1 0 0,0-1 0 0 0,0 1 0 0 0,-1 0 0 0 0,1-1-1 0 0,0 1 1 0 0,0 0 0 0 0,-1 0 0 0 0,1-1 0 0 0,-1 1-1 0 0,0-1 8 0 0,1 0 0 0 0,-1 1-1 0 0,0-1 1 0 0,0 0-1 0 0,1 1 1 0 0,-1-1 0 0 0,1 0-1 0 0,-1 0 1 0 0,1 0-1 0 0,-1 1 1 0 0,1-1 0 0 0,-1-2-1 0 0,-23-81 1637 0 0,3 9-450 0 0,10 37-480 0 0,12 36-712 0 0,0 1 0 0 0,0-1 0 0 0,0 0 0 0 0,0 0 0 0 0,0 1 0 0 0,0-1 0 0 0,1 1 0 0 0,-1-1 0 0 0,0 1 0 0 0,1-1-1 0 0,-1 1 1 0 0,1 0 0 0 0,2-1 0 0 0,-2 1-12 0 0,1 0 0 0 0,-1 0 0 0 0,1 0-1 0 0,0 1 1 0 0,-1 0 0 0 0,1-1 0 0 0,0 1 0 0 0,0 0 0 0 0,-1 0-1 0 0,5 1 1 0 0,176 28 18 0 0,-45-5-3023 0 0,-132-23 2059 0 0,1 0 1 0 0,-1 0 0 0 0,1-1 0 0 0,-1 0 0 0 0,1 0 0 0 0,0 0 0 0 0,-1-1 0 0 0,1 0-1 0 0,-1 0 1 0 0,0-1 0 0 0,1 0 0 0 0,-1 0 0 0 0,9-4 0 0 0,18-13-7607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15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2656 95 5080 0 0,'2'2'4515'0'0,"3"2"-3034"0"0,0 0 1 0 0,0 0-1 0 0,1 0 0 0 0,-1-1 1 0 0,8 4-1 0 0,-1-2-142 0 0,25 8 0 0 0,-10-6-1031 0 0,50 6 0 0 0,148-7 587 0 0,-151-7-524 0 0,92 10 1 0 0,153 50-12 0 0,-193-33-353 0 0,283 72-541 0 0,-329-73 409 0 0,0 4-1 0 0,147 77 0 0 0,-175-77 101 0 0,194 120 398 0 0,-170-91-166 0 0,-3 4 0 0 0,-2 3 0 0 0,-3 3 1 0 0,72 94-1 0 0,46 87-603 0 0,-150-200 369 0 0,97 167 586 0 0,-127-205-541 0 0,74 153 379 0 0,-56-105-377 0 0,-3 1 1 0 0,-2 2-1 0 0,-4 0 1 0 0,-2 0-1 0 0,-3 1 1 0 0,4 88 0 0 0,0 23 251 0 0,-1-27-126 0 0,2-28-20 0 0,-4-39 18 0 0,-3-15-22 0 0,15 177-154 0 0,-21-199 41 0 0,1 111 380 0 0,-10-68-103 0 0,-3 0 0 0 0,-38 153 0 0 0,-32 7-735 0 0,8-38 237 0 0,-10 69 666 0 0,27-80-501 0 0,-23 63-189 0 0,20-71 394 0 0,21-89-15 0 0,-4-1 0 0 0,-54 92 1 0 0,79-162-144 0 0,-28 52 184 0 0,-84 115-1 0 0,-80 58-88 0 0,147-187-138 0 0,-109 93-1 0 0,124-122 67 0 0,-113 86-17 0 0,-159 59 51 0 0,228-140-127 0 0,-161 52 0 0 0,188-77 68 0 0,-2-3 0 0 0,0-3 0 0 0,-129 8 0 0 0,113-19 131 0 0,0-3 1 0 0,-150-24 0 0 0,154 11-81 0 0,1-4 1 0 0,1-3 0 0 0,1-3-1 0 0,-112-55 1 0 0,-460-283 170 0 0,519 284-115 0 0,3-5 0 0 0,3-6-1 0 0,-189-183 1 0 0,82 7-35 0 0,26-20 213 0 0,97 119-142 0 0,28 44-70 0 0,-101-202 538 0 0,32-16 44 0 0,101 214-393 0 0,5-2 1 0 0,-30-182-1 0 0,46 167-178 0 0,-7-196 1 0 0,22 126 18 0 0,-13-797-932 0 0,36 690 865 0 0,-7 247 24 0 0,4 1 1 0 0,26-96-1 0 0,20-14 135 0 0,-39 133-69 0 0,41-76 0 0 0,-23 63-7 0 0,2 3 1 0 0,3 1-1 0 0,68-76 0 0 0,124-100-2 0 0,-163 174-31 0 0,120-79 0 0 0,-138 106-81 0 0,2 3 1 0 0,2 2-1 0 0,0 2 1 0 0,2 3-1 0 0,0 3 1 0 0,2 2-1 0 0,0 3 1 0 0,105-15 0 0 0,-61 22-50 0 0,0 5 1 0 0,1 4 0 0 0,175 23 0 0 0,-104 6-532 0 0,239 70 0 0 0,-148-15-274 0 0,242 106-4041 0 0,22 26-2883 0 0,-156-65 3098 0 0,18-3-5181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44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60 2816 0 0,'-6'-15'2304'0'0,"-6"-14"-5200"0"0,6 13 2136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47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18 7513 0 0,'0'0'14616'0'0,"0"4"-14096"0"0,0 13 246 0 0,-2-15-471 0 0,-1 1-230 0 0,0-1-1 0 0,0 1 1 0 0,-1-1-1 0 0,1 1 1 0 0,0-1 0 0 0,-1 0-1 0 0,0-1 1 0 0,1 1-1 0 0,-1 0 1 0 0,0-1-1 0 0,0 0 1 0 0,0 0 0 0 0,0 0-1 0 0,0-1 1 0 0,0 1-1 0 0,0-1 1 0 0,0 0-1 0 0,0 0 1 0 0,-4-1 0 0 0,-164-19 248 0 0,9-1-720 0 0,41 17-1216 0 0,34 1-4812 0 0,73 2 3872 0 0,0 0 0 0 0,-23-7 1 0 0,8 0-3840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58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622 1 128 0 0,'0'0'15480'0'0,"-5"2"-13605"0"0,-3 2-1250 0 0,1 2-1 0 0,0-1 1 0 0,-1 1-1 0 0,2 0 1 0 0,-1 0 0 0 0,1 1-1 0 0,-9 12 1 0 0,-17 19 410 0 0,-48 45-1 0 0,-24 27 887 0 0,82-80-1605 0 0,1 2 0 0 0,1 0 0 0 0,1 1 0 0 0,2 1 1 0 0,-13 39-1 0 0,-50 185-276 0 0,54-167-178 0 0,16-57-114 0 0,-49 156-3201 0 0,40-153-2420 0 0,6-12-1450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59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64 0 0,'-2'1'7409'0'0,"-16"11"5642"0"0,13-8-13497 0 0,3-2 1166 0 0,2 2-195 0 0,0 6-378 0 0,2 1-1 0 0,-1-1 1 0 0,1 0-1 0 0,1 1 1 0 0,0-1-1 0 0,0 0 0 0 0,1-1 1 0 0,0 1-1 0 0,0-1 1 0 0,1 1-1 0 0,9 11 1 0 0,10 11 373 0 0,46 50 1 0 0,-38-48-57 0 0,158 158 1841 0 0,-60-66-1607 0 0,-105-100-615 0 0,371 359 251 0 0,-393-383-362 0 0,154 131-349 0 0,8-13-3591 0 0,-158-116 2142 0 0,0 0 1 0 0,0 0-1 0 0,0-1 1 0 0,0 0-1 0 0,1 0 1 0 0,8 2-1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59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1445 168 6657 0 0,'0'0'13902'0'0,"-3"0"-12574"0"0,-17-1-361 0 0,0 2 0 0 0,-27 3 0 0 0,-14 1-61 0 0,-220-17 680 0 0,-4-26-2830 0 0,251 33 905 0 0,-44-6-861 0 0,-424-74-12758 0 0,388 60 6179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8:15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352 1491 1680 0 0,'0'0'19464'0'0,"5"-12"-19076"0"0,-1 3-304 0 0,1-3 18 0 0,0 0 1 0 0,0 0-1 0 0,-2 0 1 0 0,4-14-1 0 0,23-101 357 0 0,7-33-104 0 0,35-399 835 0 0,-50 380-1205 0 0,-11 104 22 0 0,-6 42-17 0 0,13-50 0 0 0,-14 68-42 0 0,1 1-1 0 0,1-1 0 0 0,0 1 0 0 0,1 1 0 0 0,14-22 1 0 0,-16 29 43 0 0,0 0 0 0 0,1 0 0 0 0,0 0 0 0 0,0 1 1 0 0,0 0-1 0 0,1 0 0 0 0,0 0 0 0 0,-1 1 0 0 0,2 0 1 0 0,-1 1-1 0 0,0-1 0 0 0,1 1 0 0 0,-1 1 0 0 0,1-1 1 0 0,0 1-1 0 0,0 1 0 0 0,0-1 0 0 0,10 1 1 0 0,0 0 14 0 0,0 1 0 0 0,0 1 1 0 0,0 0-1 0 0,-1 2 0 0 0,1 0 1 0 0,-1 1-1 0 0,25 9 1 0 0,-3 2 76 0 0,0 2 0 0 0,-2 1 0 0 0,0 2 0 0 0,55 41 0 0 0,-53-32 74 0 0,-2 2 0 0 0,-1 2 0 0 0,56 66 1 0 0,-66-66-35 0 0,-1 1 0 0 0,-2 1 0 0 0,21 42 0 0 0,-35-59-115 0 0,-1 0 1 0 0,-1 1 0 0 0,0 0-1 0 0,-1 1 1 0 0,-1-1-1 0 0,-1 1 1 0 0,-1 0-1 0 0,1 30 1 0 0,-4-38-28 0 0,-1 0 0 0 0,0 0 0 0 0,-1-1 0 0 0,0 1 0 0 0,-1 0 0 0 0,0-1 0 0 0,-1 0 0 0 0,-6 14 0 0 0,7-20 15 0 0,0 1 0 0 0,0-1 0 0 0,0 0 0 0 0,0 0 0 0 0,-1 0 0 0 0,0 0 0 0 0,0-1 1 0 0,-1 1-1 0 0,1-1 0 0 0,-1 0 0 0 0,0 0 0 0 0,0-1 0 0 0,0 0 0 0 0,0 1 0 0 0,-1-2 0 0 0,1 1 1 0 0,-7 2-1 0 0,-1-2 35 0 0,1-1 0 0 0,0 0 1 0 0,-1 0-1 0 0,1-1 1 0 0,-1-1-1 0 0,1 0 0 0 0,-25-4 1 0 0,-3-4 161 0 0,-43-13 0 0 0,8 1 225 0 0,56 17-267 0 0,16 3-57 0 0,0 2-18 0 0,-9 6-52 0 0,12-8-23 0 0,0 0 1 0 0,0 0-1 0 0,-1 1 0 0 0,1-1 0 0 0,0 0 0 0 0,0 0 0 0 0,0 0 0 0 0,-1 0 0 0 0,1 1 0 0 0,0-1 0 0 0,0 0 0 0 0,0 0 0 0 0,0 0 0 0 0,-1 1 0 0 0,1-1 0 0 0,0 0 0 0 0,0 0 0 0 0,0 1 0 0 0,0-1 0 0 0,0 0 0 0 0,0 0 0 0 0,0 1 1 0 0,0-1-1 0 0,0 0 0 0 0,0 0 0 0 0,0 1 0 0 0,0-1 0 0 0,-1 11-29 0 0,1-1 1 0 0,0 0 0 0 0,1 1-1 0 0,0-1 1 0 0,0 0 0 0 0,2 1-1 0 0,-1-1 1 0 0,1 0 0 0 0,0-1-1 0 0,8 16 1 0 0,4 5-82 0 0,37 56-1 0 0,-20-41 74 0 0,60 65-1 0 0,49 32 147 0 0,-58-61 43 0 0,-71-69-120 0 0,97 102 334 0 0,-87-88-163 0 0,-2 0 0 0 0,30 48 0 0 0,-47-67-171 0 0,1-1-1 0 0,-1 1 1 0 0,0 0-1 0 0,2 9 0 0 0,-4-13-11 0 0,0-1-1 0 0,-1 0 1 0 0,0 1-1 0 0,1-1 1 0 0,-1 1-1 0 0,0-1 1 0 0,0 0 0 0 0,-1 1-1 0 0,1-1 1 0 0,0 1-1 0 0,-1-1 1 0 0,0 0-1 0 0,1 1 1 0 0,-1-1-1 0 0,0 0 1 0 0,0 0-1 0 0,-3 4 1 0 0,2-3 0 0 0,-1 0 1 0 0,1 0 0 0 0,-1 0-1 0 0,0 0 1 0 0,0-1-1 0 0,0 0 1 0 0,0 1-1 0 0,-1-1 1 0 0,1-1-1 0 0,-1 1 1 0 0,1 0-1 0 0,-1-1 1 0 0,0 1 0 0 0,1-1-1 0 0,-5 0 1 0 0,-3 1 12 0 0,0 0 0 0 0,0-1 0 0 0,-1 0 0 0 0,-19-2 0 0 0,-13-4 13 0 0,-82-20-1 0 0,-45-23-156 0 0,167 46 105 0 0,-426-142-1071 0 0,145 39-3008 0 0,186 69 1087 0 0,-219-98-5713 0 0,180 60 156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1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1 808 0 0,'0'0'3786'0'0,"8"5"-602"0"0,24 14-896 0 0,-24-14 19 0 0,6-2 217 0 0,-10-2-2197 0 0,-1 0 488 0 0,-1-1-112 0 0,23 11 1471 0 0,-23-10-1686 0 0,1 0-235 0 0,0 0-186 0 0,-1 1 0 0 0,0-1 0 0 0,1 1-1 0 0,-1-1 1 0 0,0 1 0 0 0,0 0 0 0 0,0 0 0 0 0,0 0-1 0 0,0 1 1 0 0,0-1 0 0 0,0 0 0 0 0,-1 1-1 0 0,0-1 1 0 0,1 1 0 0 0,-1-1 0 0 0,0 1 0 0 0,0 0-1 0 0,0-1 1 0 0,0 1 0 0 0,-1 0 0 0 0,1 0 0 0 0,-1-1-1 0 0,0 1 1 0 0,1 0 0 0 0,-1 0 0 0 0,-1 4 0 0 0,-1 7-3 0 0,2-11-2 0 0,-1 2-13 0 0,-10 29 9 0 0,10-32 5 0 0,1-2-60 0 0,-1 0-1 0 0,1 0 1 0 0,0 0 0 0 0,-1 0-1 0 0,1 0 1 0 0,0 1-1 0 0,-1-1 1 0 0,1 0-1 0 0,0 0 1 0 0,-1 0-1 0 0,1 0 1 0 0,0 1 0 0 0,0-1-1 0 0,-1 0 1 0 0,1 0-1 0 0,0 1 1 0 0,0-1-1 0 0,-1 0 1 0 0,1 0 0 0 0,0 1-1 0 0,0-1 1 0 0,0 0-1 0 0,-1 1 1 0 0,1-1-1 0 0,0 0 1 0 0,0 1-1 0 0,0-1 12 0 0,0 1 0 0 0,0-1 0 0 0,0 0 0 0 0,-1 1 0 0 0,1-1 0 0 0,0 0 0 0 0,0 1 0 0 0,0-1-1 0 0,-1 0 1 0 0,1 0 0 0 0,0 1 0 0 0,0-1 0 0 0,-1 0 0 0 0,1 0 0 0 0,0 1 0 0 0,0-1 0 0 0,-1 0-1 0 0,1 0 1 0 0,0 0 0 0 0,-1 0 0 0 0,1 1 0 0 0,0-1 0 0 0,-1 0 0 0 0,1 0 0 0 0,0 0-1 0 0,-1 0 1 0 0,-5-4 60 0 0,-19-13 2 0 0,25 17-63 0 0,-1-1-1 0 0,0 1 0 0 0,0-1 0 0 0,1 1 1 0 0,-1 0-1 0 0,0-1 0 0 0,1 1 0 0 0,-1-1 0 0 0,0 0 1 0 0,1 1-1 0 0,-1-1 0 0 0,1 1 0 0 0,-1-1 1 0 0,1 0-1 0 0,-1 1 0 0 0,1-1 0 0 0,-1 0 1 0 0,0-1-1 0 0,1-1 41 0 0,-2 1 299 0 0,0 0-264 0 0,-7-10 9 0 0,7 10 507 0 0,11 7-600 0 0,2 0 0 0 0,-7-3-2 0 0,0 0 1 0 0,1 0-1 0 0,-1 1 1 0 0,0-1-1 0 0,0 1 0 0 0,-1 0 1 0 0,1 0-1 0 0,3 4 1 0 0,23 31 7 0 0,-28-35 10 0 0,1 9 24 0 0,-1-9-42 0 0,-1 0 85 0 0,-6-1-96 0 0,0 0 11 0 0,3-1-2 0 0,0 0 1 0 0,1-1 0 0 0,-1 1 0 0 0,0 0 0 0 0,0-1-1 0 0,0 0 1 0 0,1 1 0 0 0,-1-1 0 0 0,-3 0 0 0 0,2-6 49 0 0,-9-18 27 0 0,12 24-72 0 0,-1-1 1 0 0,1 0-1 0 0,-1 0 1 0 0,1 0-1 0 0,-1 1 1 0 0,1-1 0 0 0,0 0-1 0 0,-1 0 1 0 0,1 0-1 0 0,0 0 1 0 0,0 0-1 0 0,-1 0 1 0 0,1 0-1 0 0,0 0 1 0 0,0-1-1 0 0,1-1 9 0 0,-2 0 20 0 0,1-1 17 0 0,2-40 554 0 0,-1 44-599 0 0,-1 0 0 0 0,0-1 0 0 0,0 1 1 0 0,0 0-1 0 0,0-1 0 0 0,0 1 0 0 0,0 0 0 0 0,0-1 0 0 0,1 1 1 0 0,-1 0-1 0 0,0-1 0 0 0,0 1 0 0 0,0 0 0 0 0,1 0 0 0 0,-1-1 1 0 0,0 1-1 0 0,0 0 0 0 0,1 0 0 0 0,-1 0 0 0 0,0-1 0 0 0,0 1 1 0 0,1 0-1 0 0,-1 0 0 0 0,0 0 0 0 0,1 0 0 0 0,-1-1 0 0 0,1 1 8 0 0,-1 0 1 0 0,0 0-1 0 0,1 0 0 0 0,-1 0 0 0 0,0 0 0 0 0,1-1 0 0 0,-1 1 0 0 0,0 0 0 0 0,0 0 0 0 0,1 0 1 0 0,-1-1-1 0 0,0 1 0 0 0,0 0 0 0 0,1-1 0 0 0,-1 1 0 0 0,0 0 0 0 0,0 0 0 0 0,0-1 0 0 0,1 1 1 0 0,-1 0-1 0 0,0-1 0 0 0,0 1 0 0 0,0 0 0 0 0,0-1 0 0 0,0 1 0 0 0,0-1 0 0 0,4 1-2 0 0,10-1 89 0 0,-11 1-56 0 0,-30-32-22881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2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4752 0 0,'0'0'11185'0'0,"9"23"-5796"0"0,-12 7-6257 0 0,-9-11-6645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2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1 680 0 0,'0'0'17206'0'0,"33"12"-16942"0"0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3.4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41 3816 0 0,'-5'-21'14038'0'0,"8"1"-11934"0"0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3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1344 0 0,'16'10'13057'0'0,"1"-7"-9236"0"0,4 6-3413 0 0,-9-2-4025 0 0,7 7-51 0 0,-1-1 616 0 0,3-1-2481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3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7017 0 0,'9'14'7212'0'0,"3"-5"-4415"0"0,-6-1 651 0 0,2 11-3556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4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0 104 0 0,'0'0'17598'0'0,"-10"11"-16930"0"0,-13 1-2012 0 0,-10 6-1769 0 0,-4 1-811 0 0,14-8 1016 0 0,5-8-1413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4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 0 6249 0 0,'0'0'9120'0'0,"-6"33"-7635"0"0,-9-17-821 0 0,-11 10-2149 0 0,-17-2-1903 0 0,-1-2-108 0 0,-5-5 644 0 0,16-11-685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4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1838 3649 6889 0 0,'-3'22'4968'0'0,"-3"-19"-2292"0"0,-12 4-1676 0 0,-12-2-4524 0 0,-21-9 252 0 0,4-11 448 0 0,-7-26-329 0 0</inkml:trace>
  <inkml:trace contextRef="#ctx0" brushRef="#br0" timeOffset="1">121 30 7553 0 0,'-21'-10'6272'0'0,"9"1"-3671"0"0,0 4 1155 0 0,-7 0-3128 0 0,-1 15-5521 0 0,-4 2 1473 0 0,12-4-24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5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2984 0 0,'20'31'12473'0'0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5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372 0 1600 0 0,'8'14'10965'0'0,"4"12"-9161"0"0,-8-6-3032 0 0,-10 14-2428 0 0,0 9 780 0 0,-6-2 627 0 0,6-14 649 0 0</inkml:trace>
  <inkml:trace contextRef="#ctx0" brushRef="#br0" timeOffset="1">225 2578 3752 0 0,'-8'17'5693'0'0,"-5"4"-3497"0"0,-17 11-5344 0 0,-24 6 336 0 0,-8-12 875 0 0,5-15 953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8:33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2428 156 3856 0 0,'0'0'15654'0'0,"8"-3"-18050"0"0,25-6 2315 0 0,-32 9 108 0 0,0 0 0 0 0,0 0 0 0 0,0 0 0 0 0,0 0 0 0 0,0 0 0 0 0,0 0 0 0 0,-1-1-1 0 0,1 1 1 0 0,0-1 0 0 0,0 1 0 0 0,0 0 0 0 0,0-1 0 0 0,0 0 0 0 0,0 1 0 0 0,-1-1 0 0 0,1 1 0 0 0,0-1 0 0 0,0 0 0 0 0,0 0 0 0 0,-1 0 42 0 0,1 0 1 0 0,0 0-1 0 0,-1 0 1 0 0,1 1-1 0 0,0-1 1 0 0,-1 0 0 0 0,1 1-1 0 0,0-1 1 0 0,0 0-1 0 0,0 1 1 0 0,0-1-1 0 0,1 0 1 0 0,5-3 216 0 0,0 1 1 0 0,0-1-1 0 0,1 1 1 0 0,-1 1 0 0 0,1 0-1 0 0,-1 0 1 0 0,1 0-1 0 0,0 1 1 0 0,0 0 0 0 0,0 0-1 0 0,10 1 1 0 0,13 2 118 0 0,42 7 0 0 0,-8 8 85 0 0,66 29 0 0 0,-51-17-337 0 0,132 32 72 0 0,-169-52-378 0 0,0-2 0 0 0,89 3 0 0 0,2-9 634 0 0,157 22-1 0 0,-108-12-361 0 0,-12-2-30 0 0,-157-6-99 0 0,1 0 0 0 0,-1 0 0 0 0,0 1 0 0 0,-1 1 0 0 0,1 0 0 0 0,-1 1-1 0 0,16 10 1 0 0,-6-2 47 0 0,-1 1-1 0 0,-1 2 1 0 0,21 20-1 0 0,81 68 19 0 0,-33-29 331 0 0,-26-27-248 0 0,-7-6-207 0 0,-30-21 10 0 0,3 2 29 0 0,-1 1 1 0 0,-1 1-1 0 0,-1 1 1 0 0,24 32-1 0 0,9 32 168 0 0,59 119 1 0 0,-78-133-167 0 0,44 86-176 0 0,-32-59 139 0 0,23 47 79 0 0,-55-103 56 0 0,33 80 500 0 0,-5 27-220 0 0,30 78-624 0 0,-27-79 31 0 0,-18-51 81 0 0,-10-24 493 0 0,17 104 1 0 0,-25-104-176 0 0,28 177-202 0 0,-21-128-373 0 0,3 23 330 0 0,19 199 571 0 0,-36-258-610 0 0,-4-1 0 0 0,-11 165 1 0 0,-66 186 521 0 0,60-377-414 0 0,4-21 29 0 0,-15 71-313 0 0,8-58 127 0 0,-24 83 63 0 0,-115 210-381 0 0,142-326 460 0 0,-14 30-22 0 0,-34 75-10 0 0,-66 132 87 0 0,96-211 57 0 0,-3-2 0 0 0,-3-2-1 0 0,-1-1 1 0 0,-2-2 0 0 0,-2-1 0 0 0,-1-2-1 0 0,-53 37 1 0 0,33-33-25 0 0,-2-2 0 0 0,-2-3-1 0 0,-1-3 1 0 0,-140 52 0 0 0,112-54-3 0 0,-2-4 0 0 0,-157 26 0 0 0,-301 7 226 0 0,435-57-184 0 0,1-5-1 0 0,-200-25 1 0 0,182 1 42 0 0,-152-46 0 0 0,190 41-124 0 0,-438-145 95 0 0,477 148-138 0 0,1-2 0 0 0,1-4 0 0 0,2-1-1 0 0,-80-61 1 0 0,-33-47 48 0 0,131 104 43 0 0,1-1 0 0 0,-37-50 0 0 0,-187-302 870 0 0,203 297-809 0 0,6 6-108 0 0,3-2-1 0 0,4-3 1 0 0,5-1-1 0 0,-54-181 1 0 0,47 80 202 0 0,-17-241-98 0 0,46-2-252 0 0,28 161 219 0 0,1-58-442 0 0,-8 86 255 0 0,3 15 94 0 0,1-94 346 0 0,7-143-200 0 0,-4 346-102 0 0,47-220-1 0 0,-26 226 150 0 0,4 0 0 0 0,95-208 0 0 0,-101 268-152 0 0,2 2 1 0 0,3 0-1 0 0,75-93 0 0 0,-79 115-12 0 0,0 1-1 0 0,2 2 1 0 0,1 1 0 0 0,2 2-1 0 0,0 1 1 0 0,61-33 0 0 0,-5 14-169 0 0,3 4 0 0 0,1 4 0 0 0,2 4 1 0 0,122-24-1 0 0,-147 42 119 0 0,1 4 1 0 0,1 3-1 0 0,-1 3 1 0 0,1 3-1 0 0,0 3 0 0 0,0 4 1 0 0,102 19-1 0 0,-51 4-43 0 0,232 82 0 0 0,121 91-78 0 0,-366-147 117 0 0,366 186-22 0 0,-362-174-45 0 0,-3 5-1 0 0,105 86 1 0 0,-91-56-84 0 0,99 83-152 0 0,-9 11 193 0 0,-187-165 111 0 0,125 134-97 0 0,-111-105 212 0 0,-2 1 0 0 0,40 80 0 0 0,52 139-7 0 0,-112-227-244 0 0,18 69-1 0 0,5 57-110 0 0,-34-134 247 0 0,23 133 355 0 0,-12-54-130 0 0,13 108-240 0 0,-19-107-121 0 0,6 56 523 0 0,-2 312 0 0 0,-53 33-703 0 0,25-464 367 0 0,-49 306-130 0 0,37-276 48 0 0,-4-1 1 0 0,-4-1-1 0 0,-48 103 1 0 0,-92 130-209 0 0,13-86 134 0 0,75-134 587 0 0,-157 157 0 0 0,131-151-278 0 0,-54 53 86 0 0,-13-13-94 0 0,-5-27 4 0 0,134-96-123 0 0,0-3-1 0 0,-64 22 1 0 0,25-15 10 0 0,-1-5-1 0 0,-1-3 1 0 0,0-4 0 0 0,-2-3 0 0 0,0-5-1 0 0,-143-2 1 0 0,107-14-67 0 0,0-5 0 0 0,-158-37-1 0 0,126 11-39 0 0,-202-79-1 0 0,196 49 98 0 0,-213-120-1 0 0,-129-125 43 0 0,51-30-63 0 0,197 91 89 0 0,249 246-104 0 0,-47-52 13 0 0,3-2 0 0 0,3-2 0 0 0,2-2-1 0 0,3-1 1 0 0,3-3 0 0 0,3-1 0 0 0,-34-93-1 0 0,10-12 188 0 0,-56-273-1 0 0,41-85 69 0 0,40-6-189 0 0,34 520-85 0 0,-11-671-90 0 0,17 560 112 0 0,30-178 0 0 0,-23 243 60 0 0,3 0 0 0 0,3 1 0 0 0,3 0 0 0 0,2 2-1 0 0,3 1 1 0 0,3 0 0 0 0,2 3 0 0 0,3 0 0 0 0,64-82-1 0 0,-32 61 98 0 0,4 2 0 0 0,2 4 0 0 0,107-82 0 0 0,272-158 437 0 0,-149 122-757 0 0,-118 78-207 0 0,234-103 0 0 0,-325 175 132 0 0,2 4 0 0 0,1 5 1 0 0,1 4-1 0 0,182-27 0 0 0,-162 43-256 0 0,1 5 1 0 0,0 5-1 0 0,127 16 1 0 0,-78 7-1530 0 0,280 74-1 0 0,179 95-4359 0 0,18 37-13 0 0,-195-55-1607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19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1020 5 5505 0 0,'0'0'10854'0'0,"-1"4"-10113"0"0,-7 36 1500 0 0,5-21-1661 0 0,-1 21-1 0 0,2-19-177 0 0,-3 31 338 0 0,-2 20-249 0 0,5-63-493 0 0,0 1-1 0 0,-1-1 1 0 0,1 0-1 0 0,-2 1 1 0 0,-5 10 0 0 0,2-8-26 0 0,-1 0 1 0 0,-1 0-1 0 0,1-1 0 0 0,-2 0 1 0 0,0-1-1 0 0,0 0 1 0 0,-1 0-1 0 0,0-1 1 0 0,0-1-1 0 0,-1 1 1 0 0,0-2-1 0 0,-24 11 1 0 0,4-4 83 0 0,0-3 1 0 0,0 0 0 0 0,-1-2 0 0 0,-44 6 0 0 0,48-10 3 0 0,1-2 0 0 0,-1-2 0 0 0,1 0 1 0 0,-47-5-1 0 0,53 1-45 0 0,1-1 0 0 0,0-1 0 0 0,0-1-1 0 0,0-1 1 0 0,0-1 0 0 0,-31-16 0 0 0,28 11 74 0 0,1-1-1 0 0,0-2 1 0 0,1 0 0 0 0,0-1-1 0 0,-25-27 1 0 0,39 36-45 0 0,0-1 1 0 0,1 0-1 0 0,0 0 0 0 0,1-1 1 0 0,0 0-1 0 0,0 0 1 0 0,1 0-1 0 0,1-1 0 0 0,-1 1 1 0 0,2-1-1 0 0,0 0 1 0 0,0 0-1 0 0,1-1 0 0 0,0 1 1 0 0,0-17-1 0 0,2 19-2 0 0,2 0 0 0 0,-1 0-1 0 0,1 0 1 0 0,1 0 0 0 0,-1 0 0 0 0,1 0 0 0 0,1 0-1 0 0,0 1 1 0 0,0 0 0 0 0,1 0 0 0 0,0 0-1 0 0,0 0 1 0 0,0 1 0 0 0,1 0 0 0 0,1 0-1 0 0,10-9 1 0 0,-15 14-39 0 0,1 0-1 0 0,-1 0 1 0 0,1 1 0 0 0,0-1-1 0 0,0 1 1 0 0,0 0 0 0 0,0 0-1 0 0,0 0 1 0 0,0 0-1 0 0,4-1 1 0 0,-1 1 15 0 0,-5 1-13 0 0,1-1 0 0 0,0 1 0 0 0,-1 0 0 0 0,1 0 0 0 0,0-1 0 0 0,0 1 0 0 0,-1 0 0 0 0,1 1 0 0 0,3-1 0 0 0,-1 1 7 0 0,8 2 39 0 0,4 4 13 0 0,0 1 1 0 0,-1 1-1 0 0,0 0 1 0 0,14 12-1 0 0,2 8 1 0 0,-2 1 1 0 0,28 39-1 0 0,-29-35-62 0 0,30 40 38 0 0,18 21-35 0 0,127 128 186 0 0,-99-109-30 0 0,-65-69-2561 0 0,-35-42 1115 0 0,1 2-773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22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177 847 1448 0 0,'0'0'2932'0'0,"1"4"-1819"0"0,3 12-239 0 0,-3-12 174 0 0,0 0-798 0 0,0 4 258 0 0,2 11 278 0 0,-2-5 13341 0 0,-1-23-14083 0 0,0 0-22 0 0,0 0-1 0 0,0 1 1 0 0,-3-13 0 0 0,0 1 20 0 0,-34-128 380 0 0,29 122-368 0 0,-36-101-9 0 0,27 71 179 0 0,-8-28 350 0 0,7-7-172 0 0,16 71-239 0 0,0 0 0 0 0,2-33 0 0 0,0 21-49 0 0,1 23-21 0 0,5-45 74 0 0,-3 19-21 0 0,-2 24-17 0 0,0 0 1 0 0,0 0 0 0 0,6-20 0 0 0,-4 26-62 0 0,5-3-8 0 0,-1 5-22 0 0,11-2 40 0 0,-9 5-10 0 0,10 5-44 0 0,0 1-1 0 0,0 1 1 0 0,-1 1-1 0 0,22 13 0 0 0,70 47 301 0 0,-93-55-276 0 0,0 1-1 0 0,26 28 1 0 0,-42-42-52 0 0,0 1 0 0 0,-1 0 0 0 0,1 0 0 0 0,0-1-1 0 0,-1 1 1 0 0,1 0 0 0 0,-1 0 0 0 0,1 0 0 0 0,-1 0 0 0 0,1 0 0 0 0,-1 0 0 0 0,1 1 0 0 0,0 1-8 0 0,0 0-9 0 0,-3 2-21 0 0,-11 14-32 0 0,11-17 63 0 0,0-1-1 0 0,-1 1 1 0 0,1-1 0 0 0,-1 0 0 0 0,1 0 0 0 0,-1 0-1 0 0,0 0 1 0 0,1 0 0 0 0,-1 0 0 0 0,0-1 0 0 0,0 0-1 0 0,0 1 1 0 0,-3-1 0 0 0,4 0 19 0 0,-81 4 7 0 0,53 1-343 0 0,27-5 302 0 0,8 8-394 0 0,-1-1 385 0 0,-2-3 3 0 0,0 0 0 0 0,1 0 1 0 0,0 0-1 0 0,-1 0 0 0 0,2 0 1 0 0,-1-1-1 0 0,0 0 1 0 0,1 1-1 0 0,-1-1 0 0 0,1 0 1 0 0,5 2-1 0 0,71 33-272 0 0,-61-31 332 0 0,-1 1 0 0 0,1 2 1 0 0,-1-1-1 0 0,24 19 0 0 0,-39-26-27 0 0,0 0 0 0 0,-1 1 0 0 0,0-1 0 0 0,1 0 1 0 0,-1 1-1 0 0,0-1 0 0 0,0 1 0 0 0,-1-1 0 0 0,1 1 1 0 0,-1 0-1 0 0,1 0 0 0 0,-1 0 0 0 0,2 4 0 0 0,-6-2-7 0 0,1-2 3 0 0,2-1 0 0 0,-1 0 0 0 0,0 0 0 0 0,-1 0 0 0 0,1 0-1 0 0,0-1 1 0 0,0 1 0 0 0,-1 0 0 0 0,1-1 0 0 0,-1 1 0 0 0,1-1 0 0 0,-1 1 0 0 0,0-1 0 0 0,0 0 0 0 0,0 1 0 0 0,1-1-1 0 0,-4 1 1 0 0,-8 2-38 0 0,1 0-1 0 0,-1-1 0 0 0,0-1 1 0 0,0 0-1 0 0,0-1 1 0 0,0 0-1 0 0,0-1 0 0 0,0 0 1 0 0,-13-2-1 0 0,-18-5-3131 0 0,-57-16 0 0 0,72 15 390 0 0,0-1 1 0 0,-43-21 0 0 0,12 0-5019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51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69 2920 0 0,'4'-3'3821'0'0,"15"-10"-912"0"0,-15 10 1806 0 0,-3-2-3940 0 0,-1 1 0 0 0,1-1 1 0 0,3-9-1 0 0,-3 11-990 0 0,0 0 446 0 0,5-10-138 0 0,-3 12 273 0 0,10 0 24 0 0,-10 1 536 0 0,2 0-707 0 0,13 1-52 0 0,-14 0 78 0 0,0 0-149 0 0,46 14 220 0 0,84 20 538 0 0,118 16 467 0 0,-202-39-1229 0 0,61 18 118 0 0,-99-25-201 0 0,0 1 0 0 0,0 0 0 0 0,-1 1-1 0 0,0 0 1 0 0,0 0 0 0 0,0 1 0 0 0,-1 1-1 0 0,-1 0 1 0 0,1 0 0 0 0,9 14-1 0 0,113 124 216 0 0,162 196 102 0 0,-252-286-481 0 0,-1 2-1 0 0,-4 2 0 0 0,-2 1 0 0 0,31 78 0 0 0,-12-16-297 0 0,21 56 107 0 0,29 140 963 0 0,-82-242-508 0 0,4 0 1 0 0,38 81-1 0 0,82 141 60 0 0,-32-69-167 0 0,-39-79-132 0 0,17 34-442 0 0,-65-125 432 0 0,21 71 1 0 0,-22-37-34 0 0,22 64 217 0 0,-35-123-60 0 0,2-1 1 0 0,26 47-1 0 0,70 88 387 0 0,-46-74-112 0 0,-46-64-186 0 0,-1 0-1 0 0,22 57 1 0 0,15 72-39 0 0,-55-160-35 0 0,26 72-105 0 0,44 86-1 0 0,4 27 233 0 0,-60-147-139 0 0,-2 1 0 0 0,-2 1 0 0 0,-2-1 0 0 0,-2 2 0 0 0,-1-1 0 0 0,-2 1 0 0 0,-2-1 0 0 0,-6 53 0 0 0,-13 41-32 0 0,14-115-14 0 0,-1-2 0 0 0,0 1 1 0 0,-2-1-1 0 0,-17 36 0 0 0,8-25 19 0 0,-43 69-80 0 0,21-42 89 0 0,-37 47 16 0 0,66-92 11 0 0,-1-1-1 0 0,0 0 0 0 0,0-1 1 0 0,-1 0-1 0 0,0-1 1 0 0,-1 0-1 0 0,-14 6 0 0 0,-16 6-19 0 0,-1-3 0 0 0,-46 12-1 0 0,-93 16 368 0 0,158-40-338 0 0,-1-2 1 0 0,1 0 0 0 0,-1-2 0 0 0,0 0 0 0 0,-29-4-1 0 0,-121-27 695 0 0,-1 3-158 0 0,121 21-267 0 0,1-3 0 0 0,-98-28 0 0 0,69 8-148 0 0,-151-78 0 0 0,163 66 274 0 0,1-2-1 0 0,-88-73 1 0 0,107 72-270 0 0,2-2 0 0 0,3-2 0 0 0,-69-91 0 0 0,11-19-42 0 0,10 14 117 0 0,54 87-117 0 0,-128-169-77 0 0,143 196 51 0 0,2-2 0 0 0,1 0-1 0 0,1-2 1 0 0,2 0-1 0 0,1-1 1 0 0,2-1 0 0 0,2 0-1 0 0,1-2 1 0 0,-8-39 0 0 0,-23-182 268 0 0,19 94-28 0 0,-8-30 99 0 0,22 117-300 0 0,4 0 1 0 0,3-99 0 0 0,-8-34 146 0 0,1-1 0 0 0,0-181-75 0 0,7 256-72 0 0,2 70-61 0 0,-2-26 212 0 0,-28-154-61 0 0,21 112-138 0 0,9 85 37 0 0,-1 10 4 0 0,0-7-74 0 0,1 1 0 0 0,3 0 0 0 0,6-48 0 0 0,-5 82 31 0 0,19-103 512 0 0,-16 96-403 0 0,1-1-1 0 0,1 1 0 0 0,15-31 0 0 0,68-116 612 0 0,-52 82-686 0 0,-17 31-177 0 0,12-30-146 0 0,-25 59 216 0 0,1 1 0 0 0,1 0 0 0 0,1 1 0 0 0,24-38 1 0 0,-17 36 22 0 0,1 1 0 0 0,0 1 0 0 0,2 0 0 0 0,1 2 1 0 0,0 0-1 0 0,47-30 0 0 0,-44 35 21 0 0,1 2 0 0 0,53-21 0 0 0,-62 28-659 0 0,0 1 1 0 0,1 1 0 0 0,-1 1-1 0 0,1 1 1 0 0,0 0 0 0 0,18 1 0 0 0,-19 1-2417 0 0,4 1 59 0 0,-1-1 0 0 0,1-1 0 0 0,23-4-1 0 0,9-8-6742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0:11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38 4416 0 0,'0'0'9103'0'0,"5"0"-7855"0"0,-1-1-907 0 0,12-1 2213 0 0,-14 1-2322 0 0,0 0-1 0 0,0-1 1 0 0,0 1 0 0 0,0-1-1 0 0,0 1 1 0 0,0-1-1 0 0,-1 1 1 0 0,1-1 0 0 0,-1 0-1 0 0,3-3 1 0 0,-2 3 425 0 0,1-1-289 0 0,-3 3-338 0 0,1-1 1 0 0,-1 1-1 0 0,0 0 0 0 0,0-1 0 0 0,0 1 1 0 0,0 0-1 0 0,1-1 0 0 0,-1 1 0 0 0,0 0 1 0 0,0 0-1 0 0,1-1 0 0 0,-1 1 0 0 0,0 0 0 0 0,0 0 1 0 0,1-1-1 0 0,-1 1 0 0 0,0 0 0 0 0,1 0 1 0 0,-1 0-1 0 0,0 0 0 0 0,1-1 0 0 0,-1 1 1 0 0,0 0-1 0 0,1 0 0 0 0,-1 0 0 0 0,0 0 1 0 0,1 0-1 0 0,0 0 0 0 0,13-3 147 0 0,-11 3 89 0 0,2 0-189 0 0,18 6-23 0 0,0 1 0 0 0,-1 1 0 0 0,0 0 0 0 0,0 2 0 0 0,-1 0 0 0 0,0 2 0 0 0,28 20 0 0 0,306 230-58 0 0,-191-110 132 0 0,-12 10 81 0 0,-83-87-345 0 0,45 53-378 0 0,160 231 1 0 0,-236-299 559 0 0,32 72 1 0 0,19 68 125 0 0,17 76-55 0 0,-58-146-92 0 0,0-7 16 0 0,48 133 130 0 0,-74-189-8 0 0,13 79 1 0 0,2 72 132 0 0,28 118-172 0 0,-38-248-81 0 0,4-1-1 0 0,4-2 0 0 0,46 83 1 0 0,-15-48 126 0 0,19 40 6 0 0,-53-93-195 0 0,-4 2 0 0 0,22 75 1 0 0,-39-103 33 0 0,-2 2 0 0 0,-1-1 0 0 0,-2 1 0 0 0,0 84 0 0 0,-8-103-6 0 0,0-1-1 0 0,-1 0 1 0 0,-2-1 0 0 0,0 1-1 0 0,-2-1 1 0 0,0 0 0 0 0,-2 0-1 0 0,0-1 1 0 0,-19 31 0 0 0,4-13 36 0 0,-3-1 1 0 0,-1-2 0 0 0,-61 62-1 0 0,66-75-42 0 0,-27 26-47 0 0,-77 99 0 0 0,100-110 34 0 0,-120 155 116 0 0,130-174-12 0 0,-1 0-1 0 0,-1-1 1 0 0,-40 30-1 0 0,47-40-10 0 0,0 0 0 0 0,0-2 0 0 0,-1 1 0 0 0,0-2 0 0 0,0 0 0 0 0,0 0 0 0 0,-1-1 0 0 0,-26 4 0 0 0,17-6 48 0 0,-1-1 0 0 0,1-1 0 0 0,0-1 0 0 0,-1-1 0 0 0,-40-9 0 0 0,16-1-77 0 0,-78-30 0 0 0,78 21-70 0 0,1-1 1 0 0,2-3-1 0 0,0-1 1 0 0,2-2-1 0 0,0-2 1 0 0,3-2-1 0 0,0-2 1 0 0,-46-52-1 0 0,-250-335 53 0 0,236 286-289 0 0,66 91 127 0 0,-231-337-560 0 0,225 311 644 0 0,3-1 1 0 0,2-2 0 0 0,-41-135-1 0 0,50 102-19 0 0,-16-152-1 0 0,38 226 80 0 0,-59-707 359 0 0,62 656-64 0 0,4 0-1 0 0,28-163 1 0 0,-25 217-215 0 0,1 1 0 0 0,1-1 1 0 0,2 2-1 0 0,1-1 0 0 0,1 1 0 0 0,1 1 1 0 0,1 0-1 0 0,2 1 0 0 0,0 1 0 0 0,2 0 1 0 0,1 1-1 0 0,0 1 0 0 0,2 1 0 0 0,0 1 1 0 0,43-31-1 0 0,-31 29 5 0 0,1 2-1 0 0,1 2 1 0 0,61-24-1 0 0,117-20-85 0 0,-188 56-293 0 0,30-8-542 0 0,-20 1-2666 0 0,-34 12 3202 0 0,0 1-1 0 0,0-1 0 0 0,0 1 0 0 0,0-1 0 0 0,0 0 0 0 0,0 1 0 0 0,0-1 0 0 0,-1 0 0 0 0,1 0 0 0 0,0 1 0 0 0,0-1 0 0 0,-1 0 1 0 0,1 0-1 0 0,0 0 0 0 0,-1 0 0 0 0,1 0 0 0 0,-1 0 0 0 0,0 0 0 0 0,1 0 0 0 0,-1 0 0 0 0,0 0 0 0 0,1 0 0 0 0,-1 0 0 0 0,0 0 0 0 0,0-1 1 0 0,0 1-1 0 0,0-2 0 0 0,-1-2-414 0 0,0 0 0 0 0,0 0 0 0 0,0 1 0 0 0,-1-1 0 0 0,-2-5 0 0 0,1 3-125 0 0,-21-51-7160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8:58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471 27 64 0 0,'0'0'20577'0'0,"7"-4"-20395"0"0,30-19-114 0 0,-33 24-105 0 0,78 14 230 0 0,-1 3 0 0 0,-1 4-1 0 0,145 62 1 0 0,161 73 607 0 0,-308-131-656 0 0,27 11 244 0 0,-92-31-346 0 0,1 1 0 0 0,-2 0 0 0 0,1 1 0 0 0,-1 0 0 0 0,20 19 0 0 0,-4 1-32 0 0,-2 1 0 0 0,39 55 0 0 0,35 74 240 0 0,-68-105 69 0 0,151 249 773 0 0,-178-294-1065 0 0,31 49 361 0 0,40 92-1 0 0,-71-138-355 0 0,80 203 451 0 0,-68-162-501 0 0,115 403-57 0 0,-126-417 104 0 0,-1 0 0 0 0,-3 1 1 0 0,0-1-1 0 0,-3 1 0 0 0,-8 57 0 0 0,-5-11 295 0 0,-34 114-1 0 0,28-119-216 0 0,-14 140-1 0 0,17-9-414 0 0,10-98 5 0 0,-23 115 0 0 0,16-158 285 0 0,-4-2 1 0 0,-3 0-1 0 0,-2-1 1 0 0,-4-1-1 0 0,-2-1 1 0 0,-3-2-1 0 0,-58 84 0 0 0,71-117 62 0 0,8-13-44 0 0,-14 17 1 0 0,-1-3 26 0 0,-1-2-1 0 0,-50 43 1 0 0,62-60-34 0 0,-2 0 0 0 0,1-1 1 0 0,-1-1-1 0 0,-1-1 1 0 0,0 0-1 0 0,0-1 0 0 0,-25 7 1 0 0,-115 31-15 0 0,72-17 111 0 0,-5 1-266 0 0,74-25 140 0 0,1-2-1 0 0,-1 0 0 0 0,-29 1 0 0 0,27-4 10 0 0,0-1 0 0 0,0 0 0 0 0,0-2 0 0 0,0 0 0 0 0,1-1 0 0 0,-1-1 0 0 0,1-1 0 0 0,-19-9 0 0 0,15 5 34 0 0,0-2-1 0 0,1 0 1 0 0,0-2-1 0 0,1 0 1 0 0,-34-32-1 0 0,-36-47 214 0 0,-20-31-76 0 0,48 57-56 0 0,-91-129 1 0 0,-16-101-171 0 0,95 150 53 0 0,-99-216-899 0 0,159 328 913 0 0,2 0 0 0 0,1-1 0 0 0,2-1 0 0 0,2 0 0 0 0,1 0 0 0 0,2-1 1 0 0,2 1-1 0 0,1-1 0 0 0,5-43 0 0 0,40-280 297 0 0,33 4 85 0 0,41-63-33 0 0,72-165-774 0 0,-165 520 652 0 0,3 0 1 0 0,2 2-1 0 0,3 1 1 0 0,3 2-1 0 0,78-101 0 0 0,-80 116-1538 0 0,-27 33-1619 0 0,0-1 0 0 0,-1 1 1 0 0,0-1-1 0 0,4-14 0 0 0,1-10-5133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8:59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506 405 744 0 0,'12'9'13431'0'0,"-10"-8"-11805"0"0,0 0-1106 0 0,4 3-248 0 0,-1-3 3562 0 0,-4-7-3788 0 0,3-17-114 0 0,-3 18-79 0 0,-3-1-12 0 0,-9-19 182 0 0,-1 0 0 0 0,-23-32 1 0 0,8 19 511 0 0,-2 2 0 0 0,-2 2 1 0 0,-68-61-1 0 0,85 83-334 0 0,-1 1 0 0 0,0 1-1 0 0,-1 0 1 0 0,-28-12 0 0 0,29 18-134 0 0,12 3-55 0 0,0 1 167 0 0,-1 3-81 0 0,-14 8-3 0 0,17-11-87 0 0,0 1 0 0 0,0-1 0 0 0,0 1-1 0 0,0 0 1 0 0,0-1 0 0 0,0 1 0 0 0,0 0 0 0 0,1-1 0 0 0,-1 1 0 0 0,0 0 0 0 0,1 0 0 0 0,-1 0 0 0 0,0 0 0 0 0,1 0 0 0 0,-1 0-1 0 0,1 0 1 0 0,0 0 0 0 0,-1 1 0 0 0,-1 3 20 0 0,-32 71-301 0 0,10-19 105 0 0,-4 14-315 0 0,15-35 86 0 0,6-16-90 0 0,1 0 1 0 0,1 0-1 0 0,0 1 0 0 0,2 0 1 0 0,1-1-1 0 0,-1 30 0 0 0,6 7-3913 0 0,6-1-4042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8:59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1 872 0 0,'0'0'20709'0'0,"3"10"-20180"0"0,2 1-397 0 0,-3-6-72 0 0,0 0 0 0 0,0 0 0 0 0,-1 0 0 0 0,1 1 0 0 0,-1-1 0 0 0,0 0 0 0 0,-1 1-1 0 0,1-1 1 0 0,-1 10 0 0 0,-7 69 680 0 0,-21 104 0 0 0,-4-51-567 0 0,-2 16-2662 0 0,21-49-6005 0 0,11-71 4244 0 0,1-1-2251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00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912 183 4584 0 0,'0'-4'5798'0'0,"-2"-8"-2621"0"0,0 0-1 0 0,-5-18 0 0 0,1 12-2462 0 0,-1 0 0 0 0,-12-24-1 0 0,13 32-247 0 0,1-1 0 0 0,-5-12 0 0 0,9 20 122 0 0,6 11-438 0 0,11 20-12 0 0,19 43 1 0 0,-25-43-87 0 0,-1 1 1 0 0,9 45-1 0 0,-16-61-50 0 0,0 0 1 0 0,-2 0-1 0 0,1 0 0 0 0,-1 0 1 0 0,-1 0-1 0 0,-1 0 0 0 0,0 0 1 0 0,-4 16-1 0 0,6-28-5 0 0,-1 0 1 0 0,1 1-1 0 0,-1-1 1 0 0,1 1-1 0 0,-1-1 1 0 0,0 0-1 0 0,1 0 0 0 0,-1 1 1 0 0,-2 1-1 0 0,1 0 6 0 0,1-2-1 0 0,1-1 0 0 0,0 1 0 0 0,-1-1 0 0 0,1 1 0 0 0,0-1 0 0 0,-1 0 0 0 0,1 1 0 0 0,-1-1 0 0 0,1 0-1 0 0,0 1 1 0 0,-1-1 0 0 0,1 0 0 0 0,-1 1 0 0 0,1-1 0 0 0,-1 0 0 0 0,1 0 0 0 0,-1 0 0 0 0,1 1 0 0 0,-1-1 0 0 0,-1 0 0 0 0,-1 2 164 0 0,-5-6-59 0 0,2 1-89 0 0,0 0-8 0 0,1 0-1 0 0,-1 0 1 0 0,1-1-1 0 0,-1 0 0 0 0,1 0 1 0 0,0 0-1 0 0,-7-9 1 0 0,-12-16 44 0 0,0-1 1 0 0,-28-51 0 0 0,-27-73 95 0 0,66 124-19 0 0,13 29-128 0 0,0 1 1 0 0,0-1-1 0 0,0 1 0 0 0,-1-1 1 0 0,1 0-1 0 0,0 1 0 0 0,0-1 1 0 0,-1 1-1 0 0,1-1 0 0 0,0 1 1 0 0,-1-1-1 0 0,1 1 0 0 0,-1-1 1 0 0,1 1-1 0 0,-1-1 0 0 0,1 1 1 0 0,0 0-1 0 0,-1-1 0 0 0,0 0 1 0 0,-1 0 8 0 0,1 0 62 0 0,-6 5-46 0 0,0-1-19 0 0,2-1 11 0 0,0 1 0 0 0,0 0 0 0 0,1 0-1 0 0,-1 0 1 0 0,1 1 0 0 0,0-1 0 0 0,-7 8 0 0 0,2-1 25 0 0,0-1-1 0 0,-1 0 1 0 0,0 0 0 0 0,-1-1 0 0 0,0-1 0 0 0,0 1 0 0 0,-1-2 0 0 0,1 0 0 0 0,-1 0 0 0 0,-1-1-1 0 0,1-1 1 0 0,-26 6 0 0 0,4-4-806 0 0,1-2 0 0 0,0-1 0 0 0,-67-3 0 0 0,82-1-642 0 0,0-1 0 0 0,1 0 0 0 0,-1-2 0 0 0,1 0 0 0 0,0 0 0 0 0,0-2 0 0 0,0 0 0 0 0,-17-10 0 0 0,-10-13-6571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0:25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560 618 744 0 0,'0'0'7918'0'0,"-3"-2"-7304"0"0,-12-7 4933 0 0,23 5-5279 0 0,22-10-48 0 0,-23 11 175 0 0,-1 5-132 0 0,46 16 667 0 0,-47-16-709 0 0,139 56 3395 0 0,-124-48-3460 0 0,-1 0 1 0 0,0 1-1 0 0,-1 1 1 0 0,33 29-1 0 0,44 53-14 0 0,-79-77-135 0 0,38 34 237 0 0,113 80 0 0 0,-19-16-33 0 0,-145-113-207 0 0,80 74 23 0 0,-8-7-46 0 0,-7-6 278 0 0,47 45 127 0 0,45 48-16 0 0,-131-124-372 0 0,-1 2 0 0 0,-2 1 0 0 0,-2 1 0 0 0,-1 0 0 0 0,25 57 0 0 0,-35-64-80 0 0,-2-1 0 0 0,10 39 0 0 0,45 339 576 0 0,-46-145-119 0 0,-24-96-634 0 0,-1-67 15 0 0,1-18 215 0 0,0 41-68 0 0,8-22 69 0 0,2 121-23 0 0,-7-161 34 0 0,-15 100 0 0 0,5-110-213 0 0,-3 0 1 0 0,-25 60-1 0 0,-5 18 316 0 0,-72 254 228 0 0,76-251-791 0 0,-15 55 244 0 0,40-137 280 0 0,-2-1 0 0 0,-26 51 1 0 0,20-47-228 0 0,-4 5 33 0 0,-65 100 1 0 0,83-143 158 0 0,0 0 1 0 0,-2-1-1 0 0,1-1 1 0 0,-1 0-1 0 0,-1 0 1 0 0,0-1-1 0 0,0-1 0 0 0,-1 0 1 0 0,-21 11-1 0 0,17-12 35 0 0,0-1-1 0 0,0 0 1 0 0,-1-1 0 0 0,1-1-1 0 0,-1-1 1 0 0,-1 0-1 0 0,-32 1 1 0 0,4-4 56 0 0,0-1 0 0 0,0-3 0 0 0,-1-2 1 0 0,2-1-1 0 0,-1-3 0 0 0,-55-18 0 0 0,49 11-81 0 0,1-3-1 0 0,0-2 1 0 0,-92-53-1 0 0,115 56 42 0 0,0-1 0 0 0,2-2 0 0 0,0-1 0 0 0,1-1 0 0 0,1-1 0 0 0,2-2 0 0 0,0 0 0 0 0,2-1 0 0 0,-23-39 0 0 0,20 23-23 0 0,2-1 0 0 0,3-1 0 0 0,-21-71 1 0 0,18 36-84 0 0,-13-103 0 0 0,-10-153 941 0 0,-22 25-317 0 0,35 179-150 0 0,8 25-579 0 0,-13-149 0 0 0,31 186 91 0 0,-7-112-107 0 0,12 123 119 0 0,6-66-1 0 0,17-71-60 0 0,82-335-1 0 0,22 31 61 0 0,-97 387 3 0 0,83-279 108 0 0,-61 264-204 0 0,-38 101 122 0 0,1 0 0 0 0,28-40 1 0 0,-32 54 19 0 0,0 0 0 0 0,1 1 0 0 0,0 1 0 0 0,0 0 0 0 0,1 0 0 0 0,19-12 0 0 0,-20 17 4 0 0,-1 0 1 0 0,1 0-1 0 0,0 1 0 0 0,0 1 1 0 0,1 0-1 0 0,-1 0 1 0 0,1 1-1 0 0,0 1 1 0 0,19-2-1 0 0,-12 3-50 0 0,1 2 1 0 0,0 0-1 0 0,0 1 0 0 0,-1 1 1 0 0,1 0-1 0 0,29 10 0 0 0,110 49-161 0 0,-157-61 207 0 0,102 50-88 0 0,127 84 0 0 0,-192-111 109 0 0,-1 3 1 0 0,-1 0-1 0 0,-2 3 1 0 0,-1 1-1 0 0,-1 1 1 0 0,-2 2-1 0 0,-1 1 0 0 0,39 62 1 0 0,-21-17-121 0 0,55 129 0 0 0,18 95-132 0 0,-103-257 118 0 0,61 206-50 0 0,-20 5 419 0 0,16 203-580 0 0,-61-233 401 0 0,-13-127 41 0 0,-4-1 1 0 0,-16 102 0 0 0,6-124-231 0 0,-4 0 0 0 0,-3-1 0 0 0,-37 91 0 0 0,-113 209 354 0 0,113-271-58 0 0,-4-3-1 0 0,-5-2 1 0 0,-93 109 0 0 0,133-179-126 0 0,-1-2 0 0 0,-1 0 0 0 0,-50 39 1 0 0,66-59-31 0 0,0-1 1 0 0,-1 0-1 0 0,0 0 0 0 0,-1-1 1 0 0,0-1-1 0 0,0 0 1 0 0,0-1-1 0 0,-1-1 0 0 0,1 0 1 0 0,-1-1-1 0 0,0 0 1 0 0,-26 0-1 0 0,21-4 29 0 0,1-1-1 0 0,-1-1 1 0 0,1 0 0 0 0,0-2-1 0 0,0 0 1 0 0,0-1 0 0 0,0-1 0 0 0,1-1-1 0 0,1 0 1 0 0,-18-12 0 0 0,-1-3-2 0 0,1-1 0 0 0,1-2 0 0 0,-50-49 0 0 0,41 31 16 0 0,3-3 0 0 0,1-1 0 0 0,2-2 0 0 0,-34-64 0 0 0,-97-230 466 0 0,32-32-374 0 0,31-2-132 0 0,27 10-87 0 0,56 235 326 0 0,-4-147 0 0 0,23 129 276 0 0,18-183 0 0 0,4 130 2 0 0,56-247-1 0 0,-40 304-535 0 0,6 1 0 0 0,82-190-1 0 0,-87 258-776 0 0,63-102 0 0 0,-57 115-1529 0 0,2 2 0 0 0,4 2 1 0 0,2 2-1 0 0,3 3 0 0 0,2 1 1 0 0,111-83-1 0 0,38-1-7469 0 0,-204 138 9739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1:06.34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2778 110 1600 0 0,'-46'11'11550'0'0,"38"-8"-10814"0"0,0-1 0 0 0,-1 0 0 0 0,1 0 0 0 0,-16 1 0 0 0,-21-2 278 0 0,6-3-752 0 0,-1-1 1 0 0,-42-10 0 0 0,40 6-182 0 0,-654-82-428 0 0,681 87 322 0 0,-212-15-351 0 0,184 16 378 0 0,-1 2 0 0 0,1 2 0 0 0,-51 10 0 0 0,78-9 59 0 0,0 0 0 0 0,-17 7 0 0 0,27-9-34 0 0,1 0 0 0 0,-1 1 0 0 0,0 0 0 0 0,1 1 0 0 0,0-1 0 0 0,0 1 0 0 0,0 0-1 0 0,-6 6 1 0 0,9-8 8 0 0,1-2-19 0 0,0 1 1 0 0,0 0-1 0 0,1 0 0 0 0,-1 0 1 0 0,0 0-1 0 0,0 0 1 0 0,0 1-1 0 0,1-1 0 0 0,-1 0 1 0 0,1 0-1 0 0,-1 0 0 0 0,1 1 1 0 0,-1-1-1 0 0,1 0 1 0 0,0 0-1 0 0,-1 1 0 0 0,1-1 1 0 0,0 0-1 0 0,0 1 0 0 0,0-1 1 0 0,0 0-1 0 0,0 1 0 0 0,0-1 1 0 0,1 0-1 0 0,-1 0 1 0 0,0 1-1 0 0,1-1 0 0 0,0 2 1 0 0,4 8 102 0 0,1-1 0 0 0,1 1 1 0 0,0-1-1 0 0,0 0 0 0 0,1-1 0 0 0,0 0 1 0 0,13 12-1 0 0,4-1 56 0 0,1-1 0 0 0,1-1 0 0 0,36 19 0 0 0,89 32 17 0 0,-114-53-61 0 0,280 102 445 0 0,-62-25-32 0 0,-229-82-487 0 0,102 42 339 0 0,-103-40-458 0 0,0 1 1 0 0,41 29-1 0 0,-64-41-23 0 0,0 1-1 0 0,0-1 0 0 0,0 1 1 0 0,0 0-1 0 0,3 4 0 0 0,-15-5-893 0 0,6-1 910 0 0,0-1 1 0 0,-1 1-1 0 0,-2 1 0 0 0,-13 2 2 0 0,6-4 29 0 0,1-1 1 0 0,-1 0-1 0 0,1-1 1 0 0,-15-3 0 0 0,8 1 27 0 0,-376-94 755 0 0,90 19 40 0 0,178 50-526 0 0,-231-50 362 0 0,-3 26-199 0 0,327 50-415 0 0,0 1 0 0 0,-62 6 0 0 0,92-3-23 0 0,-1-1-1 0 0,1 1 1 0 0,0 0-1 0 0,-1 1 1 0 0,-5 2-1 0 0,7 0 2 0 0,-1 8-2 0 0,4-12 17 0 0,-1 0-1 0 0,1 1 0 0 0,0-1 0 0 0,0 1 0 0 0,0-1 0 0 0,0 0 1 0 0,0 1-1 0 0,0-1 0 0 0,1 0 0 0 0,-1 1 0 0 0,0-1 0 0 0,0 0 1 0 0,0 1-1 0 0,0-1 0 0 0,0 0 0 0 0,0 1 0 0 0,1-1 0 0 0,-1 0 1 0 0,0 1-1 0 0,0-1 0 0 0,1 0 0 0 0,-1 0 0 0 0,0 1 0 0 0,0-1 0 0 0,1 0 1 0 0,-1 0-1 0 0,0 1 0 0 0,0-1 0 0 0,1 0 0 0 0,0 0 0 0 0,23 25 15 0 0,2-1-1 0 0,42 29 0 0 0,230 130 380 0 0,-249-155-374 0 0,53 31-22 0 0,686 406-302 0 0,-531-289 583 0 0,-240-161-236 0 0,22 22 0 0 0,-35-32-40 0 0,1 0-1 0 0,-1 0 1 0 0,0 1-1 0 0,0 0 1 0 0,-1 0-1 0 0,1 0 1 0 0,-2 0-1 0 0,4 9 1 0 0,-5-13-2 0 0,0 1 0 0 0,-1-1-1 0 0,0 1 1 0 0,1 0 0 0 0,-1-1 0 0 0,0 1 0 0 0,0-1 0 0 0,0 1 0 0 0,-1 4-1 0 0,-6 0 3 0 0,-2-2 4 0 0,0-1-1 0 0,0 0 0 0 0,-1 0 0 0 0,1-1 0 0 0,-1 0 0 0 0,0 0 0 0 0,0-1 0 0 0,0 0 0 0 0,0-1 0 0 0,-14 0 0 0 0,-52-4-35 0 0,0-3 0 0 0,-74-16-1 0 0,110 16 29 0 0,-645-129 82 0 0,-10-1-282 0 0,661 131 199 0 0,-23-5-10 0 0,-1 3 0 0 0,-106 0 1 0 0,158 7 2 0 0,1 1 1 0 0,-1-1-1 0 0,1 1 1 0 0,-1 0-1 0 0,0 0 1 0 0,1 1-1 0 0,0-1 1 0 0,-1 1-1 0 0,-7 5 0 0 0,13-7 11 0 0,0 0 0 0 0,0 0 0 0 0,-1 0 0 0 0,1 0 0 0 0,0 0 0 0 0,0 0 0 0 0,0 1 0 0 0,0-1 0 0 0,-1 0 0 0 0,1 0 0 0 0,0 0 0 0 0,0 0 0 0 0,0 1 0 0 0,0-1 0 0 0,0 0 0 0 0,0 0 0 0 0,0 0 0 0 0,0 0 0 0 0,0 1 0 0 0,0-1 0 0 0,-1 0 0 0 0,1 0 0 0 0,0 0 0 0 0,0 1 0 0 0,0-1 0 0 0,0 0 0 0 0,0 0 0 0 0,0 0 0 0 0,1 1 0 0 0,-1 3-4 0 0,0 0 1 0 0,1 0-1 0 0,0 0 1 0 0,0-1-1 0 0,0 1 1 0 0,0 0-1 0 0,0 0 1 0 0,1-1-1 0 0,0 1 1 0 0,0-1-1 0 0,0 0 1 0 0,0 1-1 0 0,0-1 1 0 0,1 0-1 0 0,-1 0 1 0 0,5 3-1 0 0,10 12 61 0 0,29 20 0 0 0,-35-29-19 0 0,246 184 199 0 0,-161-124-179 0 0,575 372 326 0 0,-202-143-415 0 0,-465-295 29 0 0,319 235 56 0 0,-265-182-33 0 0,-52-49-47 0 0,1 1-1 0 0,-2 0 0 0 0,1 0 0 0 0,-1 1 0 0 0,8 17 0 0 0,-12-24 7 0 0,-1-1 0 0 0,1 1 0 0 0,0 0 0 0 0,-1 0-1 0 0,1 0 1 0 0,-1 0 0 0 0,1 0 0 0 0,-1 0 0 0 0,0 0 0 0 0,0 0 0 0 0,0 0-1 0 0,0 0 1 0 0,0 0 0 0 0,-1 0 0 0 0,1 0 0 0 0,0 0 0 0 0,-1 0 0 0 0,0 0-1 0 0,1-1 1 0 0,-1 1 0 0 0,0 0 0 0 0,0 0 0 0 0,0 0 0 0 0,0-1-1 0 0,0 1 1 0 0,0-1 0 0 0,-1 1 0 0 0,1-1 0 0 0,-1 1 0 0 0,1-1 0 0 0,-1 0-1 0 0,1 1 1 0 0,-1-1 0 0 0,0 0 0 0 0,1 0 0 0 0,-1 0 0 0 0,-2 0 0 0 0,-5 3-35 0 0,0-1 1 0 0,1-1 0 0 0,-1 0 0 0 0,0 0 0 0 0,0-1 0 0 0,-18 1 0 0 0,-23-2-50 0 0,1-3 0 0 0,-62-10 0 0 0,-99-29-180 0 0,171 34 272 0 0,-283-70 385 0 0,-86-18 614 0 0,306 78-785 0 0,-1 4 0 0 0,-107-1 1 0 0,181 15-98 0 0,-33 3 0 0 0,54-2-83 0 0,-1 0 0 0 0,1 1 0 0 0,0 0 0 0 0,0 0 1 0 0,1 1-1 0 0,-1 0 0 0 0,0 0 0 0 0,-13 8 0 0 0,20-10-19 0 0,-1 1 0 0 0,0-1 0 0 0,0 0-1 0 0,1 1 1 0 0,-1-1 0 0 0,1 1 0 0 0,-1-1 0 0 0,1 1-1 0 0,0 0 1 0 0,0-1 0 0 0,0 1 0 0 0,0 0-1 0 0,0 0 1 0 0,0 0 0 0 0,0 0 0 0 0,0 0 0 0 0,1 0-1 0 0,-1 4 1 0 0,1-3-1 0 0,0 0-1 0 0,0 0 1 0 0,0 0 0 0 0,1 0-1 0 0,-1 0 1 0 0,1 0 0 0 0,0 0-1 0 0,0 0 1 0 0,0 0 0 0 0,0-1-1 0 0,4 6 1 0 0,3 4 9 0 0,0-1 1 0 0,1 0 0 0 0,0 0 0 0 0,17 13-1 0 0,-24-22-7 0 0,37 32 32 0 0,2-1 1 0 0,49 31 0 0 0,98 47 36 0 0,312 135 46 0 0,-252-130-159 0 0,934 469 309 0 0,-632-281-180 0 0,-426-218-57 0 0,-109-74-64 0 0,-1 0 1 0 0,0 1 0 0 0,-1 1 0 0 0,0 1 0 0 0,14 20 0 0 0,-25-32 13 0 0,0 0 0 0 0,0 0 0 0 0,0 0 1 0 0,-1 1-1 0 0,1-1 0 0 0,-1 1 0 0 0,0-1 1 0 0,0 1-1 0 0,0-1 0 0 0,0 1 1 0 0,-1 0-1 0 0,1 4 0 0 0,-1-6 8 0 0,0 0 1 0 0,-1 0-1 0 0,1-1 0 0 0,-1 1 1 0 0,0 0-1 0 0,1 0 0 0 0,-1-1 1 0 0,0 1-1 0 0,0-1 0 0 0,0 1 1 0 0,0-1-1 0 0,0 1 0 0 0,0-1 0 0 0,-1 1 1 0 0,1-1-1 0 0,0 0 0 0 0,-1 0 1 0 0,1 0-1 0 0,-1 0 0 0 0,1 0 1 0 0,-1 0-1 0 0,1 0 0 0 0,-1 0 1 0 0,0 0-1 0 0,1-1 0 0 0,-4 1 1 0 0,-6 3-12 0 0,0-2 1 0 0,0 0 0 0 0,0 0 0 0 0,0-1 0 0 0,-20 0 0 0 0,-58-8-21 0 0,75 5 37 0 0,-436-86 55 0 0,297 50-9 0 0,-216-52 167 0 0,-3 20 144 0 0,207 50-173 0 0,133 18-172 0 0,0 1 0 0 0,-1 2 0 0 0,-35 5 0 0 0,67-6-9 0 0,-6 1-24 0 0,0 0 0 0 0,0 1 0 0 0,1-1-1 0 0,-13 6 1 0 0,18-7 16 0 0,0 1 0 0 0,0-1 0 0 0,0 1-1 0 0,0-1 1 0 0,0 1 0 0 0,0 0 0 0 0,0-1 0 0 0,0 1 0 0 0,1 0 0 0 0,-1 0-1 0 0,0 0 1 0 0,0-1 0 0 0,1 1 0 0 0,-1 0 0 0 0,0 0 0 0 0,1 0 0 0 0,-1 0-1 0 0,1 0 1 0 0,-1 0 0 0 0,1 0 0 0 0,0 1 0 0 0,-1-1 0 0 0,1 0 0 0 0,0 0-1 0 0,0 0 1 0 0,0 0 0 0 0,0 0 0 0 0,0 0 0 0 0,0 1 0 0 0,0-1-1 0 0,0 0 1 0 0,0 0 0 0 0,1 0 0 0 0,-1 0 0 0 0,0 0 0 0 0,1 2 0 0 0,2 3-3 0 0,0 1 0 0 0,0-1 1 0 0,1 0-1 0 0,0 0 0 0 0,0-1 1 0 0,0 1-1 0 0,9 8 0 0 0,4 1 0 0 0,18 14 0 0 0,-25-22 3 0 0,60 45-34 0 0,117 65 0 0 0,88 24 58 0 0,169 67-22 0 0,-40-20-86 0 0,-15 15 24 0 0,-323-164-11 0 0,-2 3 0 0 0,89 74 0 0 0,-145-109 28 0 0,1 1 0 0 0,-1 0 1 0 0,0 0-1 0 0,0 1 0 0 0,-1 0 0 0 0,-1 1 1 0 0,1 0-1 0 0,8 19 0 0 0,-14-28 41 0 0,0 1 1 0 0,-1 0-1 0 0,1-1 0 0 0,-1 1 0 0 0,1 0 1 0 0,-1-1-1 0 0,1 1 0 0 0,-1 0 0 0 0,0 0 0 0 0,0 0 1 0 0,0-1-1 0 0,0 1 0 0 0,0 0 0 0 0,-1 0 0 0 0,1-1 1 0 0,0 1-1 0 0,-1 0 0 0 0,1-1 0 0 0,-1 1 1 0 0,0 0-1 0 0,1-1 0 0 0,-1 1 0 0 0,0-1 0 0 0,0 1 1 0 0,0-1-1 0 0,0 1 0 0 0,0-1 0 0 0,0 0 1 0 0,-1 1-1 0 0,1-1 0 0 0,0 0 0 0 0,-1 0 0 0 0,1 0 1 0 0,-1 0-1 0 0,1 0 0 0 0,-1 0 0 0 0,0 0 1 0 0,-1 0-1 0 0,-5 2-9 0 0,0-1 1 0 0,0 0-1 0 0,-1 0 1 0 0,1-1-1 0 0,0 0 1 0 0,-16 0-1 0 0,-16-2 6 0 0,-1-2 0 0 0,-41-9 0 0 0,-83-24 145 0 0,125 27-94 0 0,-555-147 687 0 0,-122-27 76 0 0,686 176-774 0 0,7 1-24 0 0,0 1 0 0 0,0 1 0 0 0,-29-1 1 0 0,52 5-14 0 0,-6 0 4 0 0,5 3-24 0 0,5 2-67 0 0,16 13 69 0 0,1-1 0 0 0,0-1 0 0 0,1-1-1 0 0,30 17 1 0 0,108 49-124 0 0,-114-59 130 0 0,753 350-315 0 0,-714-334 318 0 0,313 146-201 0 0,-20 31 3 0 0,-350-197 193 0 0,1 2 1 0 0,-2 1-1 0 0,30 30 0 0 0,-53-47 13 0 0,1-1 0 0 0,-1 1-1 0 0,-1 0 1 0 0,5 7 0 0 0,-6-10 7 0 0,0 0 0 0 0,-1 0 0 0 0,1 1 0 0 0,-1-1 0 0 0,0 0 0 0 0,1 0 0 0 0,-1 1 0 0 0,0-1 1 0 0,0 0-1 0 0,0 1 0 0 0,0-1 0 0 0,0 0 0 0 0,0 1 0 0 0,0-1 0 0 0,0 0 0 0 0,-1 0 0 0 0,1 1 0 0 0,-1 1 1 0 0,1-3 2 0 0,0 1 0 0 0,-1-1 0 0 0,1 0 0 0 0,0 0 0 0 0,0 1 0 0 0,0-1 1 0 0,-1 0-1 0 0,1 0 0 0 0,0 1 0 0 0,-1-1 0 0 0,1 0 0 0 0,0 0 1 0 0,0 0-1 0 0,-1 0 0 0 0,1 1 0 0 0,0-1 0 0 0,-1 0 0 0 0,1 0 1 0 0,0 0-1 0 0,-1 0 0 0 0,1 0 0 0 0,0 0 0 0 0,-1 0 0 0 0,1 0 1 0 0,0 0-1 0 0,-1 0 0 0 0,-12 2 4 0 0,1 0-1 0 0,-1-1 1 0 0,1-1 0 0 0,-1 0-1 0 0,0-1 1 0 0,-23-3 0 0 0,-84-25 50 0 0,90 21-37 0 0,-491-148 163 0 0,40 10 122 0 0,-108-1 301 0 0,406 111-416 0 0,-229-15-1 0 0,353 48-614 0 0,-1 2 0 0 0,-108 14 1 0 0,122-6-2374 0 0,1 3 1 0 0,-46 15-1 0 0,47-9-1735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1:14.42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45 1 1088 0 0,'-21'2'8037'0'0,"4"11"-6169"0"0,11 2-1492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1:16.57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7565 477 976 0 0,'26'97'8010'0'0,"1"8"-2984"0"0,-22-82-4345 0 0,-1 1 0 0 0,-2 0 0 0 0,0 0 0 0 0,-3 37 0 0 0,0-50-524 0 0,0 1 0 0 0,-1 0 0 0 0,-1-1 0 0 0,0 1 0 0 0,-1-1 0 0 0,0 0 1 0 0,0 0-1 0 0,-1 0 0 0 0,-1-1 0 0 0,1 1 0 0 0,-10 10 0 0 0,12-17-125 0 0,0 0-1 0 0,0-1 1 0 0,-1 1 0 0 0,1-1 0 0 0,-1 0-1 0 0,1 0 1 0 0,-1-1 0 0 0,0 1 0 0 0,0-1 0 0 0,0 0-1 0 0,-1 0 1 0 0,1 0 0 0 0,0 0 0 0 0,-7 1-1 0 0,0-6 47 0 0,-1-2-53 0 0,-1-1 1 0 0,1-1 0 0 0,0 0-1 0 0,1-1 1 0 0,0 0 0 0 0,0-1 0 0 0,-13-13-1 0 0,-5-10 47 0 0,2-2-1 0 0,-39-59 1 0 0,-35-84 272 0 0,58 101-114 0 0,29 50-124 0 0,-108-179 1215 0 0,97 169-975 0 0,-2 0 0 0 0,-1 1 0 0 0,-42-40 0 0 0,64 70-296 0 0,1 0 0 0 0,-1 0-1 0 0,0 1 1 0 0,0-1 0 0 0,-1 1 0 0 0,1 1 0 0 0,-1-1 0 0 0,-9-2 0 0 0,14 5 38 0 0,-2 5 23 0 0,2-1-88 0 0,-1 0-1 0 0,1 0 1 0 0,-1 1 0 0 0,1-1-1 0 0,0 0 1 0 0,1 1 0 0 0,-1-1-1 0 0,-2 9 1 0 0,2-5-3 0 0,0 1 1 0 0,1 0-1 0 0,0 0 0 0 0,0 14 0 0 0,3 21-10 0 0,13 83 0 0 0,21 42-18 0 0,-30-140 8 0 0,24 97-4 0 0,18 79 419 0 0,-48-203-414 0 0,0 0 1 0 0,0-1-1 0 0,0 1 0 0 0,1 0 1 0 0,-1-1-1 0 0,0 1 0 0 0,0 0 1 0 0,0-1-1 0 0,0 1 0 0 0,0 0 0 0 0,0 0 1 0 0,-1-1-1 0 0,1 1 0 0 0,0 0 1 0 0,0-1-1 0 0,0 1 0 0 0,-1-1 1 0 0,1 2-1 0 0,-2 6-168 0 0,-6-13 98 0 0,0-1 50 0 0,-1-1 1 0 0,1 1 0 0 0,1-2 0 0 0,-1 1 0 0 0,1-1-1 0 0,-7-11 1 0 0,-158-273-2091 0 0,22-13-269 0 0,99 200 2229 0 0,33 65 387 0 0,12 25 305 0 0,0 1 0 0 0,-2 0 0 0 0,-15-25 1198 0 0,19 45-1339 0 0,-4 8-245 0 0,1 0 0 0 0,1 0 0 0 0,0 0 0 0 0,1 1 0 0 0,-4 20 0 0 0,-14 86 340 0 0,19-99-416 0 0,-25 159 203 0 0,-72 370-1595 0 0,97-535 1204 0 0,3-10 48 0 0,0-1-1 0 0,0 0 0 0 0,0 0 1 0 0,-1 0-1 0 0,-3 8 0 0 0,4-12-43 0 0,-1 0 33 0 0,-2 2 49 0 0,4-3 19 0 0,-1 0 0 0 0,1 0 1 0 0,0 1-1 0 0,-1-1 0 0 0,1 0 1 0 0,0 0-1 0 0,0 0 1 0 0,-1 0-1 0 0,1 0 0 0 0,0 0 1 0 0,-1 0-1 0 0,1 0 0 0 0,0 0 1 0 0,-1-1-1 0 0,1 1 0 0 0,0 0 1 0 0,-1 0-1 0 0,1 0 0 0 0,0 0 1 0 0,-1 0-1 0 0,1 0 1 0 0,0-1-1 0 0,0 1 0 0 0,-1 0 1 0 0,1 0-1 0 0,0 0 0 0 0,0-1 1 0 0,-1 1-1 0 0,1 0 0 0 0,0-1 1 0 0,-97-157-68 0 0,29 43 26 0 0,2 16 136 0 0,-5 2 0 0 0,-149-154 0 0 0,206 236-69 0 0,-1 1-1 0 0,0 1 1 0 0,-1 0-1 0 0,0 2 0 0 0,-31-18 1 0 0,45 28-26 0 0,1 0 0 0 0,-1 0 0 0 0,1 1 0 0 0,-1-1 0 0 0,1 1 0 0 0,-1-1 0 0 0,1 1 0 0 0,-1-1 0 0 0,0 1 0 0 0,1 0 0 0 0,-1 0 0 0 0,0 0 0 0 0,1 0 0 0 0,-1 0 0 0 0,0 0 0 0 0,1 1 1 0 0,-1-1-1 0 0,0 0 0 0 0,1 1 0 0 0,-4 1 0 0 0,3-1 2 0 0,0 0 1 0 0,1 1 0 0 0,-1-1-1 0 0,0 1 1 0 0,1-1-1 0 0,-1 1 1 0 0,1 0 0 0 0,0 0-1 0 0,-1 0 1 0 0,1 0 0 0 0,0 0-1 0 0,0 0 1 0 0,-1 3-1 0 0,-1 8 8 0 0,-1-1 0 0 0,2 1 0 0 0,0 0 0 0 0,0 21 0 0 0,0 44 65 0 0,11 95 1 0 0,22 85 51 0 0,-25-213-132 0 0,79 527 191 0 0,-34-241-166 0 0,-47-311-14 0 0,-3-14 3 0 0,1 1 0 0 0,-1-1 0 0 0,0 0-1 0 0,-1 1 1 0 0,1-1 0 0 0,-1 1 0 0 0,-1-1 0 0 0,1 1 0 0 0,-1-1-1 0 0,-3 13 1 0 0,3-18 55 0 0,-5-14-67 0 0,-10-19 164 0 0,-19-66 1 0 0,-36-136 585 0 0,-26-95-940 0 0,-48-97-153 0 0,39 204 654 0 0,80 177-180 0 0,-1 2 0 0 0,-58-70 0 0 0,73 99-48 0 0,0 1-1 0 0,-2 0 0 0 0,1 1 1 0 0,-1 0-1 0 0,-29-17 0 0 0,37 26-57 0 0,1 0 0 0 0,-1 0 0 0 0,0 0 0 0 0,0 1-1 0 0,0 0 1 0 0,-1 0 0 0 0,1 0 0 0 0,0 1 0 0 0,-1 0-1 0 0,1 0 1 0 0,-1 1 0 0 0,1 0 0 0 0,-1 0 0 0 0,0 0-1 0 0,1 1 1 0 0,-1 0 0 0 0,1 0 0 0 0,0 1 0 0 0,-12 4-1 0 0,9-2-8 0 0,1 1-1 0 0,0-1 0 0 0,0 2 0 0 0,1-1 0 0 0,-1 1 1 0 0,1 0-1 0 0,-11 13 0 0 0,7-6 5 0 0,1 0 1 0 0,1 1-1 0 0,-15 26 1 0 0,5 4-34 0 0,1 0-1 0 0,-12 48 1 0 0,2 9-379 0 0,5 2-1 0 0,4 1 1 0 0,-5 114 0 0 0,16-65-934 0 0,18 222 0 0 0,-4-306 1154 0 0,3 0 1 0 0,2-1-1 0 0,4 0 1 0 0,2-1-1 0 0,47 113 1 0 0,-57-162 464 0 0,2 0 1 0 0,0-1 0 0 0,1 0-1 0 0,24 31 1 0 0,-34-47-252 0 0,0 0 0 0 0,1-1 0 0 0,-1 1 0 0 0,1-1-1 0 0,-1 1 1 0 0,1 0 0 0 0,0-1 0 0 0,-1 1 0 0 0,1-1 0 0 0,0 1 0 0 0,-1-1 0 0 0,1 1-1 0 0,0-1 1 0 0,0 0 0 0 0,-1 1 0 0 0,1-1 0 0 0,0 0 0 0 0,0 0 0 0 0,-1 0 0 0 0,1 1-1 0 0,0-1 1 0 0,0 0 0 0 0,0 0 0 0 0,-1 0 0 0 0,1 0 0 0 0,0 0 0 0 0,0 0-1 0 0,0-1 1 0 0,0 1 0 0 0,-1-13 218 0 0,-3-21-198 0 0,-1 0 0 0 0,-9-37 0 0 0,-19-43-107 0 0,-6 1 1 0 0,-4 2-1 0 0,-79-145 1 0 0,44 120 192 0 0,-5 4 1 0 0,-140-170 0 0 0,77 136 233 0 0,109 130-265 0 0,-1 1 0 0 0,-48-32 0 0 0,77 60-85 0 0,-1 1 1 0 0,0 1-1 0 0,0-1 1 0 0,-1 2-1 0 0,0-1 1 0 0,-12-3-1 0 0,19 7-21 0 0,-1 0 0 0 0,1 1 1 0 0,0-1-1 0 0,-1 1 0 0 0,1 0 0 0 0,0 0 0 0 0,-1 0 0 0 0,1 0 0 0 0,0 1 0 0 0,-1-1 1 0 0,1 1-1 0 0,0 0 0 0 0,0 0 0 0 0,-1 0 0 0 0,1 0 0 0 0,0 1 0 0 0,0-1 0 0 0,0 1 0 0 0,0 0 1 0 0,1 0-1 0 0,-1 0 0 0 0,0 0 0 0 0,-2 3 0 0 0,-2 2 0 0 0,0 1 0 0 0,1 1 0 0 0,0-1 1 0 0,0 1-1 0 0,1 0 0 0 0,0 0 0 0 0,0 0 0 0 0,1 1 0 0 0,-3 11 0 0 0,-1 8-10 0 0,1 0 0 0 0,-3 34 0 0 0,-2 69-344 0 0,20 403-324 0 0,47 7 350 0 0,-5-213 24 0 0,50 161 352 0 0,-95-470 15 0 0,5 29 143 0 0,-9-44-161 0 0,0-1 0 0 0,-1 1 1 0 0,0 0-1 0 0,0 0 0 0 0,0-1 0 0 0,-1 1 1 0 0,-1 7-1 0 0,2-12-48 0 0,0 0 1 0 0,0 0-1 0 0,0 0 1 0 0,0 0-1 0 0,0 1 1 0 0,-1-1-1 0 0,1 0 1 0 0,0 0-1 0 0,0 0 1 0 0,0 0-1 0 0,0 0 1 0 0,0 0-1 0 0,0 0 1 0 0,0 0-1 0 0,0 0 1 0 0,0 1-1 0 0,-1-1 0 0 0,1 0 1 0 0,0 0-1 0 0,0 0 1 0 0,0 0-1 0 0,0 0 1 0 0,0 0-1 0 0,0 0 1 0 0,-1 0-1 0 0,1 0 1 0 0,0 0-1 0 0,0 0 1 0 0,0 0-1 0 0,0 0 1 0 0,0 0-1 0 0,0 0 1 0 0,-1 0-1 0 0,1 0 0 0 0,0 0 1 0 0,0 0-1 0 0,0 0 1 0 0,0 0-1 0 0,0 0 1 0 0,0 0-1 0 0,-1 0 1 0 0,1-1-1 0 0,0 1 1 0 0,0 0-1 0 0,0 0 1 0 0,0 0-1 0 0,0 0 1 0 0,0 0-1 0 0,0 0 1 0 0,0 0-1 0 0,0 0 1 0 0,-1-1-1 0 0,-5-1 44 0 0,0 0 0 0 0,0-1 0 0 0,0 0 0 0 0,0-1 1 0 0,0 1-1 0 0,1-1 0 0 0,-1 0 0 0 0,-7-8 0 0 0,-17-18 14 0 0,1-1 0 0 0,-34-49 1 0 0,-44-81-9 0 0,72 106-61 0 0,-347-589-408 0 0,130 210 552 0 0,145 268-564 0 0,85 137 355 0 0,-1 0 0 0 0,-2 1 1 0 0,-30-27-1 0 0,11 21 65 0 0,40 31 17 0 0,0 0 1 0 0,0 1 0 0 0,-1 0 0 0 0,1 0-1 0 0,-1 0 1 0 0,1 0 0 0 0,-1 1 0 0 0,-8-2-1 0 0,11 3-2 0 0,1 0-1 0 0,-1 0 0 0 0,1 0 1 0 0,-1 0-1 0 0,1 0 0 0 0,-1 0 0 0 0,1 1 1 0 0,-1-1-1 0 0,1 1 0 0 0,-1-1 1 0 0,1 1-1 0 0,-1-1 0 0 0,1 1 1 0 0,0 0-1 0 0,-1-1 0 0 0,-1 3 1 0 0,0 0 3 0 0,0-1 0 0 0,0 2 1 0 0,1-1-1 0 0,-1 0 0 0 0,-2 5 1 0 0,-2 5 5 0 0,1 0 0 0 0,0 1 1 0 0,1-1-1 0 0,1 1 0 0 0,0 0 0 0 0,1 0 1 0 0,0 0-1 0 0,0 16 0 0 0,-3 33 71 0 0,2 96-1 0 0,16 64-82 0 0,-11-216-7 0 0,136 1029-591 0 0,-37-614 1124 0 0,-96-407-406 0 0,0 0 199 0 0,0 1 1 0 0,2-1 0 0 0,10 24 655 0 0,-18-55-760 0 0,-11-42-361 0 0,-40-109-1 0 0,-16 6-495 0 0,-174-295 0 0 0,61 190-207 0 0,135 208 763 0 0,-2 2 0 0 0,-75-66 0 0 0,-3 22 227 0 0,106 86-125 0 0,0 0 1 0 0,-2 2-1 0 0,1 1 1 0 0,-33-12-1 0 0,47 21-9 0 0,0-1 0 0 0,0 1 0 0 0,0 1 1 0 0,0 0-1 0 0,0 0 0 0 0,0 0 0 0 0,0 1 0 0 0,0 0 0 0 0,-1 1 0 0 0,1 0 0 0 0,-14 3 0 0 0,16-2 0 0 0,-1 1 0 0 0,0 0 0 0 0,0 0 0 0 0,1 0 0 0 0,0 1 0 0 0,-1 0 0 0 0,1 0 0 0 0,1 0 0 0 0,-1 1 0 0 0,1 0 0 0 0,0 0 0 0 0,0 1 0 0 0,-5 6 0 0 0,-1 4-69 0 0,2-1 0 0 0,-1 1 1 0 0,2 1-1 0 0,0 0 0 0 0,-6 22 0 0 0,2 0 9 0 0,-9 55 0 0 0,6 8 202 0 0,-2 124 0 0 0,16 101-257 0 0,10-60 213 0 0,56 345 0 0 0,-57-565-113 0 0,13 97 61 0 0,-20-141-54 0 0,-1 1-1 0 0,0-1 1 0 0,0 1-1 0 0,0-1 1 0 0,0 0 0 0 0,0 1-1 0 0,-1-1 1 0 0,1 1-1 0 0,-1-1 1 0 0,-2 5 0 0 0,3-8-2 0 0,0 0-1 0 0,0 0 1 0 0,0 0 0 0 0,0 1 0 0 0,0-1 0 0 0,0 0 0 0 0,0 0 0 0 0,-1 0 0 0 0,1 0 0 0 0,0 0-1 0 0,0 0 1 0 0,0 0 0 0 0,0 0 0 0 0,0 1 0 0 0,-1-1 0 0 0,1 0 0 0 0,0 0 0 0 0,0 0 0 0 0,0 0-1 0 0,0 0 1 0 0,-1 0 0 0 0,1 0 0 0 0,0 0 0 0 0,0 0 0 0 0,0 0 0 0 0,0 0 0 0 0,0 0 0 0 0,-1 0-1 0 0,1 0 1 0 0,0 0 0 0 0,0 0 0 0 0,0 0 0 0 0,0 0 0 0 0,-1-1 0 0 0,1 1 0 0 0,0 0 0 0 0,0 0-1 0 0,0 0 1 0 0,0 0 0 0 0,0 0 0 0 0,0 0 0 0 0,-1 0 0 0 0,1 0 0 0 0,0-1 0 0 0,0 1 0 0 0,0 0-1 0 0,0 0 1 0 0,-8-4-7 0 0,0 0-1 0 0,0 0 1 0 0,1-1 0 0 0,-1 0-1 0 0,1-1 1 0 0,0 1-1 0 0,1-1 1 0 0,-11-12-1 0 0,-48-66-10 0 0,49 63 22 0 0,-224-344-189 0 0,61 88-26 0 0,-83-80-536 0 0,237 326 651 0 0,-2 1 1 0 0,-1 1 0 0 0,-64-51-1 0 0,90 79 99 0 0,0-1 0 0 0,0 1 0 0 0,0 0 0 0 0,0-1 0 0 0,0 1 0 0 0,0 0 0 0 0,0 0 0 0 0,0 0 0 0 0,-1 1-1 0 0,1-1 1 0 0,0 1 0 0 0,0-1 0 0 0,-1 1 0 0 0,1 0 0 0 0,-1 0 0 0 0,1-1 0 0 0,0 2 0 0 0,-3-1 0 0 0,3 1 8 0 0,1 0 0 0 0,-1 0 1 0 0,0 0-1 0 0,1 0 1 0 0,-1 0-1 0 0,1 0 0 0 0,0 1 1 0 0,-1-1-1 0 0,1 0 0 0 0,0 1 1 0 0,0-1-1 0 0,0 1 0 0 0,0-1 1 0 0,0 1-1 0 0,0 0 0 0 0,0-1 1 0 0,1 1-1 0 0,-1 0 0 0 0,1 0 1 0 0,-1-1-1 0 0,1 1 1 0 0,-1 0-1 0 0,1 0 0 0 0,0 2 1 0 0,-3 23 106 0 0,2 0 1 0 0,1 0 0 0 0,5 46 0 0 0,14 57 61 0 0,49 169-84 0 0,19 10-177 0 0,-79-282 60 0 0,73 251-268 0 0,19 59-359 0 0,-12-33-628 0 0,9 29-1068 0 0,67 207-1556 0 0,24-39 5198 0 0,-129-378 1496 0 0,79 124 1461 0 0,-147-256-3923 0 0,-13-22-210 0 0,-130-203 554 0 0,-32-48-1010 0 0,-73-51 930 0 0,175 240-433 0 0,-131-114 0 0 0,91 108-32 0 0,97 81-76 0 0,-1 1 0 0 0,-1 2-1 0 0,-31-14 1 0 0,50 25-42 0 0,0 1 0 0 0,0 0 0 0 0,0 1 0 0 0,0 0 0 0 0,-15-2 0 0 0,20 4-30 0 0,0 0 0 0 0,0 0 0 0 0,0 0-1 0 0,1 0 1 0 0,-1 0 0 0 0,0 1 0 0 0,0 0 0 0 0,0-1 0 0 0,0 1 0 0 0,1 0-1 0 0,-1 0 1 0 0,0 0 0 0 0,1 1 0 0 0,-1-1 0 0 0,1 1 0 0 0,-1-1-1 0 0,1 1 1 0 0,0 0 0 0 0,-1 0 0 0 0,-2 4 0 0 0,0 0-32 0 0,1 0 0 0 0,0 1 0 0 0,1-1 0 0 0,0 1 0 0 0,0 0 0 0 0,0 0 0 0 0,0 0 0 0 0,0 8 0 0 0,-10 61 53 0 0,12-63 29 0 0,-5 47 121 0 0,4 109-1 0 0,14 16-56 0 0,100 586-646 0 0,69 7-1131 0 0,28-36-4670 0 0,-34-218-1785 0 0,-87-291 766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1:17.06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993 1728 232 0 0,'20'36'2751'0'0,"57"94"5033"0"0,-64-109-6432 0 0,1-2 0 0 0,2 1-1 0 0,0-2 1 0 0,19 17 0 0 0,-34-34-1279 0 0,3 3 397 0 0,0-1-1 0 0,0 0 0 0 0,9 5 0 0 0,-13-7-398 0 0,1-1-1 0 0,0 1 1 0 0,-1-1-1 0 0,1 0 0 0 0,0 1 1 0 0,0-1-1 0 0,-1 0 1 0 0,1 1-1 0 0,0-1 0 0 0,0 0 1 0 0,-1 0-1 0 0,1 0 1 0 0,0 0-1 0 0,0 0 0 0 0,0 0 1 0 0,-1 0-1 0 0,1 0 1 0 0,0 0-1 0 0,0 0 0 0 0,-1 0 1 0 0,1-1-1 0 0,0 1 1 0 0,0 0-1 0 0,-1 0 0 0 0,1-1 1 0 0,0 1-1 0 0,-1-1 1 0 0,1 1-1 0 0,0 0 0 0 0,-1-1 1 0 0,1 1-1 0 0,0-1 1 0 0,-1 1-1 0 0,1-1 0 0 0,0-1 1 0 0,1-3 47 0 0,0-1 0 0 0,0 0 0 0 0,0 0 1 0 0,-1 1-1 0 0,0-1 0 0 0,0 0 1 0 0,-1 0-1 0 0,0 0 0 0 0,0 0 0 0 0,-1-8 1 0 0,1 12-107 0 0,-2-43 326 0 0,-3-1-1 0 0,-17-74 1 0 0,-36-90-90 0 0,56 202-253 0 0,-134-397-56 0 0,-39 16-96 0 0,129 304 121 0 0,-5 2-1 0 0,-117-148 1 0 0,124 181 227 0 0,-1 2 0 0 0,-3 2-1 0 0,-95-71 1 0 0,131 108-69 0 0,-1 1-1 0 0,0 0 1 0 0,-1 1-1 0 0,1 0 1 0 0,-1 1-1 0 0,-1 1 1 0 0,-23-6-1 0 0,33 10-89 0 0,0 0 0 0 0,0 0 0 0 0,1 1 0 0 0,-1 0 0 0 0,0 0 1 0 0,0 0-1 0 0,0 0 0 0 0,0 1 0 0 0,0 0 0 0 0,1 0 0 0 0,-1 0 0 0 0,0 1 0 0 0,1 0 0 0 0,-1-1 0 0 0,1 1 0 0 0,-1 1 0 0 0,1-1 0 0 0,0 1 0 0 0,0 0 0 0 0,0 0 0 0 0,0 0 0 0 0,1 0 1 0 0,-1 1-1 0 0,1-1 0 0 0,0 1 0 0 0,0 0 0 0 0,-4 6 0 0 0,0 4-30 0 0,1 0 1 0 0,0 0-1 0 0,1 0 1 0 0,0 1-1 0 0,1 0 1 0 0,1-1-1 0 0,0 2 1 0 0,0 23-1 0 0,0 92-107 0 0,12 6-188 0 0,6 0 0 0 0,6-2 0 0 0,5 0 0 0 0,7-2 0 0 0,5-1 0 0 0,78 180 0 0 0,83 75 181 0 0,13-40 128 0 0,-101-183-83 0 0,136 153 1 0 0,146 104-291 0 0,-288-318 444 0 0,154 116 0 0 0,-230-197 13 0 0,1-2-1 0 0,41 21 1 0 0,-64-37-64 0 0,-1-1-1 0 0,1 0 1 0 0,0-1 0 0 0,12 4 0 0 0,-18-6-33 0 0,1 0 1 0 0,-1 0 0 0 0,1 1-1 0 0,-1-1 1 0 0,0 0 0 0 0,1 0 0 0 0,-1-1-1 0 0,1 1 1 0 0,-1 0 0 0 0,0 0-1 0 0,1-1 1 0 0,-1 1 0 0 0,1-1 0 0 0,-1 1-1 0 0,0-1 1 0 0,0 1 0 0 0,1-1-1 0 0,-1 0 1 0 0,0 0 0 0 0,0 1 0 0 0,0-1-1 0 0,0 0 1 0 0,0 0 0 0 0,0 0-1 0 0,0 0 1 0 0,0-1 0 0 0,0 1 0 0 0,0 0-1 0 0,1-2 1 0 0,-1-1 3 0 0,1 0 1 0 0,-1-1-1 0 0,1 1 0 0 0,-1 0 1 0 0,-1-1-1 0 0,1 1 0 0 0,0 0 1 0 0,-1-7-1 0 0,-1-2 11 0 0,1 1 1 0 0,-5-16-1 0 0,-18-64 22 0 0,-6 4-146 0 0,-62-130 0 0 0,-66-79 126 0 0,-43-5-55 0 0,-19 13-44 0 0,116 161 183 0 0,-222-215 0 0 0,233 265 60 0 0,73 64-46 0 0,-1 0 0 0 0,-41-20 0 0 0,56 31-72 0 0,0 1 1 0 0,-1 0-1 0 0,0 0 1 0 0,-10-2-1 0 0,14 4-38 0 0,1-1 0 0 0,-1 1 0 0 0,0 0-1 0 0,0 0 1 0 0,1 0 0 0 0,-1 0 0 0 0,0 1-1 0 0,1-1 1 0 0,-1 0 0 0 0,0 1 0 0 0,1-1-1 0 0,-1 1 1 0 0,0 0 0 0 0,1-1 0 0 0,-1 1-1 0 0,1 0 1 0 0,-1 0 0 0 0,1 0 0 0 0,-1 0-1 0 0,-1 2 1 0 0,0 1 4 0 0,1-1 0 0 0,-1 0 0 0 0,1 1 1 0 0,0-1-1 0 0,0 1 0 0 0,0 0 0 0 0,1-1 0 0 0,-1 1 0 0 0,-1 7 0 0 0,1 0 7 0 0,0 1-1 0 0,-1 19 1 0 0,3 16-207 0 0,2 0 0 0 0,15 86 0 0 0,77 282-3410 0 0,-50-275-300 0 0,6-2 0 0 0,100 194 0 0 0,-43-141-3568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1:17.34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1131 2165 1128 0 0,'45'18'6236'0'0,"88"24"1"0"0,-117-38-5614 0 0,0-1 1 0 0,0-1-1 0 0,0 0 1 0 0,0-1-1 0 0,0-1 0 0 0,1-1 1 0 0,-1 0-1 0 0,0-1 1 0 0,25-6-1 0 0,-34 6-448 0 0,-1-1 0 0 0,1 1-1 0 0,-1-1 1 0 0,1 0 0 0 0,-1-1-1 0 0,0 1 1 0 0,0-1 0 0 0,0 0-1 0 0,-1-1 1 0 0,1 0 0 0 0,-1 0-1 0 0,0 0 1 0 0,4-6 0 0 0,-3 3-22 0 0,-1-1 0 0 0,0 0 0 0 0,-1 0 0 0 0,1 0 0 0 0,-2 0 0 0 0,1-1 1 0 0,-2 1-1 0 0,4-18 0 0 0,-2-1 0 0 0,-2 0 1 0 0,-1 0-1 0 0,-1 0 0 0 0,-1 0 1 0 0,-10-52-1 0 0,-43-135-254 0 0,11 89-85 0 0,-5 1 0 0 0,-5 3 0 0 0,-6 2 0 0 0,-5 3 0 0 0,-5 3 0 0 0,-4 3 0 0 0,-112-128-1 0 0,-34-4 498 0 0,171 196-24 0 0,-2 1 0 0 0,-101-69 1 0 0,120 96-98 0 0,1 1 1 0 0,-42-17 0 0 0,54 28-96 0 0,0 1-1 0 0,0 0 1 0 0,0 2 0 0 0,-1 0-1 0 0,-35-3 1 0 0,45 7-69 0 0,1 0 0 0 0,0 0 0 0 0,0 1 1 0 0,-1 0-1 0 0,1 1 0 0 0,0 0 0 0 0,0 0 0 0 0,1 1 1 0 0,-1 0-1 0 0,0 0 0 0 0,1 0 0 0 0,0 1 1 0 0,-1 1-1 0 0,2-1 0 0 0,-1 1 0 0 0,0 0 0 0 0,1 0 1 0 0,0 1-1 0 0,0 0 0 0 0,1 0 0 0 0,-9 12 1 0 0,7-6 5 0 0,0 0 0 0 0,0 0 0 0 0,1 1 0 0 0,1-1 0 0 0,0 1 0 0 0,1 1 0 0 0,0-1 0 0 0,1 1 0 0 0,1-1 0 0 0,0 1 0 0 0,0 0 0 0 0,2 18 0 0 0,1-8 13 0 0,1 0 0 0 0,2 0 0 0 0,6 27 0 0 0,27 68 110 0 0,-12-51-75 0 0,3-2 0 0 0,3 0-1 0 0,55 85 1 0 0,-24-60-124 0 0,127 144-1 0 0,219 187-307 0 0,97 15-136 0 0,168 78-258 0 0,-139-145 395 0 0,27-48 12 0 0,-278-201-885 0 0,-145-75-2254 0 0,-111-39 1515 0 0,1-2 1 0 0,49 5 0 0 0,-64-10 867 0 0,0 0 1 0 0,1 0-1 0 0,13-3 1 0 0,41-13-5763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1:21.014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4956 7586 2000 0 0,'-36'-52'4551'0'0,"-101"-122"9561"0"0,347 474-12371 0 0,32 0-1122 0 0,341 361-655 0 0,-576-653 28 0 0,234 243-284 0 0,-185-199 357 0 0,3-2 0 0 0,90 60 0 0 0,-135-101 5 0 0,1 0-1 0 0,0-1 1 0 0,1-1 0 0 0,0 0-1 0 0,0-1 1 0 0,0 0 0 0 0,22 3-1 0 0,-34-8-43 0 0,1 0-1 0 0,-1-1 0 0 0,1 1 1 0 0,0-1-1 0 0,-1 0 0 0 0,1 0 0 0 0,0-1 1 0 0,-1 1-1 0 0,1-1 0 0 0,0 0 0 0 0,-1 0 1 0 0,1-1-1 0 0,-1 1 0 0 0,0-1 1 0 0,1 0-1 0 0,-1 0 0 0 0,0 0 0 0 0,0-1 1 0 0,0 0-1 0 0,6-5 0 0 0,-5 2 1 0 0,0-1 0 0 0,0 1 1 0 0,-1-1-1 0 0,1 0 0 0 0,-2 0 0 0 0,1-1 0 0 0,-1 1 0 0 0,0-1 0 0 0,-1 1 0 0 0,1-1 0 0 0,0-10 1 0 0,1-4 8 0 0,-1-1 0 0 0,0-37 0 0 0,-10-57-20 0 0,-11-28 29 0 0,-6 2 0 0 0,-44-146 0 0 0,-122-277 52 0 0,29 209 67 0 0,-20 10 128 0 0,169 324-239 0 0,-49-95 343 0 0,47 88-111 0 0,-19-60 0 0 0,26 55-68 0 0,7 34-202 0 0,0-1 0 0 0,0 0 0 0 0,0 0-1 0 0,0 1 1 0 0,0-1 0 0 0,0 0 0 0 0,0 1-1 0 0,1-1 1 0 0,-1 0 0 0 0,1 0-1 0 0,-1 1 1 0 0,1-1 0 0 0,0 1 0 0 0,-1-1-1 0 0,3-2 1 0 0,-1 3-20 0 0,6 4-29 0 0,12 5-52 0 0,0 2 0 0 0,-1 0 0 0 0,0 1 0 0 0,0 1 0 0 0,-1 1 0 0 0,22 21 1 0 0,100 104-669 0 0,116 147-485 0 0,14 14 204 0 0,148 108 59 0 0,38-50 928 0 0,-313-266 363 0 0,-114-76-145 0 0,0 0 1 0 0,0-2 0 0 0,38 10-1 0 0,-58-20-97 0 0,-1-1 0 0 0,1 0 0 0 0,0-1-1 0 0,0 0 1 0 0,1 0 0 0 0,-1-1-1 0 0,0 0 1 0 0,0 0 0 0 0,15-4-1 0 0,-19 3-35 0 0,0 0 0 0 0,0-1-1 0 0,0 0 1 0 0,0 0 0 0 0,-1 0-1 0 0,1-1 1 0 0,-1 0 0 0 0,1 0-1 0 0,-1 0 1 0 0,0 0 0 0 0,0 0-1 0 0,0-1 1 0 0,0 0 0 0 0,-1 0-1 0 0,0 0 1 0 0,0 0 0 0 0,4-6-1 0 0,-2-2 26 0 0,0 0 0 0 0,0 0 0 0 0,-1-1 0 0 0,-1 0 0 0 0,0 1 0 0 0,-1-1-1 0 0,0 0 1 0 0,0-15 0 0 0,-1-10 52 0 0,-1 1 0 0 0,-2-1 0 0 0,-2 1 1 0 0,-11-53-1 0 0,-52-144 328 0 0,3 63-87 0 0,-98-185 1 0 0,-120-146 498 0 0,271 484-754 0 0,-29-52 602 0 0,38 67-620 0 0,2 2-53 0 0,-1 0 1 0 0,1 0-1 0 0,-1 0 0 0 0,1 1 1 0 0,-1-1-1 0 0,1 0 0 0 0,0 0 1 0 0,-1 0-1 0 0,1 0 0 0 0,0 0 1 0 0,0 0-1 0 0,-1 0 1 0 0,1 0-1 0 0,0 0 0 0 0,0 0 1 0 0,0 0-1 0 0,0 0 0 0 0,1 0 1 0 0,-1 0-1 0 0,0 0 0 0 0,0 0 1 0 0,1-1-1 0 0,9 10 179 0 0,112 108-128 0 0,201 238-1419 0 0,-145-154 494 0 0,435 436-1770 0 0,-435-475 2174 0 0,-122-115 337 0 0,74 45-1 0 0,-105-75 157 0 0,44 20-1 0 0,-61-32-13 0 0,1-1-1 0 0,-1 0 1 0 0,1-1 0 0 0,0 0-1 0 0,0 0 1 0 0,0-1-1 0 0,0 0 1 0 0,0-1 0 0 0,11 0-1 0 0,-17 0-8 0 0,1-1 1 0 0,0 1-1 0 0,0-1 0 0 0,-1 0 0 0 0,1 0 0 0 0,-1 0 1 0 0,1-1-1 0 0,-1 1 0 0 0,1-1 0 0 0,-1 0 0 0 0,0 0 1 0 0,0 0-1 0 0,0 0 0 0 0,0-1 0 0 0,0 1 0 0 0,3-4 1 0 0,-2 1 10 0 0,-1 0 1 0 0,1 0 0 0 0,-1 0 0 0 0,0 0-1 0 0,-1-1 1 0 0,1 1 0 0 0,-1-1-1 0 0,0 0 1 0 0,1-7 0 0 0,1-9 48 0 0,-2 0-1 0 0,0-1 1 0 0,-1 1 0 0 0,-4-31 0 0 0,-7-38 69 0 0,-4 1 0 0 0,-33-116 1 0 0,-1 40 92 0 0,-107-246 0 0 0,74 244-163 0 0,6 13-30 0 0,71 147-44 0 0,-16-44 258 0 0,19 47-207 0 0,0 1 1 0 0,0-1 0 0 0,0 1 0 0 0,1-1-1 0 0,0 0 1 0 0,-1 1 0 0 0,2-1-1 0 0,-1 0 1 0 0,1-4 0 0 0,-1 8-52 0 0,0 1 0 0 0,0-1 0 0 0,1 0 1 0 0,-1 0-1 0 0,0 1 0 0 0,0-1 1 0 0,1 0-1 0 0,-1 0 0 0 0,0 1 1 0 0,1-1-1 0 0,-1 0 0 0 0,1 1 1 0 0,-1-1-1 0 0,1 0 0 0 0,-1 1 1 0 0,1-1-1 0 0,-1 1 0 0 0,1-1 1 0 0,0 1-1 0 0,-1-1 0 0 0,1 1 1 0 0,0 0-1 0 0,-1-1 0 0 0,1 1 1 0 0,0 0-1 0 0,-1-1 0 0 0,1 1 0 0 0,0 0 1 0 0,0 0-1 0 0,0 0 0 0 0,-1-1 1 0 0,1 1-1 0 0,0 0 0 0 0,0 0 1 0 0,-1 0-1 0 0,1 1 0 0 0,0-1 1 0 0,0 0-1 0 0,0 0 0 0 0,-1 0 1 0 0,1 0-1 0 0,0 1 0 0 0,0-1 1 0 0,-1 0-1 0 0,2 1 0 0 0,9 4 3 0 0,-1 0-1 0 0,1 1 1 0 0,-1 0-1 0 0,0 0 1 0 0,-1 1-1 0 0,16 15 0 0 0,-9-9-7 0 0,252 242-354 0 0,-17 26-317 0 0,-45-48-31 0 0,9-16-50 0 0,-115-131 475 0 0,-80-71 216 0 0,0-1 0 0 0,42 20 0 0 0,-56-31 45 0 0,-1-1-1 0 0,0 0 0 0 0,0 0 0 0 0,1 0 1 0 0,10 1-1 0 0,-15-3 10 0 0,1 0-1 0 0,-1 0 1 0 0,1 0 0 0 0,-1 0 0 0 0,1 0-1 0 0,-1 0 1 0 0,1 0 0 0 0,-1-1 0 0 0,0 1-1 0 0,1 0 1 0 0,-1-1 0 0 0,1 1 0 0 0,-1-1-1 0 0,0 0 1 0 0,0 1 0 0 0,1-1 0 0 0,-1 0 0 0 0,0 0-1 0 0,0 0 1 0 0,0 0 0 0 0,0 0 0 0 0,0 0-1 0 0,0 0 1 0 0,0 0 0 0 0,0-1 0 0 0,1 0-1 0 0,0-2 0 0 0,-1 0 1 0 0,1 0-1 0 0,0 0 0 0 0,-1-1 0 0 0,0 1 0 0 0,0 0 0 0 0,0-1 0 0 0,-1 1 0 0 0,1 0 0 0 0,-1-8 0 0 0,-2-4-37 0 0,-4-26 0 0 0,4 34 23 0 0,-13-60-87 0 0,-3 0-1 0 0,-41-99 1 0 0,-73-124-5 0 0,41 98 76 0 0,88 185 119 0 0,0 1 0 0 0,0-1 0 0 0,1 0 0 0 0,0 0 0 0 0,0 0-1 0 0,1 0 1 0 0,-1-16 0 0 0,2 24-78 0 0,0 0 0 0 0,0 0-1 0 0,-1 0 1 0 0,1-1-1 0 0,0 1 1 0 0,0 0 0 0 0,0 0-1 0 0,0 0 1 0 0,0 0 0 0 0,1-1-1 0 0,-1 1 1 0 0,0 0 0 0 0,0 0-1 0 0,0 0 1 0 0,0 0-1 0 0,0 0 1 0 0,0 0 0 0 0,0-1-1 0 0,0 1 1 0 0,0 0 0 0 0,0 0-1 0 0,0 0 1 0 0,0 0-1 0 0,0 0 1 0 0,1 0 0 0 0,-1 0-1 0 0,0-1 1 0 0,0 1 0 0 0,0 0-1 0 0,0 0 1 0 0,0 0 0 0 0,0 0-1 0 0,0 0 1 0 0,1 0-1 0 0,-1 0 1 0 0,9-6 304 0 0,-5 7-169 0 0,9 7-4 0 0,26 20-16 0 0,-2 2 1 0 0,35 36-1 0 0,246 276-66 0 0,-82-83-198 0 0,10-18-497 0 0,-213-212 686 0 0,2 0 1 0 0,0-2 0 0 0,64 35-1 0 0,-92-58-21 0 0,1 0-1 0 0,-1-1 0 0 0,15 4 1 0 0,-21-6-20 0 0,1-1 1 0 0,-1 1 0 0 0,1-1 0 0 0,-1 0 0 0 0,1 0 0 0 0,-1 0 0 0 0,0 0 0 0 0,1 0 0 0 0,-1 0 0 0 0,1 0 0 0 0,-1 0 0 0 0,1 0 0 0 0,-1-1 0 0 0,1 1 0 0 0,-1 0 0 0 0,0-1 0 0 0,1 0 0 0 0,-1 1 0 0 0,0-1 0 0 0,1 0 0 0 0,-1 1 0 0 0,0-1 0 0 0,0 0 0 0 0,0 0 0 0 0,0 0 0 0 0,0 0-1 0 0,2-3 1 0 0,-1 0 6 0 0,0-1 0 0 0,-1 1-1 0 0,1-1 1 0 0,-1 0 0 0 0,0 0-1 0 0,-1 1 1 0 0,1-1 0 0 0,-1 0-1 0 0,0 0 1 0 0,0 0 0 0 0,-2-8-1 0 0,-2-24 24 0 0,-2 0-1 0 0,-1 1 1 0 0,-22-62-1 0 0,21 73-9 0 0,-13-40 33 0 0,-3 1 0 0 0,-3 1 1 0 0,-2 1-1 0 0,-3 2 0 0 0,-52-73 0 0 0,63 104-54 0 0,-2 1 1 0 0,-48-47-1 0 0,60 65-11 0 0,0 1 1 0 0,0 0-1 0 0,-1 0 0 0 0,0 2 1 0 0,-1-1-1 0 0,0 2 0 0 0,0-1 1 0 0,0 2-1 0 0,-28-8 1 0 0,36 11 0 0 0,0 2 1 0 0,-1-1 0 0 0,1 1 0 0 0,-1-1-1 0 0,1 2 1 0 0,-1-1 0 0 0,1 0 0 0 0,0 1 0 0 0,-1 0-1 0 0,1 1 1 0 0,0-1 0 0 0,-10 5 0 0 0,9-3-3 0 0,-1 1 0 0 0,1 0 0 0 0,0 0 1 0 0,0 1-1 0 0,0-1 0 0 0,0 1 0 0 0,1 1 1 0 0,-6 7-1 0 0,-4 7-72 0 0,2 1 1 0 0,0 0-1 0 0,1 1 0 0 0,-13 35 1 0 0,-23 77-290 0 0,-4 8-27 0 0,41-117 310 0 0,-1 0 1 0 0,-1-1-1 0 0,-22 32 0 0 0,29-49 53 0 0,0 0 0 0 0,0 0 0 0 0,-1 0 0 0 0,0 0 0 0 0,0-1 0 0 0,0-1-1 0 0,-1 1 1 0 0,-11 6 0 0 0,13-9 15 0 0,0-1-1 0 0,-1 1 0 0 0,1-1 1 0 0,-1 0-1 0 0,1 0 1 0 0,-1-1-1 0 0,1 0 0 0 0,-1 0 1 0 0,0 0-1 0 0,0-1 1 0 0,1 0-1 0 0,-12-2 0 0 0,-2-2-53 0 0,-1-1-1 0 0,1-1 1 0 0,0-1 0 0 0,0 0-1 0 0,-27-16 1 0 0,-90-60-61 0 0,124 75 120 0 0,-128-87 19 0 0,-75-47 92 0 0,144 99 84 0 0,-82-35 0 0 0,111 59-116 0 0,0 3 1 0 0,-1 1-1 0 0,0 2 1 0 0,-49-7-1 0 0,68 16-50 0 0,0 2-1 0 0,0 0 1 0 0,0 2-1 0 0,0 0 0 0 0,0 2 1 0 0,0 1-1 0 0,0 0 1 0 0,0 2-1 0 0,-26 9 1 0 0,26-4-52 0 0,-1 1 0 0 0,1 1 0 0 0,1 1 0 0 0,1 2 1 0 0,0 0-1 0 0,-32 27 0 0 0,-113 124 44 0 0,21-19-38 0 0,122-125 78 0 0,-1-2-1 0 0,0 0 1 0 0,-46 25-1 0 0,58-38-38 0 0,0-1 0 0 0,0 0 0 0 0,-1 0 0 0 0,0-2-1 0 0,0 0 1 0 0,0 0 0 0 0,-1-1 0 0 0,1-1 0 0 0,-29 0 0 0 0,18-4-66 0 0,0-1-1 0 0,0-1 1 0 0,0-1-1 0 0,0-2 1 0 0,-33-12-1 0 0,12 0-233 0 0,-82-47 0 0 0,-64-63-382 0 0,11-15 178 0 0,134 105 358 0 0,-487-430-992 0 0,236 196 1457 0 0,-559-391 0 0 0,683 553 229 0 0,124 82-238 0 0,-79-32 0 0 0,120 56-275 0 0,-1 2-1 0 0,1-1 0 0 0,-1 1 0 0 0,0 1 1 0 0,0 0-1 0 0,-20-1 0 0 0,28 3-33 0 0,-1 0 0 0 0,0 0 1 0 0,0 1-1 0 0,1 0 0 0 0,-1 0 0 0 0,0 0 0 0 0,1 0 1 0 0,-1 0-1 0 0,1 1 0 0 0,-1-1 0 0 0,1 1 1 0 0,0 0-1 0 0,0 0 0 0 0,0 0 0 0 0,0 0 0 0 0,0 1 1 0 0,0 0-1 0 0,0-1 0 0 0,1 1 0 0 0,-1 0 0 0 0,1 0 1 0 0,0 0-1 0 0,-2 4 0 0 0,-3 7 27 0 0,1 0-1 0 0,0 0 1 0 0,2 1 0 0 0,-1-1 0 0 0,2 1-1 0 0,0 0 1 0 0,0 0 0 0 0,0 27 0 0 0,3 11 18 0 0,8 64 1 0 0,27 111-720 0 0,16-3-573 0 0,-36-159 747 0 0,-12-45 229 0 0,-4-21 161 0 0,-3-3 23 0 0,-14-32 60 0 0,18 35 14 0 0,-171-362 429 0 0,148 313-383 0 0,-281-577 383 0 0,-39 23-218 0 0,255 470-122 0 0,-110-125-1 0 0,129 180 29 0 0,-3 2-1 0 0,-127-103 0 0 0,177 161-71 0 0,-1 1-1 0 0,0 2 0 0 0,-2 0 0 0 0,1 1 1 0 0,-2 1-1 0 0,-44-15 0 0 0,63 26-29 0 0,1 0 0 0 0,0 1-1 0 0,-1-1 1 0 0,1 2 0 0 0,-1-1-1 0 0,1 1 1 0 0,-1 0 0 0 0,-10 1-1 0 0,13 0-8 0 0,0 0-1 0 0,1 0 0 0 0,-1 0 0 0 0,0 1 0 0 0,1-1 0 0 0,-1 1 1 0 0,1 0-1 0 0,0 0 0 0 0,-1 0 0 0 0,1 0 0 0 0,0 1 0 0 0,0-1 1 0 0,1 1-1 0 0,-1 0 0 0 0,-4 5 0 0 0,3-1 6 0 0,0-1 0 0 0,0 1 0 0 0,0 0 0 0 0,1 0 0 0 0,0 0-1 0 0,-4 15 1 0 0,3-6-3 0 0,1 0-1 0 0,-1 28 1 0 0,3 14-108 0 0,2 0 0 0 0,17 100 0 0 0,144 566-1346 0 0,-158-710 1480 0 0,-3-11 9 0 0,0 1 0 0 0,0-1-1 0 0,0 1 1 0 0,0-1 0 0 0,0 9 317 0 0,-7-21-59 0 0,-142-234 600 0 0,107 172-798 0 0,-108-188 330 0 0,-219-354-553 0 0,156 310-345 0 0,151 224 405 0 0,-119-116 0 0 0,159 175 181 0 0,-27-19 0 0 0,46 37-94 0 0,0 0 1 0 0,-1 1-1 0 0,1-1 1 0 0,-1 1-1 0 0,1 0 0 0 0,-1-1 1 0 0,1 1-1 0 0,-1 0 1 0 0,0 1-1 0 0,1-1 0 0 0,-1 0 1 0 0,-5 0-1 0 0,5 2 186 0 0,1 7 8 0 0,-3 9-108 0 0,1 0-1 0 0,1 0 0 0 0,1 0 1 0 0,-1 24-1 0 0,14 206 243 0 0,1 8-205 0 0,-13-203-141 0 0,-2 1-1 0 0,-17 95 1 0 0,14-124 1 0 0,-10 29 0 0 0,13-44-3 0 0,-1 0 0 0 0,0-1 0 0 0,-1 1 0 0 0,1-1 0 0 0,-12 15 0 0 0,13-21-2 0 0,1 1 0 0 0,0-1 1 0 0,-1 0-1 0 0,1 1 0 0 0,-1-1 0 0 0,0 0 1 0 0,0-1-1 0 0,0 1 0 0 0,0 0 1 0 0,0-1-1 0 0,0 0 0 0 0,0 1 0 0 0,0-1 1 0 0,0-1-1 0 0,-1 1 0 0 0,1 0 0 0 0,0-1 1 0 0,-1 1-1 0 0,1-1 0 0 0,0 0 0 0 0,-5-1 1 0 0,-2-1 22 0 0,1 0 0 0 0,-1 0 0 0 0,1-1-1 0 0,0 0 1 0 0,0-1 0 0 0,-10-5 0 0 0,-5-4-49 0 0,1-2 0 0 0,1 0 0 0 0,0-1-1 0 0,-22-21 1 0 0,-73-81-39 0 0,55 48 51 0 0,3-4 1 0 0,-71-116-1 0 0,-73-177 129 0 0,77 107-115 0 0,-61-116 256 0 0,-233-329-820 0 0,401 674 509 0 0,11 16 42 0 0,-1 2 1 0 0,0-1-1 0 0,-15-16 0 0 0,24 30 10 0 0,-5-5 5 0 0,4 6-7 0 0,1 6-2 0 0,10 37 58 0 0,21 63 0 0 0,27 50 58 0 0,-32-91-218 0 0,139 385-1889 0 0,-160-438 1896 0 0,-2-5 12 0 0,0-1 0 0 0,0 1 0 0 0,1-1 0 0 0,6 10 0 0 0,-10-16 75 0 0,2 2-38 0 0,-1-14 101 0 0,-8-36 59 0 0,-13-54 1 0 0,-23-57 137 0 0,22 79-176 0 0,-266-1210-875 0 0,264 1171 675 0 0,-51-339-218 0 0,63 343 734 0 0,5 0 1 0 0,12-147 0 0 0,-5 242-304 0 0,1 0 0 0 0,1 0 0 0 0,0 0 0 0 0,2 1 0 0 0,0 0 0 0 0,1-1 0 0 0,10-19 0 0 0,-7 26-66 0 0,-8 11-25 0 0,-1 1 0 0 0,1 0 0 0 0,-1-1 0 0 0,1 1 0 0 0,-1 0 0 0 0,1 0 0 0 0,-1-1-1 0 0,1 1 1 0 0,-1 0 0 0 0,1 0 0 0 0,0 0 0 0 0,-1 0 0 0 0,1 0 0 0 0,-1 0 0 0 0,1-1 0 0 0,-1 1 0 0 0,1 1 0 0 0,0-1 0 0 0,-1 0 0 0 0,1 0-1 0 0,-1 0 1 0 0,1 0 0 0 0,-1 0 0 0 0,2 1 0 0 0,0 0-5 0 0,0 0-1 0 0,0 0 0 0 0,0 0 1 0 0,0 1-1 0 0,0-1 1 0 0,-1 1-1 0 0,1-1 1 0 0,0 1-1 0 0,-1 0 1 0 0,1-1-1 0 0,-1 1 1 0 0,1 0-1 0 0,0 3 0 0 0,17 35-81 0 0,107 372 265 0 0,-82-233-218 0 0,22 185 0 0 0,-57-274 97 0 0,-3 134 0 0 0,-9-164-104 0 0,-3 1 0 0 0,-2-1 0 0 0,-19 70 0 0 0,22-112 7 0 0,-1 0 0 0 0,0 0 1 0 0,-2 0-1 0 0,-17 31 1 0 0,21-43 14 0 0,0 0 0 0 0,0-1 0 0 0,-1 1 0 0 0,0-1 0 0 0,0 0 0 0 0,0 0 0 0 0,-6 4 0 0 0,7-7 12 0 0,0 0 0 0 0,0 0 0 0 0,0 0 0 0 0,0 0 0 0 0,0 0-1 0 0,0-1 1 0 0,-1 1 0 0 0,1-1 0 0 0,0 0 0 0 0,-1-1 0 0 0,1 1 0 0 0,-6-1 0 0 0,4 0-17 0 0,0-1 0 0 0,-1 0 0 0 0,1-1 0 0 0,0 1 0 0 0,0-1 0 0 0,-1 0 0 0 0,-5-3 0 0 0,-11-4-130 0 0,10 6 8 0 0,13 3 150 0 0,-1 0 1 0 0,1 0 0 0 0,0 0 0 0 0,-1 0 0 0 0,1 0-1 0 0,0 0 1 0 0,-1 0 0 0 0,1 0 0 0 0,0 0 0 0 0,0 0 0 0 0,-1 0-1 0 0,1 0 1 0 0,0 0 0 0 0,-1 0 0 0 0,1 1 0 0 0,0-1-1 0 0,0 0 1 0 0,-1 0 0 0 0,1 0 0 0 0,0 0 0 0 0,0 1-1 0 0,0-1 1 0 0,-1 0 0 0 0,1 0 0 0 0,0 1 0 0 0,0-1-1 0 0,-1 1 1 0 0,-2 2-8 0 0,-1 1-1 0 0,0 0 0 0 0,1 0 1 0 0,0 1-1 0 0,0-1 0 0 0,0 1 0 0 0,0-1 1 0 0,1 1-1 0 0,0 0 0 0 0,0 0 1 0 0,0 0-1 0 0,1 0 0 0 0,0 1 1 0 0,-1 6-1 0 0,-3 21-1 0 0,1 0 0 0 0,2 52 0 0 0,12 80-17 0 0,-9-155 28 0 0,85 657 300 0 0,41 4-220 0 0,69 445 170 0 0,-173-926-269 0 0,-21-146 96 0 0,-1 1 0 0 0,-4 44 0 0 0,2-82 15 0 0,0 0 0 0 0,0 0 0 0 0,-1 0 0 0 0,-3 11 0 0 0,5-17-73 0 0,-1 0 1 0 0,1 0 0 0 0,0 0-1 0 0,-1 0 1 0 0,1 0-1 0 0,-1-1 1 0 0,1 1-1 0 0,-1 0 1 0 0,1 0-1 0 0,-1 0 1 0 0,1-1-1 0 0,-1 1 1 0 0,0 0-1 0 0,0-1 1 0 0,1 1-1 0 0,-1 0 1 0 0,0-1-1 0 0,0 1 1 0 0,0-1-1 0 0,0 1 1 0 0,1-1-1 0 0,-1 0 1 0 0,0 1-1 0 0,0-1 1 0 0,0 0-1 0 0,0 1 1 0 0,0-1-1 0 0,0 0 1 0 0,0 0-1 0 0,0 0 1 0 0,0 0-1 0 0,0 0 1 0 0,0 0-1 0 0,0 0 1 0 0,0-1-1 0 0,0 1 1 0 0,0 0-1 0 0,0 0 1 0 0,0-1-1 0 0,0 1 1 0 0,-1-1-1 0 0,-3-3 27 0 0,0 1 0 0 0,-1-1 0 0 0,1-1-1 0 0,1 1 1 0 0,-1-1 0 0 0,1 0 0 0 0,-1 0 0 0 0,2 0-1 0 0,-6-8 1 0 0,-25-42 189 0 0,-46-100 1 0 0,31 56-112 0 0,32 65-62 0 0,-43-77 99 0 0,45 86-204 0 0,-1 1-1 0 0,-24-28 0 0 0,37 49 22 0 0,2 2 19 0 0,1 0-1 0 0,-1 0 0 0 0,1 0 1 0 0,-1 0-1 0 0,0 0 0 0 0,0 0 0 0 0,1 0 1 0 0,-1 1-1 0 0,0-1 0 0 0,0 0 1 0 0,0 1-1 0 0,0-1 0 0 0,0 0 0 0 0,0 1 1 0 0,0-1-1 0 0,0 1 0 0 0,0 0 1 0 0,0-1-1 0 0,0 1 0 0 0,0 0 0 0 0,0 0 1 0 0,0-1-1 0 0,-2 1 0 0 0,1 12-60 0 0,2 18 4 0 0,2 0 0 0 0,0-1 0 0 0,2 1 0 0 0,16 56 0 0 0,50 123-27 0 0,223 454-1217 0 0,56-26-174 0 0,-104-261 753 0 0,-163-265 702 0 0,115 118 0 0 0,-162-192 261 0 0,45 35 1 0 0,-65-60-109 0 0,1-1-1 0 0,1 0 1 0 0,0-1-1 0 0,0-1 1 0 0,29 11 0 0 0,-41-18-73 0 0,0 0 1 0 0,0 0 0 0 0,1-1-1 0 0,-1 1 1 0 0,0-1-1 0 0,1-1 1 0 0,-1 1 0 0 0,0-1-1 0 0,1 0 1 0 0,-1 0 0 0 0,1-1-1 0 0,-1 1 1 0 0,1-1 0 0 0,-1 0-1 0 0,0-1 1 0 0,0 1-1 0 0,0-1 1 0 0,0 0 0 0 0,9-5-1 0 0,-4 1 44 0 0,-1-1-1 0 0,1-1 1 0 0,-1 1-1 0 0,-1-1 0 0 0,0-1 1 0 0,0 0-1 0 0,11-15 0 0 0,41-77 180 0 0,-19 29-323 0 0,-33 58-27 0 0,2 0 0 0 0,0 1 0 0 0,1 0 0 0 0,23-22 0 0 0,-29 30 42 0 0,1 1 0 0 0,0 0 0 0 0,0 0 0 0 0,0 0 0 0 0,0 1 0 0 0,1 0-1 0 0,0 0 1 0 0,-1 0 0 0 0,1 1 0 0 0,0 0 0 0 0,0 1 0 0 0,0 0 0 0 0,0 0 0 0 0,12-1-1 0 0,0 4-15 0 0,-1 0 0 0 0,1 1 0 0 0,0 0 0 0 0,-1 2 0 0 0,1 0 0 0 0,-1 2 0 0 0,22 9 0 0 0,20 13-47 0 0,0 2 1 0 0,-3 3 0 0 0,65 48 0 0 0,152 144-187 0 0,120 161 114 0 0,-144-134 48 0 0,-193-198 93 0 0,261 250 13 0 0,11-19 154 0 0,-288-252-122 0 0,2-3 0 0 0,83 47 1 0 0,-111-70-53 0 0,0-1 1 0 0,1 0-1 0 0,0-2 0 0 0,0 0 1 0 0,0 0-1 0 0,1-2 1 0 0,0 0-1 0 0,-1-1 1 0 0,1 0-1 0 0,0-2 0 0 0,0 0 1 0 0,0 0-1 0 0,20-5 1 0 0,-6-2-197 0 0,0-2 0 0 0,0-1 1 0 0,-1-1-1 0 0,54-30 0 0 0,110-78-1208 0 0,-122 72 961 0 0,-7 6 98 0 0,1 3 0 0 0,2 3 0 0 0,1 3 0 0 0,115-37-1 0 0,-104 48 488 0 0,162-20 0 0 0,85 27 807 0 0,-241 18-623 0 0,0 3 1 0 0,-1 5-1 0 0,99 25 0 0 0,-62-2 147 0 0,176 74 0 0 0,-174-57-241 0 0,278 109 395 0 0,-360-146-570 0 0,1-3-1 0 0,0-1 1 0 0,1-3 0 0 0,50 4-1 0 0,-65-10-117 0 0,0-2 0 0 0,-1-1 0 0 0,1-1-1 0 0,-1-2 1 0 0,1-1 0 0 0,-1-1-1 0 0,40-14 1 0 0,-2-5-721 0 0,104-59 0 0 0,55-51-645 0 0,-118 69 970 0 0,-37 23 167 0 0,222-123 429 0 0,-250 146 140 0 0,2 1 1 0 0,0 3-1 0 0,1 1 1 0 0,1 2-1 0 0,50-7 1 0 0,-53 16 39 0 0,0 1-1 0 0,0 1 1 0 0,55 7 0 0 0,125 29 497 0 0,-213-32-755 0 0,3 0 22 0 0,0 1 0 0 0,1-2 1 0 0,13 1-1 0 0,-23-2-47 0 0,-1 0 1 0 0,0 0 0 0 0,0-1-1 0 0,1 1 1 0 0,-1-1-1 0 0,0 0 1 0 0,0 0-1 0 0,0 0 1 0 0,0 0-1 0 0,0 0 1 0 0,0-1-1 0 0,0 1 1 0 0,0-1-1 0 0,0 0 1 0 0,-1 0-1 0 0,1 0 1 0 0,4-5-1 0 0,-1 0-43 0 0,-1-1 0 0 0,0 0 0 0 0,0 0 0 0 0,-1-1 0 0 0,0 1 0 0 0,0-1 0 0 0,2-12 0 0 0,13-66-236 0 0,-17 74 261 0 0,11-53-43 0 0,21-65 0 0 0,-23 97 149 0 0,2 1 1 0 0,1 0 0 0 0,30-50-1 0 0,22-19 185 0 0,-50 81-80 0 0,1 0 0 0 0,28-28 1 0 0,-41 45-149 0 0,-2 2-24 0 0,0-1 0 0 0,0 1 0 0 0,1 0 0 0 0,-1 0 0 0 0,0 0 0 0 0,1 1 0 0 0,0-1 0 0 0,-1 1 0 0 0,1-1 1 0 0,0 1-1 0 0,-1 0 0 0 0,1 0 0 0 0,0 0 0 0 0,0 0 0 0 0,6 0 0 0 0,7 1-17 0 0,-15 0-13 0 0,0 0 0 0 0,-1 0 0 0 0,1 0 1 0 0,-1 0-1 0 0,1 0 0 0 0,-1 0 0 0 0,1 0 0 0 0,0 0 0 0 0,-1 0 0 0 0,1 1 0 0 0,-1-1 0 0 0,1 0 0 0 0,-1 1 0 0 0,1-1 0 0 0,-1 0 0 0 0,1 1 1 0 0,20 14-74 0 0,22 20 1 0 0,-25-19 15 0 0,2 0-1 0 0,36 22 1 0 0,-52-36 79 0 0,0 0 0 0 0,0-1 0 0 0,0 0 0 0 0,0 0 0 0 0,0 0 0 0 0,0 0 0 0 0,0 0 0 0 0,1-1 0 0 0,-1 0-1 0 0,0 0 1 0 0,0 0 0 0 0,1 0 0 0 0,-1-1 0 0 0,0 0 0 0 0,0 0 0 0 0,0 0 0 0 0,0 0 0 0 0,0-1 0 0 0,0 1 0 0 0,0-1 0 0 0,0 0 0 0 0,5-4 0 0 0,8-5 174 0 0,-2-1 0 0 0,1-1-1 0 0,20-22 1 0 0,-26 26-92 0 0,57-64 582 0 0,-47 49-390 0 0,1 0 1 0 0,2 2-1 0 0,44-35 0 0 0,-64 55-273 0 0,0-1-1 0 0,1 1 0 0 0,-1 0 0 0 0,0 1 0 0 0,1-1 0 0 0,0 1 0 0 0,-1-1 0 0 0,1 1 1 0 0,0 0-1 0 0,-1 1 0 0 0,1-1 0 0 0,0 1 0 0 0,0-1 0 0 0,0 1 0 0 0,0 0 0 0 0,0 0 0 0 0,-1 1 1 0 0,1-1-1 0 0,0 1 0 0 0,0 0 0 0 0,-1 0 0 0 0,1 0 0 0 0,0 1 0 0 0,-1-1 0 0 0,1 1 1 0 0,-1 0-1 0 0,1 0 0 0 0,-1 0 0 0 0,0 0 0 0 0,0 0 0 0 0,0 1 0 0 0,0 0 0 0 0,-1-1 0 0 0,5 7 1 0 0,1 1 0 0 0,0 1 0 0 0,-1 0 0 0 0,-1 0 0 0 0,0 1 0 0 0,0 0 0 0 0,-1 0 0 0 0,-1 0 0 0 0,5 18 1 0 0,-4-7-63 0 0,-1 1 0 0 0,-1 0 0 0 0,1 40 0 0 0,-5-31-34 0 0,-1 0 0 0 0,-2 0 0 0 0,-1-1 0 0 0,-1 1 0 0 0,-2-1 0 0 0,-1 0 0 0 0,-2-1 0 0 0,-21 44 1 0 0,21-53-55 0 0,0-1 1 0 0,-2-1 0 0 0,0 0 0 0 0,-2-1 0 0 0,0-1 0 0 0,-1 0-1 0 0,0-1 1 0 0,-2 0 0 0 0,0-2 0 0 0,0 0 0 0 0,-2-1-1 0 0,-31 17 1 0 0,24-18 9 0 0,0-1-1 0 0,-1-2 0 0 0,-1 0 1 0 0,-48 8-1 0 0,-122 4 59 0 0,36-4 219 0 0,133-12-104 0 0,-1 2 0 0 0,1 1 1 0 0,-35 15-1 0 0,38-11-35 0 0,1 0-1 0 0,1 2 1 0 0,0 1 0 0 0,1 1-1 0 0,-24 22 1 0 0,11-5 1 0 0,2 2 1 0 0,-38 51-1 0 0,-9 22 7 0 0,-37 46 141 0 0,79-107-51 0 0,-54 49-1 0 0,70-74-64 0 0,-2-2-1 0 0,-1 0 1 0 0,-51 29 0 0 0,58-40-40 0 0,-1 0 0 0 0,-1-1 1 0 0,1-1-1 0 0,-2 0 1 0 0,1-2-1 0 0,-31 4 0 0 0,26-7 69 0 0,0-1 0 0 0,0-2-1 0 0,0 0 1 0 0,-37-6-1 0 0,24-1-18 0 0,1-2 0 0 0,-52-17-1 0 0,4-9-31 0 0,-142-76 0 0 0,-66-66 27 0 0,-15-8-82 0 0,167 119-61 0 0,122 58 69 0 0,0 1 0 0 0,-1 2 0 0 0,1 0 0 0 0,-1 1 0 0 0,-24-1 0 0 0,31 5 14 0 0,1 1 0 0 0,0 0 0 0 0,0 1 0 0 0,0 0-1 0 0,0 1 1 0 0,0 1 0 0 0,0 1 0 0 0,1-1 0 0 0,-1 2 0 0 0,-16 9-1 0 0,5 0 13 0 0,2 0-1 0 0,0 2 1 0 0,0 0-1 0 0,-25 26 1 0 0,-11 21 133 0 0,-93 130 0 0 0,38-45 26 0 0,81-109-72 0 0,-61 56 1 0 0,80-84-110 0 0,0-1 1 0 0,0 0-1 0 0,-1-1 0 0 0,-29 15 1 0 0,35-21-34 0 0,0 0 0 0 0,0-1 1 0 0,-1 0-1 0 0,0-1 0 0 0,1 0 1 0 0,-1 0-1 0 0,0-1 1 0 0,0 0-1 0 0,0-1 0 0 0,-12-1 1 0 0,8 0-268 0 0,1-2 1 0 0,-1 0 0 0 0,1 0 0 0 0,0-1-1 0 0,0-1 1 0 0,-13-6 0 0 0,2-2-973 0 0,1-1 0 0 0,-23-17 0 0 0,8 2-465 0 0,2-2-1 0 0,1-2 1 0 0,2-1-1 0 0,-45-61 0 0 0,-16-37-6484 0 0,90 126 7822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1:28.8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 2799 704 0 0,'5'41'6565'0'0,"-3"-27"-4752"0"0,0 1 1 0 0,-1-1-1 0 0,-1 1 1 0 0,-2 23-1 0 0,1-30-1456 0 0,-19 104 1697 0 0,14-84-1729 0 0,2 1-1 0 0,-1 36 0 0 0,5 59 152 0 0,1-55-332 0 0,2 4 101 0 0,3 0-1 0 0,3 0 1 0 0,20 73 0 0 0,-4-34-49 0 0,74 314 725 0 0,19-36-579 0 0,269 525-214 0 0,-263-645-230 0 0,90 185 105 0 0,-165-361-66 0 0,5-3-1 0 0,3-2 0 0 0,82 97 1 0 0,-79-119 278 0 0,-52-59-129 0 0,0-1 0 0 0,0 1-1 0 0,1-2 1 0 0,0 1-1 0 0,20 9 1 0 0,-26-15-49 0 0,0 1-1 0 0,0-1 1 0 0,1-1-1 0 0,-1 1 1 0 0,0 0 0 0 0,1-1-1 0 0,4 1 1 0 0,-8-1-34 0 0,1 0 0 0 0,-1 0 1 0 0,0 0-1 0 0,1 0 0 0 0,-1-1 1 0 0,0 1-1 0 0,1 0 0 0 0,-1 0 1 0 0,0 0-1 0 0,0 0 0 0 0,1 0 1 0 0,-1-1-1 0 0,0 1 0 0 0,0 0 0 0 0,1 0 1 0 0,-1 0-1 0 0,0-1 0 0 0,0 1 1 0 0,0 0-1 0 0,1 0 0 0 0,-1 0 1 0 0,0-1-1 0 0,0 1 0 0 0,0 0 1 0 0,0-1-1 0 0,0 1 0 0 0,0 0 1 0 0,1-1-1 0 0,3-6 8 0 0,0-1 1 0 0,-1 0 0 0 0,0 0-1 0 0,0 0 1 0 0,-1 0 0 0 0,1 0-1 0 0,-2 0 1 0 0,1-1-1 0 0,-1 1 1 0 0,-1-1 0 0 0,0-14-1 0 0,-6-54 33 0 0,-4 1-1 0 0,-33-127 1 0 0,-57-115-399 0 0,-26 7-449 0 0,87 217 628 0 0,-476-1081-877 0 0,420 970 1231 0 0,-82-184 390 0 0,29-7 113 0 0,145 390-678 0 0,-63-228 331 0 0,56 188-115 0 0,2 1 0 0 0,1-1 0 0 0,1-58 1 0 0,6 99-225 0 0,0-1 0 0 0,0 1 1 0 0,1 0-1 0 0,0 0 0 0 0,0-1 1 0 0,0 1-1 0 0,0 0 0 0 0,5-10 1 0 0,-5 13-151 0 0,5 9-527 0 0,5 6 577 0 0,-1-1-1 0 0,-1 1 1 0 0,-1 0 0 0 0,9 18 0 0 0,77 201-460 0 0,-61-147 518 0 0,85 230-102 0 0,61 158-2 0 0,26-7 96 0 0,-86-237-48 0 0,164 233 1 0 0,200 179 756 0 0,80-58 1889 0 0,-530-548-2367 0 0,-32-34-180 0 0,-8-6-31 0 0,-15-18 30 0 0,-36-46-1 0 0,-22-42-68 0 0,76 106 71 0 0,-229-360-61 0 0,14-16 94 0 0,187 324-3 0 0,-200-360 21 0 0,19-10 190 0 0,-26-124 34 0 0,36-6 28 0 0,11-22 14 0 0,159 465-262 0 0,33 104 60 0 0,0 10-110 0 0,0 0 0 0 0,0-1-1 0 0,0 1 1 0 0,0 0-1 0 0,0 0 1 0 0,1 0-1 0 0,-1 0 1 0 0,0 0 0 0 0,0 0-1 0 0,0 0 1 0 0,0-1-1 0 0,1 1 1 0 0,-1 0-1 0 0,0 0 1 0 0,0 0 0 0 0,0 0-1 0 0,0 0 1 0 0,1 0-1 0 0,-1 0 1 0 0,0 0-1 0 0,0 0 1 0 0,0 0 0 0 0,1 0-1 0 0,-1 0 1 0 0,0 0-1 0 0,0 0 1 0 0,0 0-1 0 0,1 0 1 0 0,-1 0 0 0 0,0 0-1 0 0,0 1 1 0 0,0-1-1 0 0,0 0 1 0 0,1 0-1 0 0,-1 0 1 0 0,0 0 0 0 0,0 0-1 0 0,0 0 1 0 0,0 0-1 0 0,0 1 1 0 0,0-1-1 0 0,1 0 1 0 0,-1 0 0 0 0,0 0-1 0 0,0 0 1 0 0,0 0-1 0 0,0 1 1 0 0,0-1-1 0 0,0 0 1 0 0,0 0 0 0 0,0 0-1 0 0,0 1 1 0 0,13 13 15 0 0,-2 0 0 0 0,0 1 0 0 0,10 18 0 0 0,122 253-686 0 0,-107-209 538 0 0,182 354-617 0 0,78 70 377 0 0,-48-106 323 0 0,118 181 172 0 0,-220-351-99 0 0,18 38 32 0 0,-90-144 21 0 0,308 488-63 0 0,16-30 88 0 0,-395-573-99 0 0,119 155 123 0 0,-84-115 9 0 0,63 56 1 0 0,-25-39 304 0 0,-65-53-323 0 0,2-1-1 0 0,-1 0 1 0 0,1-1 0 0 0,23 8-1 0 0,-34-13-106 0 0,1 0 0 0 0,-1 0 0 0 0,1 0 0 0 0,0 0 0 0 0,0-1 0 0 0,0 1 0 0 0,-1-1-1 0 0,1 0 1 0 0,0 0 0 0 0,0 0 0 0 0,0 0 0 0 0,-1-1 0 0 0,1 1 0 0 0,0-1-1 0 0,0 1 1 0 0,0-1 0 0 0,-1 0 0 0 0,1 0 0 0 0,-1 0 0 0 0,1-1 0 0 0,-1 1 0 0 0,1-1-1 0 0,-1 1 1 0 0,0-1 0 0 0,1 0 0 0 0,-1 0 0 0 0,0 0 0 0 0,0 0 0 0 0,0 0 0 0 0,-1 0-1 0 0,1 0 1 0 0,-1-1 0 0 0,2-2 0 0 0,1-4-1 0 0,0 0-1 0 0,0-1 1 0 0,-2 1-1 0 0,1-1 1 0 0,-1 0-1 0 0,0 0 1 0 0,-1 0-1 0 0,0-14 1 0 0,-2-45 2 0 0,-4-1-1 0 0,-19-98 1 0 0,1 52 79 0 0,-47-140 1 0 0,-63-104 166 0 0,-59-47-415 0 0,-29 16 485 0 0,-99-85-307 0 0,-30 21 91 0 0,265 347-13 0 0,-692-849-763 0 0,217 259 311 0 0,493 612 427 0 0,-45-64 61 0 0,111 148 11 0 0,8 11-113 0 0,197 228-44 0 0,-109-127-69 0 0,342 430-326 0 0,-19 19 169 0 0,52 113 478 0 0,-269-352-238 0 0,-128-203 15 0 0,550 959-445 0 0,-581-1000 343 0 0,125 225-209 0 0,16-11 232 0 0,-126-207 237 0 0,-56-82-164 0 0,7 9 25 0 0,-8-10-30 0 0,0 0-1 0 0,0 1 1 0 0,1-1 0 0 0,-1 0 0 0 0,0 0 0 0 0,0 0 0 0 0,0 0 0 0 0,0 1-1 0 0,1-1 1 0 0,-1 0 0 0 0,0 0 0 0 0,0 0 0 0 0,0 0 0 0 0,1 0 0 0 0,-1 0-1 0 0,0 0 1 0 0,0 0 0 0 0,0 0 0 0 0,1 0 0 0 0,-1 0 0 0 0,0 1 0 0 0,0-1-1 0 0,1 0 1 0 0,-1 0 0 0 0,0-1 0 0 0,0 1 0 0 0,1 0 0 0 0,-1 0 0 0 0,0 0-1 0 0,0 0 1 0 0,0 0 0 0 0,1 0 0 0 0,-1 0 0 0 0,0 0 0 0 0,-3-10 193 0 0,-150-304 163 0 0,98 207-290 0 0,25 49-13 0 0,-395-811 226 0 0,-245-528 93 0 0,240 539-667 0 0,140 275-805 0 0,-13-72-1354 0 0,285 607 2427 0 0,-21-87 1 0 0,39 132 71 0 0,-1 1-24 0 0,1 1 0 0 0,-1 0-1 0 0,1 0 1 0 0,0 0 0 0 0,0 0 0 0 0,-1-1 0 0 0,1 1-1 0 0,0 0 1 0 0,0 0 0 0 0,0 0 0 0 0,0-1 0 0 0,0 1-1 0 0,1 0 1 0 0,-1 0 0 0 0,0 0 0 0 0,0-1 0 0 0,1 1-1 0 0,0-2 1 0 0,8 13 106 0 0,11 13-54 0 0,0 2 0 0 0,24 40 0 0 0,146 314 47 0 0,-135-261-53 0 0,225 457-30 0 0,20-8 130 0 0,429 642 321 0 0,-510-862-199 0 0,396 609-98 0 0,-351-584-224 0 0,-259-364 34 0 0,153 186-372 0 0,-154-189 305 0 0,-1-6 20 0 0,-4-10-45 0 0,-13-47 11 0 0,-26-74 0 0 0,-40-66 102 0 0,-252-508 254 0 0,86 227-67 0 0,146 288-202 0 0,-49-96 99 0 0,-247-480-116 0 0,28 82-12 0 0,256 482 160 0 0,65 116-93 0 0,-428-767 551 0 0,-28 20-84 0 0,482 803-553 0 0,20 29 18 0 0,10 23-42 0 0,86 178-112 0 0,450 787-370 0 0,-174-371 224 0 0,16 58-58 0 0,-233-400 226 0 0,-86-152 105 0 0,218 403 65 0 0,-275-502-29 0 0,400 774-163 0 0,20-14 128 0 0,-287-549 455 0 0,-107-179-16 0 0,3-3 0 0 0,53 55 0 0 0,-80-93-109 0 0,22 18 0 0 0,-32-29-240 0 0,0 0-1 0 0,0 0 0 0 0,0 0 1 0 0,0 0-1 0 0,0-1 0 0 0,0 1 1 0 0,1-1-1 0 0,-1 0 0 0 0,0 0 1 0 0,1 0-1 0 0,-1 0 1 0 0,1 0-1 0 0,-1-1 0 0 0,5 0 1 0 0,-8 0-43 0 0,1 0 1 0 0,-1 0 0 0 0,0 0 0 0 0,0 0 0 0 0,1 0 0 0 0,-1 0-1 0 0,0-1 1 0 0,1 1 0 0 0,-1 0 0 0 0,0 0 0 0 0,0 0-1 0 0,1-1 1 0 0,-1 1 0 0 0,0 0 0 0 0,0 0 0 0 0,0-1 0 0 0,1 1-1 0 0,-1 0 1 0 0,0 0 0 0 0,0-1 0 0 0,0 1 0 0 0,0 0-1 0 0,1 0 1 0 0,-1-1 0 0 0,0 1 0 0 0,0 0 0 0 0,0-1 0 0 0,0 1-1 0 0,0-1 1 0 0,3-6 18 0 0,0-1-1 0 0,0 1 1 0 0,0-1-1 0 0,-1 0 1 0 0,-1 0-1 0 0,1 0 1 0 0,-1 0 0 0 0,0-1-1 0 0,-1-12 1 0 0,-4-41-52 0 0,-2 0 1 0 0,-17-66 0 0 0,-40-124 316 0 0,-188-483-303 0 0,-63 22-191 0 0,193 460-33 0 0,-195-359-40 0 0,-104-124-268 0 0,-99-55-98 0 0,384 594 579 0 0,-468-674-26 0 0,586 847 83 0 0,1 0 0 0 0,-21-46-1 0 0,33 62 10 0 0,4 8-1 0 0,0 0 0 0 0,0 0 0 0 0,0 0 0 0 0,0-1 0 0 0,0 1 0 0 0,0 0 0 0 0,0 0 0 0 0,0 0 0 0 0,0 0-1 0 0,0 0 1 0 0,0 0 0 0 0,0 0 0 0 0,0 0 0 0 0,0 0 0 0 0,0 0 0 0 0,0 0 0 0 0,0 0 0 0 0,0-1 0 0 0,0 1 0 0 0,0 0 0 0 0,0 0-1 0 0,0 0 1 0 0,0 0 0 0 0,0 0 0 0 0,0 0 0 0 0,0 0 0 0 0,0 0 0 0 0,0 0 0 0 0,0 0 0 0 0,0 0 0 0 0,0 0 0 0 0,0 0 0 0 0,1 0 0 0 0,-1 0-1 0 0,0 0 1 0 0,0 0 0 0 0,0 0 0 0 0,0 0 0 0 0,0 0 0 0 0,0 0 0 0 0,0 0 0 0 0,0 0 0 0 0,0 0 0 0 0,0 0 0 0 0,0 0 0 0 0,0 0-1 0 0,0 0 1 0 0,1 0 0 0 0,-1 0 0 0 0,0 0 0 0 0,0 0 0 0 0,0 0 0 0 0,0 0 0 0 0,0 0 0 0 0,0 0 0 0 0,0 0 0 0 0,0 0 0 0 0,0 0 0 0 0,13 8-22 0 0,25 21-6 0 0,63 65 1 0 0,287 364 153 0 0,-179-172-123 0 0,-10 12-86 0 0,-108-160 104 0 0,270 423-160 0 0,-212-312-44 0 0,391 633-223 0 0,-98-157 232 0 0,242 389 220 0 0,-540-909 279 0 0,-119-170-192 0 0,48 60 260 0 0,-68-89-346 0 0,-4-4-17 0 0,0-1-1 0 0,1 1 1 0 0,-1-1-1 0 0,0 1 0 0 0,1-1 1 0 0,-1 0-1 0 0,4 2 0 0 0,-5-11 114 0 0,-7-30-6 0 0,-2-1-1 0 0,-2 1 1 0 0,-19-47 0 0 0,21 60-39 0 0,-293-748 476 0 0,260 670-472 0 0,-325-748 87 0 0,277 652-170 0 0,-137-290 211 0 0,-446-796 53 0 0,575 1110-324 0 0,-202-364-1705 0 0,28-5-1053 0 0,265 530 2730 0 0,-70-164-855 0 0,65 144 713 0 0,1-1 0 0 0,2 1 0 0 0,-6-43-1 0 0,14 67 212 0 0,0 1 0 0 0,1 0 0 0 0,0-1 0 0 0,0 1 0 0 0,3-17 0 0 0,-2 24 9 0 0,0-1 0 0 0,-1 1 0 0 0,1-1 0 0 0,0 1 0 0 0,0-1 0 0 0,1 1-1 0 0,-1 0 1 0 0,0-1 0 0 0,1 1 0 0 0,3-4 0 0 0,-4 5-2 0 0,0 0 0 0 0,1 0 1 0 0,-1 0-1 0 0,0 0 0 0 0,1 0 0 0 0,-1 1 1 0 0,1-1-1 0 0,-1 0 0 0 0,1 1 0 0 0,0-1 0 0 0,-1 1 1 0 0,1 0-1 0 0,-1-1 0 0 0,1 1 0 0 0,0 0 0 0 0,0 0 1 0 0,-1 0-1 0 0,4 0 0 0 0,2 2 14 0 0,-1-1 1 0 0,1 1-1 0 0,0 1 0 0 0,-1-1 0 0 0,1 1 1 0 0,-1 0-1 0 0,0 1 0 0 0,0-1 1 0 0,9 9-1 0 0,13 8 69 0 0,-2 1 0 0 0,36 37-1 0 0,40 57 96 0 0,-1 10-60 0 0,114 190 0 0 0,56 158 184 0 0,86 195-183 0 0,-205-376-98 0 0,-16-24-93 0 0,147 282-140 0 0,24-20 125 0 0,113 70 642 0 0,-393-563-499 0 0,-10-15-25 0 0,153 203 282 0 0,18-11 122 0 0,-164-190-288 0 0,29 21-1 0 0,-50-42-128 0 0,0-1-1 0 0,0 0 1 0 0,1 0-1 0 0,6 3 1 0 0,-9-4-15 0 0,0-1 1 0 0,0 0 0 0 0,0 0 0 0 0,0 1 0 0 0,-1-1-1 0 0,1 0 1 0 0,0 0 0 0 0,0 0 0 0 0,0 0-1 0 0,0 0 1 0 0,0 0 0 0 0,0 0 0 0 0,0 0-1 0 0,0-1 1 0 0,0 1 0 0 0,0 0 0 0 0,-1 0 0 0 0,1-1-1 0 0,0 1 1 0 0,0-1 0 0 0,0 1 0 0 0,1-1-1 0 0,-2 0-4 0 0,0 1-1 0 0,0-1 0 0 0,1 1 0 0 0,-1-1 0 0 0,0 1 0 0 0,0-1 1 0 0,0 1-1 0 0,1-1 0 0 0,-1 0 0 0 0,0 1 0 0 0,0-1 1 0 0,0 1-1 0 0,0-1 0 0 0,0 1 0 0 0,0-1 0 0 0,0 1 0 0 0,0-1 1 0 0,0 1-1 0 0,-1-1 0 0 0,1 0 0 0 0,0 0 0 0 0,-4-36 52 0 0,-1 0 0 0 0,-1 0 0 0 0,-3 1-1 0 0,-12-36 1 0 0,-61-150 186 0 0,79 216-242 0 0,-205-448 18 0 0,-29 11 35 0 0,153 290-27 0 0,-82-155 118 0 0,-371-657 223 0 0,325 611-226 0 0,-157-269-589 0 0,-23-97-2093 0 0,383 704 2424 0 0,-5-12-426 0 0,-19-54-1 0 0,31 69 151 0 0,9 17-218 0 0,6 9 579 0 0,0 1 0 0 0,18 25 0 0 0,24 45 51 0 0,-35-53-10 0 0,393 624 102 0 0,-11 17 379 0 0,-20-16 127 0 0,-221-383-506 0 0,147 227 243 0 0,-225-366-350 0 0,308 454 132 0 0,210 193 635 0 0,-451-608-495 0 0,-105-126-7 0 0,76 60 1 0 0,-108-97-156 0 0,1 0 0 0 0,0 0 1 0 0,0-2-1 0 0,17 8 0 0 0,-30-15-102 0 0,0 0-1 0 0,0-1 1 0 0,0 1-1 0 0,1-1 0 0 0,-1 0 1 0 0,0 1-1 0 0,0-1 1 0 0,0 0-1 0 0,0 1 0 0 0,1-1 1 0 0,-1 0-1 0 0,0 0 1 0 0,0 0-1 0 0,0 0 0 0 0,1 0 1 0 0,-1 0-1 0 0,0-1 0 0 0,0 1 1 0 0,0 0-1 0 0,0-1 1 0 0,1 1-1 0 0,-1-1 0 0 0,0 1 1 0 0,0-1-1 0 0,1 0 1 0 0,-1-1-2 0 0,0 1 1 0 0,0-1 0 0 0,0 0-1 0 0,0 0 1 0 0,0 0 0 0 0,0 1 0 0 0,-1-1-1 0 0,1 0 1 0 0,-1 0 0 0 0,0 0-1 0 0,1 0 1 0 0,-1 0 0 0 0,0 0-1 0 0,0 0 1 0 0,0-2 0 0 0,-1-16 47 0 0,0 1 0 0 0,-2 0 1 0 0,-6-28-1 0 0,-23-58 109 0 0,23 75-128 0 0,-83-228-349 0 0,-154-305 1 0 0,201 470 219 0 0,-461-903 101 0 0,349 717 116 0 0,-322-468 98 0 0,404 637-159 0 0,-328-455 228 0 0,-16 14-709 0 0,-44-59-2301 0 0,417 549 2394 0 0,-66-93-558 0 0,78 104 447 0 0,-29-60 0 0 0,58 100 343 0 0,0 0-1 0 0,0-1 1 0 0,1 0 0 0 0,-5-21-1 0 0,9 30-14 0 0,8 5-4 0 0,9 5 82 0 0,0 1-1 0 0,-1 1 1 0 0,0 0 0 0 0,-1 1 0 0 0,18 15 0 0 0,76 78-9 0 0,-73-68 24 0 0,336 358-218 0 0,-19 19 420 0 0,-113-130-227 0 0,531 654 391 0 0,-285-350 946 0 0,-463-559-694 0 0,-28-38-366 0 0,-150-241 710 0 0,117 191-852 0 0,-453-652 1158 0 0,264 392-858 0 0,-202-383-199 0 0,381 614-540 0 0,11 23-1708 0 0,-30-77 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1:29.2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80 592 4368 0 0,'195'230'8789'0'0,"68"137"-5316"0"0,-224-306-3062 0 0,155 222-22 0 0,-156-235 142 0 0,1-1 0 0 0,3-1-1 0 0,71 59 1 0 0,-112-105-504 0 0,1 2 68 0 0,0 0 0 0 0,0 0 0 0 0,0-1 0 0 0,0 1 0 0 0,1-1 0 0 0,-1 0 0 0 0,1 0-1 0 0,-1 1 1 0 0,6 0 853 0 0,-17-21-593 0 0,3 7-302 0 0,-74-143 464 0 0,-163-187 27 0 0,-26 19-380 0 0,122 150 54 0 0,-85-111-148 0 0,217 265 97 0 0,-15-28-1 0 0,29 45 34 0 0,15 14-136 0 0,190 165 248 0 0,-146-124-238 0 0,379 319 711 0 0,-388-338-298 0 0,2-2 0 0 0,0-2 0 0 0,74 31 0 0 0,-121-60-429 0 0,26 11 323 0 0,-29-11-343 0 0,1-1-1 0 0,0 1 0 0 0,0-1 1 0 0,0 0-1 0 0,0 0 0 0 0,0 1 1 0 0,0-1-1 0 0,0 0 1 0 0,0-1-1 0 0,0 1 0 0 0,-1 0 1 0 0,4-1-1 0 0,-5 1-27 0 0,1-1 0 0 0,-1 1 0 0 0,1 0 1 0 0,-1 0-1 0 0,0-1 0 0 0,1 1 0 0 0,-1 0 0 0 0,1-1 1 0 0,-1 1-1 0 0,0 0 0 0 0,0-1 0 0 0,1 1 0 0 0,-1 0 0 0 0,0-1 1 0 0,0 1-1 0 0,1-1 0 0 0,-1 1 0 0 0,0-1 0 0 0,0 1 0 0 0,0-1 1 0 0,0 1-1 0 0,0 0 0 0 0,1-1 0 0 0,-1 1 0 0 0,0-1 1 0 0,0 1-1 0 0,0-1 0 0 0,0 1 0 0 0,0-1 0 0 0,-1 1 0 0 0,1-1 1 0 0,0 1-1 0 0,0-1 0 0 0,-2-8 25 0 0,-1-1 0 0 0,0 1 0 0 0,0 1 0 0 0,-1-1 0 0 0,0 0 0 0 0,-1 1 0 0 0,0 0 0 0 0,-8-11 0 0 0,-2-5-11 0 0,-134-188-1088 0 0,-21 6-5000 0 0,-139-180-3145 0 0,129 114-323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2:11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3662 192 2832 0 0,'0'0'17004'0'0,"-9"-3"-16826"0"0,-27-9-58 0 0,27 9 15 0 0,4 3-3 0 0,-15 0-55 0 0,-11 0 401 0 0,0 0 0 0 0,0 2 0 0 0,-34 7-1 0 0,-75 33 406 0 0,90-25-652 0 0,-58 12 0 0 0,31-18-119 0 0,1-4 0 0 0,-97-2-1 0 0,-70 5 248 0 0,142 1-208 0 0,-1-5 1 0 0,0-4 0 0 0,-105-11 0 0 0,-55-25 149 0 0,-253-19 192 0 0,212 33-402 0 0,211 8-87 0 0,-114-29 0 0 0,-33-32 88 0 0,53 15 96 0 0,162 51-378 0 0,0 1 1 0 0,-1 2 0 0 0,-41-4-1 0 0,51 8-1722 0 0,1 1 0 0 0,-18 2-1 0 0,-11 5-6696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0:52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1232 0 0,'0'0'5593'0'0,"18"42"-1913"0"0,-12-16-1060 0 0,0 1-1316 0 0,0 7-2308 0 0,-3 4-2748 0 0,-3-4 864 0 0,0-8 575 0 0,-3-9 601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0:53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0 3880 0 0,'-12'10'5765'0'0,"-9"4"-2481"0"0,-3 3-1680 0 0,-12 0-5412 0 0,-9-8 844 0 0,-3-6 323 0 0,-5-12 281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0:53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1181 372 6081 0 0,'-5'16'7468'0'0,"-23"-2"-6532"0"0,-1-9-4752 0 0,-6-7 860 0 0,-11-7 331 0 0,-1-11 297 0 0</inkml:trace>
  <inkml:trace contextRef="#ctx0" brushRef="#br0" timeOffset="1">129 1 128 0 0,'-6'15'11621'0'0,"-3"2"-9033"0"0,0-5-1620 0 0,-9-1-4556 0 0,-9-3 412 0 0,0-14 364 0 0,-6-9-157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0:53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333 168 1728 0 0,'0'0'17838'0'0,"-25"0"-16174"0"0,-14-8-1392 0 0,4-4-524 0 0,-10-5-4132 0 0,-21-17 1227 0 0,3-9-695 0 0,3-10-3245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2:28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6437 572 4136 0 0,'0'0'5345'0'0,"5"-2"-1529"0"0,13-6-1696 0 0,-17 8-2000 0 0,0-1 0 0 0,0 1 1 0 0,0-1-1 0 0,0 1 1 0 0,0-1-1 0 0,0 1 0 0 0,0-1 1 0 0,-1 0-1 0 0,1 0 0 0 0,0 1 1 0 0,0-1-1 0 0,0 0 0 0 0,-1 0 1 0 0,1 0-1 0 0,-1 0 0 0 0,1 1 1 0 0,0-3-1 0 0,2-1 209 0 0,7-11-236 0 0,0 0 0 0 0,0 0 0 0 0,7-19 0 0 0,-7 13-2359 0 0,16-21 1 0 0,-9 17 2664 0 0,2 1 0 0 0,1 0 0 0 0,0 2 0 0 0,43-35 0 0 0,-44 42 168 0 0,0 1 0 0 0,1 2 0 0 0,1 0 0 0 0,0 1 0 0 0,1 0 0 0 0,39-11-1 0 0,-26 12-78 0 0,1 2-1 0 0,49-4 0 0 0,76 1-811 0 0,28-2-686 0 0,44-22 1902 0 0,43-4 1005 0 0,-1 14-832 0 0,230 33-552 0 0,-407-4-490 0 0,113 9-357 0 0,0 9 1 0 0,352 83-1 0 0,-68 16-345 0 0,0 37 1432 0 0,-363-106-714 0 0,-2 6 0 0 0,142 86-1 0 0,312 198-628 0 0,-103-34 513 0 0,-324-204-87 0 0,104 77-148 0 0,40 25 433 0 0,-221-155-188 0 0,139 92-274 0 0,249 183 467 0 0,-36 13-273 0 0,-11 23 534 0 0,-342-292-225 0 0,1 2 16 0 0,-3 4 0 0 0,-3 3-1 0 0,112 158 1 0 0,-154-191-140 0 0,121 187 83 0 0,14 67-79 0 0,56 177 116 0 0,-179-364-185 0 0,-5 2-1 0 0,31 160 1 0 0,-13 124-112 0 0,-31 3 329 0 0,-12-102-69 0 0,27 207-114 0 0,-31-413 42 0 0,13 116 60 0 0,47 551-136 0 0,-62 59 268 0 0,-20-544-145 0 0,5-74-54 0 0,3 143 23 0 0,0-7 26 0 0,-14-76-40 0 0,-20-3-16 0 0,26-204-39 0 0,-2-1 1 0 0,-2 0-1 0 0,-3-1 1 0 0,-2-1-1 0 0,-2-1 1 0 0,-3-1 0 0 0,-41 62-1 0 0,-6-14-119 0 0,-97 100-1 0 0,-99 76-71 0 0,260-265 192 0 0,-233 212 106 0 0,-17 3-14 0 0,14-13-61 0 0,-132 102-76 0 0,-9-16 215 0 0,306-236-125 0 0,-236 168 238 0 0,-336 217 35 0 0,453-310-143 0 0,-5-8 1 0 0,-5-9-1 0 0,-6-9 0 0 0,-267 95 0 0 0,113-76 12 0 0,-26-15-59 0 0,-24-17 85 0 0,-734 145 25 0 0,589-148 55 0 0,490-84-250 0 0,-284 35 110 0 0,-200-18 92 0 0,14-40 166 0 0,128-19-196 0 0,394 30-193 0 0,-1408-188-235 0 0,1174 142-206 0 0,-314-101 0 0 0,384 85 252 0 0,2-8-1 0 0,-228-124 1 0 0,254 107 138 0 0,5-6 0 0 0,-266-219 0 0 0,-251-324-191 0 0,146 22 270 0 0,366 406 294 0 0,-138-243 0 0 0,8-114 157 0 0,-173-614 284 0 0,360 857-677 0 0,-105-580 0 0 0,135 387-29 0 0,-7-848 1 0 0,90 913 70 0 0,88-572 0 0 0,9 428 120 0 0,58 15 256 0 0,131-208 341 0 0,-66 249-786 0 0,31 13-301 0 0,26 38 322 0 0,-203 361-5 0 0,173-196 0 0 0,94-27 399 0 0,-270 279-333 0 0,3 3 1 0 0,133-80 0 0 0,-95 78-162 0 0,184-78 0 0 0,150-15 7 0 0,11 40 501 0 0,-181 64-473 0 0,2 12 0 0 0,392-12 0 0 0,-286 54-1071 0 0,505 57 0 0 0,-523-8-954 0 0,566 89-8851 0 0,-490-57 6176 0 0,11 4-5080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02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1728 0 0,'0'0'8177'0'0,"21"-4"-5229"0"0,-1 2-4100 0 0,1 1-4828 0 0,1-4 3019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04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4049 264 1384 0 0,'5'-1'3334'0'0,"16"-3"1485"0"0,29 0-1 0 0,-41 4-4511 0 0,1 0-1 0 0,0 0 0 0 0,-1 1 0 0 0,1 1 0 0 0,11 2 0 0 0,-6 0-28 0 0,33 9 639 0 0,-1 3 0 0 0,67 32 0 0 0,-12-4 116 0 0,237 113 463 0 0,-162-70-1136 0 0,-80-42-202 0 0,139 68 140 0 0,-170-77-3 0 0,92 65-1 0 0,74 86 4 0 0,-182-140-201 0 0,-1 2 0 0 0,54 72 0 0 0,63 108 231 0 0,192 350 1 0 0,-164-201 36 0 0,-148-277-249 0 0,57 197 0 0 0,-72-172-113 0 0,25 235-1 0 0,-31 132 113 0 0,34 331-227 0 0,-43-687 111 0 0,27 263 84 0 0,-34-261-30 0 0,-12 211-1 0 0,-3-274-28 0 0,-4-1 0 0 0,-3-1-1 0 0,-3 0 1 0 0,-37 105 0 0 0,-137 306-16 0 0,-9 25 7 0 0,55-158 67 0 0,113-289-82 0 0,-3-2-1 0 0,-2-1 0 0 0,-64 79 0 0 0,56-86 37 0 0,-2-2-1 0 0,-2-2 0 0 0,-2-2 1 0 0,-2-3-1 0 0,-3-2 0 0 0,-73 44 1 0 0,43-38 104 0 0,-2-4 0 0 0,-2-4 0 0 0,-1-4 0 0 0,-2-4 0 0 0,-1-4 0 0 0,-2-4 0 0 0,0-4 0 0 0,-1-4 0 0 0,-178 5 0 0 0,124-23-59 0 0,1-8 0 0 0,-1-6 0 0 0,2-6 0 0 0,1-7 0 0 0,-185-61 0 0 0,127 20 48 0 0,-252-124-1 0 0,-102-122 172 0 0,-241-241-157 0 0,533 335-95 0 0,86 52 9 0 0,125 117-19 0 0,-225-236 181 0 0,200 196-147 0 0,5-3-1 0 0,3-3 1 0 0,5-4-1 0 0,5-2 1 0 0,4-4 0 0 0,-75-195-1 0 0,-93-403 128 0 0,150 340-73 0 0,58 223 4 0 0,0-276-1 0 0,60-146-7 0 0,-15 396-4 0 0,7 2 0 0 0,7 1 0 0 0,8 2 0 0 0,7 2 0 0 0,7 2 0 0 0,119-219 0 0 0,-103 244-346 0 0,173-227 0 0 0,-117 198 133 0 0,231-223-1 0 0,-69 129-15 0 0,190-87 19 0 0,-380 279 250 0 0,2 5-1 0 0,206-83 0 0 0,-235 116-31 0 0,123-27 0 0 0,-144 45-29 0 0,-1 2 1 0 0,1 3-1 0 0,61 1 1 0 0,-38 8-25 0 0,1 4 1 0 0,-2 3-1 0 0,1 4 0 0 0,98 29 1 0 0,310 125-384 0 0,-5 40-3117 0 0,101 25-11585 0 0,-367-169 5247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05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841 1 4176 0 0,'0'0'8771'0'0,"9"5"-6655"0"0,3 0-1594 0 0,-7-2-277 0 0,1-1 0 0 0,-1 1 0 0 0,0 0 0 0 0,0 0 0 0 0,-1 1 0 0 0,1 0 0 0 0,5 5 0 0 0,20 20 746 0 0,-2 2 1 0 0,-1 0-1 0 0,-2 1 0 0 0,37 63 0 0 0,-55-84-883 0 0,-1 1 0 0 0,-1-1 0 0 0,0 1 0 0 0,0 1 0 0 0,-2-1 0 0 0,1 0-1 0 0,-1 1 1 0 0,-1 0 0 0 0,-1-1 0 0 0,1 1 0 0 0,-2 0 0 0 0,0 0 0 0 0,0 0-1 0 0,-2 0 1 0 0,1 0 0 0 0,-2-1 0 0 0,1 1 0 0 0,-2-1 0 0 0,0 1 0 0 0,0-1-1 0 0,-10 18 1 0 0,6-16-96 0 0,-1-1 0 0 0,0-1 1 0 0,0 0-1 0 0,-1 0 0 0 0,-1-1 0 0 0,0 0 0 0 0,-1-1 0 0 0,0 0 0 0 0,0-1 0 0 0,-1 0 0 0 0,-1-1 0 0 0,1 0 1 0 0,-1-1-1 0 0,0-1 0 0 0,-1 0 0 0 0,-18 4 0 0 0,13-5 4 0 0,-1 0 0 0 0,-1-2 0 0 0,1 0 0 0 0,0-2 0 0 0,-1 0 0 0 0,1-2 0 0 0,-1 0 0 0 0,1-1 0 0 0,0-1 0 0 0,0-1 0 0 0,-26-9 0 0 0,6-1 39 0 0,1-2 1 0 0,1-1 0 0 0,0-2 0 0 0,1-2 0 0 0,2-2-1 0 0,-39-30 1 0 0,46 30 24 0 0,1-2 0 0 0,1-1 0 0 0,2-1 0 0 0,0-1 0 0 0,2-1 0 0 0,1-2 0 0 0,-26-45 0 0 0,40 60-35 0 0,0 0 0 0 0,1 0 1 0 0,0-1-1 0 0,2 0 0 0 0,0 0 0 0 0,1-1 0 0 0,0 0 0 0 0,-1-33 0 0 0,5 48-36 0 0,0 0 0 0 0,0 0-1 0 0,0 0 1 0 0,0 0 0 0 0,1-1 0 0 0,-1 1 0 0 0,1 0 0 0 0,0 0 0 0 0,0 0 0 0 0,0 0 0 0 0,1 1 0 0 0,-1-1 0 0 0,1 0-1 0 0,-1 0 1 0 0,1 1 0 0 0,0-1 0 0 0,0 1 0 0 0,0 0 0 0 0,0-1 0 0 0,1 1 0 0 0,-1 0 0 0 0,1 0 0 0 0,-1 0-1 0 0,1 1 1 0 0,-1-1 0 0 0,1 1 0 0 0,0-1 0 0 0,0 1 0 0 0,4-1 0 0 0,0 0 23 0 0,0 1 0 0 0,0 0 0 0 0,0 0 0 0 0,0 0-1 0 0,0 1 1 0 0,1 0 0 0 0,-1 1 0 0 0,0 0 0 0 0,0 0 0 0 0,0 0 0 0 0,-1 1 0 0 0,9 3 0 0 0,5 3 52 0 0,-1 1 0 0 0,0 0 1 0 0,0 2-1 0 0,-2 0 0 0 0,1 1 1 0 0,-1 1-1 0 0,-1 1 0 0 0,0 0 1 0 0,21 26-1 0 0,-18-17-23 0 0,-1 1 0 0 0,-1 1 0 0 0,-1 1 0 0 0,-1 0 0 0 0,-1 0 1 0 0,12 35-1 0 0,-22-50-114 0 0,0 0 0 0 0,-1 1 1 0 0,-1-1-1 0 0,0 0 0 0 0,0 1 1 0 0,-1 16-1 0 0,-1-24-135 0 0,0 0-1 0 0,0 0 1 0 0,-1 0-1 0 0,0 0 1 0 0,0 0-1 0 0,0 0 1 0 0,0 0-1 0 0,-1 0 1 0 0,-2 5-1 0 0,2-6-216 0 0,0-1-1 0 0,1 0 1 0 0,-1 0-1 0 0,0 1 1 0 0,0-1-1 0 0,0 0 1 0 0,-1-1-1 0 0,1 1 1 0 0,0 0-1 0 0,-1-1 1 0 0,1 1 0 0 0,-1-1-1 0 0,1 0 1 0 0,-6 2-1 0 0,4-2-182 0 0,0 0 1 0 0,-1 0-1 0 0,1 0 0 0 0,0-1 0 0 0,0 0 0 0 0,0 0 1 0 0,0 0-1 0 0,-1 0 0 0 0,1-1 0 0 0,0 0 1 0 0,0 0-1 0 0,0 0 0 0 0,0 0 0 0 0,-6-3 0 0 0,-32-15-8160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06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1 360 0 0,'0'0'14178'0'0,"0"3"-11248"0"0,3 9 3570 0 0,-2-6-6240 0 0,3 10-159 0 0,1 1 0 0 0,1-1 0 0 0,0-1-1 0 0,1 1 1 0 0,1-1 0 0 0,0 0 0 0 0,1 0-1 0 0,12 14 1 0 0,96 108 489 0 0,-108-128-532 0 0,55 61 382 0 0,-3 3 0 0 0,91 141-1 0 0,-142-197-407 0 0,0 1-1 0 0,-2 1 1 0 0,0-1-1 0 0,-1 1 1 0 0,0 1-1 0 0,4 26 1 0 0,-9-37-72 0 0,-1 0-1 0 0,0 0 1 0 0,0 0 0 0 0,-1 0 0 0 0,0 0 0 0 0,-1 0-1 0 0,0 1 1 0 0,0-1 0 0 0,-1 0 0 0 0,0-1-1 0 0,-1 1 1 0 0,0 0 0 0 0,0 0 0 0 0,-1-1 0 0 0,0 0-1 0 0,-6 10 1 0 0,5-12-29 0 0,0-1-1 0 0,0 1 1 0 0,0-1 0 0 0,-1 0-1 0 0,1-1 1 0 0,-1 1 0 0 0,0-1-1 0 0,0 0 1 0 0,-1-1 0 0 0,1 0-1 0 0,-1 0 1 0 0,0 0 0 0 0,0-1-1 0 0,0 1 1 0 0,0-2 0 0 0,0 1-1 0 0,0-1 1 0 0,-1 0 0 0 0,-9-1-1 0 0,-2 0-33 0 0,1 0-1 0 0,-1-2 1 0 0,1-1-1 0 0,0 0 1 0 0,0-1-1 0 0,-28-10 1 0 0,14 1 100 0 0,1 0 0 0 0,1-3 0 0 0,0 0 0 0 0,-38-30 0 0 0,-99-94 2204 0 0,146 122-1227 0 0,20 16 342 0 0,8 10-1126 0 0,8 8-124 0 0,166 162-762 0 0,-178-175 553 0 0,36 27-903 0 0,-35-27 304 0 0,0-1 0 0 0,0 1-1 0 0,0-1 1 0 0,0-1 0 0 0,1 1-1 0 0,-1 0 1 0 0,1-1 0 0 0,5 1 0 0 0,-8-2 353 0 0,0 0 0 0 0,0 0 1 0 0,0 0-1 0 0,-1 0 0 0 0,1 0 1 0 0,0 0-1 0 0,0-1 1 0 0,0 1-1 0 0,-1-1 0 0 0,1 1 1 0 0,0-1-1 0 0,0 0 1 0 0,-1 0-1 0 0,1 0 0 0 0,-1 0 1 0 0,1 0-1 0 0,-1 0 0 0 0,1 0 1 0 0,-1 0-1 0 0,1-1 1 0 0,-1 1-1 0 0,2-3 0 0 0,15-22-8607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06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816 99 7769 0 0,'8'16'5653'0'0,"-6"-13"-2484"0"0,-3 1-962 0 0,-1 2-1631 0 0,-1 1-1 0 0,1-1 1 0 0,-1 0 0 0 0,0 0 0 0 0,0 0 0 0 0,-1 0 0 0 0,1 0-1 0 0,-7 6 1 0 0,-46 43 1334 0 0,-16 16-774 0 0,60-58-1013 0 0,1 1-1 0 0,0 0 1 0 0,-14 26 0 0 0,20-29-72 0 0,0 0 1 0 0,1 1 0 0 0,0 0-1 0 0,1-1 1 0 0,0 1 0 0 0,1 1 0 0 0,0-1-1 0 0,1 0 1 0 0,0 0 0 0 0,1 1-1 0 0,1-1 1 0 0,3 23 0 0 0,-2-24-21 0 0,0 0 1 0 0,1-1-1 0 0,0 1 1 0 0,1-1-1 0 0,0 0 1 0 0,1 0-1 0 0,0 0 1 0 0,0 0-1 0 0,1-1 1 0 0,0 0-1 0 0,1 0 1 0 0,0-1-1 0 0,0 1 1 0 0,13 9-1 0 0,-17-15 0 0 0,-2-2-20 0 0,0 0-1 0 0,1 0 1 0 0,-1 0 0 0 0,0-1 0 0 0,0 1 0 0 0,0 0 0 0 0,1 0-1 0 0,-1-1 1 0 0,0 1 0 0 0,1-1 0 0 0,-1 1 0 0 0,1-1 0 0 0,-1 1-1 0 0,0-1 1 0 0,1 0 0 0 0,2 0 0 0 0,13-2 0 0 0,-15 1-12 0 0,0-1 1 0 0,-1 1-1 0 0,1 0 1 0 0,0 0 0 0 0,0-1-1 0 0,-1 1 1 0 0,1-1-1 0 0,-1 1 1 0 0,0-1 0 0 0,1 0-1 0 0,-1 1 1 0 0,0-1-1 0 0,0 0 1 0 0,0 0-1 0 0,0 0 1 0 0,0 0 0 0 0,0 0-1 0 0,-1 0 1 0 0,1 0-1 0 0,-1 0 1 0 0,1 0 0 0 0,-1 0-1 0 0,0-1 1 0 0,0-1-1 0 0,0-3-5 0 0,0-1 0 0 0,0 1 0 0 0,-1 0-1 0 0,0 0 1 0 0,0-1 0 0 0,-3-8 0 0 0,-4-5 2 0 0,0 1-1 0 0,-1 0 1 0 0,-1 1 0 0 0,0 0 0 0 0,-2 1 0 0 0,0 0 0 0 0,-20-22 0 0 0,-5 0-212 0 0,-72-62 0 0 0,53 58-684 0 0,-85-53 0 0 0,38 36-2630 0 0,0 3-3761 0 0,59 31 2734 0 0,7 3-3873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07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1563 550 3840 0 0,'0'0'14600'0'0,"-7"-8"-12648"0"0,-205-204 2120 0 0,-19 9-3484 0 0,188 166-415 0 0,23 20 147 0 0,0 1-1 0 0,0 1 1 0 0,-38-20-1 0 0,40 29 15 0 0,15 5-165 0 0,1 4-32 0 0,-7 10 17 0 0,8-13-145 0 0,1 1 0 0 0,0-1 0 0 0,-1 1 0 0 0,1-1 0 0 0,0 1 0 0 0,-1-1-1 0 0,1 1 1 0 0,0-1 0 0 0,0 1 0 0 0,0-1 0 0 0,0 1 0 0 0,0-1 0 0 0,0 1 0 0 0,-1 0 0 0 0,1-1 0 0 0,1 2 0 0 0,-5 48 314 0 0,-9 74 459 0 0,10-109-729 0 0,0-1 1 0 0,-1 1-1 0 0,-1-1 1 0 0,0 1-1 0 0,-1-1 1 0 0,-12 19-1 0 0,10-21-59 0 0,0 0-1 0 0,-1-1 1 0 0,0 0 0 0 0,-1-1 0 0 0,0 0-1 0 0,-1 0 1 0 0,-12 8 0 0 0,6-7-276 0 0,0-1 1 0 0,0 0 0 0 0,-1-1-1 0 0,-28 10 1 0 0,10-8-1378 0 0,0-1-1 0 0,-1-3 1 0 0,0 0 0 0 0,-74 2-1 0 0,57-9-1150 0 0,0-2-1 0 0,-86-14 0 0 0,-7-12-5171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27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14 4224 0 0,'-6'-14'16245'0'0,"16"23"-15091"0"0,106 128 1191 0 0,14 71-919 0 0,-62-93-1120 0 0,-48-84-276 0 0,76 116-140 0 0,-93-143 106 0 0,0 0 0 0 0,0 0 1 0 0,1 0-1 0 0,-1 0 0 0 0,1 0 0 0 0,0-1 0 0 0,0 0 0 0 0,6 4 0 0 0,-8-6-8 0 0,2-6 39 0 0,0-1-6 0 0,0-1 0 0 0,0 1 1 0 0,-1-1-1 0 0,0 0 1 0 0,0 0-1 0 0,0 0 0 0 0,-1-1 1 0 0,0 1-1 0 0,1-10 1 0 0,1-30 77 0 0,-2-93 0 0 0,-4 70-34 0 0,8 13 48 0 0,-7 54-99 0 0,1 1 0 0 0,1-1-1 0 0,-1 1 1 0 0,0-1-1 0 0,1 1 1 0 0,-1-1 0 0 0,1 1-1 0 0,0-1 1 0 0,-1 1-1 0 0,3-3 1 0 0,2-8 129 0 0,-5 12-130 0 0,1 0 1 0 0,-1 1-1 0 0,0-1 1 0 0,1 0-1 0 0,-1 0 0 0 0,1 0 1 0 0,0 0-1 0 0,-1 1 0 0 0,1-1 1 0 0,0 0-1 0 0,-1 0 0 0 0,1 1 1 0 0,0-1-1 0 0,0 1 0 0 0,1-2 1 0 0,0 1 25 0 0,5-2 119 0 0,8 0 61 0 0,-14 3-209 0 0,-1 0 0 0 0,1 0 0 0 0,-1 0 1 0 0,1 0-1 0 0,-1 0 0 0 0,1 0 0 0 0,-1 0 0 0 0,1 0 0 0 0,0 0 0 0 0,-1 1 0 0 0,1-1 1 0 0,-1 0-1 0 0,1 0 0 0 0,-1 0 0 0 0,0 1 0 0 0,1-1 0 0 0,0 1 0 0 0,16 8 79 0 0,0 1-1 0 0,-1 1 1 0 0,-1 1-1 0 0,0 0 0 0 0,16 17 1 0 0,106 106-6 0 0,-131-130-113 0 0,1 0 1 0 0,0 0 0 0 0,0 0-1 0 0,0-1 1 0 0,1 0 0 0 0,10 3-1 0 0,-15-6-98 0 0,1-3-33 0 0,-1 0 89 0 0,0 0 0 0 0,0 0 0 0 0,-1 0 1 0 0,1-1-1 0 0,-1 1 0 0 0,1-1 0 0 0,-1 1 0 0 0,0-1 1 0 0,0 0-1 0 0,0 0 0 0 0,0 0 0 0 0,2-4 0 0 0,16-47-828 0 0,-10 25 562 0 0,19-38 0 0 0,-10 36 338 0 0,-18 30 10 0 0,-1 0 0 0 0,1-1 1 0 0,0 1-1 0 0,1 0 0 0 0,-1 0 1 0 0,0 0-1 0 0,0-1 0 0 0,0 1 1 0 0,1 1-1 0 0,-1-1 0 0 0,1 0 1 0 0,-1 0-1 0 0,0 0 0 0 0,1 1 1 0 0,2-2-1 0 0,-2 1 2 0 0,0 1 65 0 0,3 0-39 0 0,15 4 2 0 0,-19-4-30 0 0,1 0 0 0 0,-1 0 0 0 0,0 0 0 0 0,0 0 0 0 0,1 1 0 0 0,-1-1 0 0 0,0 0 0 0 0,0 1 0 0 0,1-1-1 0 0,-1 1 1 0 0,2 1 0 0 0,0 0 13 0 0,0-1 111 0 0,1-2-39 0 0,14-1-20 0 0,-11 0-64 0 0,4-6-135 0 0,0 0 0 0 0,-1-1 1 0 0,12-13-1 0 0,-1 1 46 0 0,-6 10 220 0 0,1 0 0 0 0,0 1 0 0 0,0 0-1 0 0,1 2 1 0 0,0 0 0 0 0,0 0 0 0 0,1 2-1 0 0,0 0 1 0 0,0 1 0 0 0,1 1 0 0 0,0 1-1 0 0,23-2 1 0 0,4 3 120 0 0,0 2 0 0 0,0 2 0 0 0,83 14 0 0 0,-37 6-1332 0 0,-32-3-4858 0 0,-50-16 4119 0 0,0 0 0 0 0,1 0 0 0 0,0-1-1 0 0,15 1 1 0 0,-1-4-7398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28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1391 112 104 0 0,'0'-5'7075'0'0,"0"-5"-3723"0"0,-1 0-1 0 0,-3-15 1 0 0,2 18-2115 0 0,-1 0 0 0 0,1 0 0 0 0,-1 0 0 0 0,-7-12 0 0 0,9 19-1166 0 0,1-1-21 0 0,0 1 1 0 0,0 0-1 0 0,0-1 0 0 0,0 1 0 0 0,-1 0 0 0 0,1-1 0 0 0,0 1 1 0 0,0-1-1 0 0,-1 1 0 0 0,1 0 0 0 0,0 0 0 0 0,-1-1 1 0 0,1 1-1 0 0,0 0 0 0 0,-1 0 0 0 0,1-1 0 0 0,-1 1 0 0 0,1 0 1 0 0,0 0-1 0 0,-1 0 0 0 0,1 0 0 0 0,-1-1 0 0 0,0 1 1 0 0,-4-4 2234 0 0,0 7-1588 0 0,-2 1-536 0 0,1 0-1 0 0,0 0 0 0 0,0 1 0 0 0,0-1 1 0 0,1 1-1 0 0,0 1 0 0 0,0-1 1 0 0,-7 10-1 0 0,0 3-16 0 0,-1-1 1 0 0,0-1-1 0 0,-1 0 0 0 0,-17 14 1 0 0,24-23-194 0 0,-1-1 0 0 0,0-1 0 0 0,-1 1 0 0 0,1-1 0 0 0,-1-1 0 0 0,0 1 0 0 0,0-2 0 0 0,0 1-1 0 0,-1-1 1 0 0,0-1 0 0 0,-9 2 0 0 0,2-2-3 0 0,0-1-1 0 0,0-1 1 0 0,0-1-1 0 0,0 0 0 0 0,0-1 1 0 0,0-1-1 0 0,-27-8 1 0 0,-113-47 12 0 0,141 51 33 0 0,-69-30-8 0 0,-84-32 72 0 0,150 63 3 0 0,0 1 0 0 0,0 1-1 0 0,0 0 1 0 0,0 2 0 0 0,-1 0-1 0 0,1 1 1 0 0,-25 2-1 0 0,35 0-19 0 0,0 1 0 0 0,0 0 0 0 0,0 0 0 0 0,1 0 0 0 0,-1 1 0 0 0,1 1-1 0 0,-1-1 1 0 0,1 1 0 0 0,0 1 0 0 0,0 0 0 0 0,1 0 0 0 0,-11 9 0 0 0,7-4 9 0 0,0 2 0 0 0,1-1 1 0 0,0 1-1 0 0,1 1 1 0 0,0 0-1 0 0,-10 21 0 0 0,-16 36-8 0 0,-35 62-346 0 0,63-124 251 0 0,6-7 3 0 0,-1 0-17 0 0,-6 4 33 0 0,6-4 125 0 0,5-9-74 0 0,0 0-2 0 0,-2 2-6 0 0,1 1 1 0 0,0-1-1 0 0,0 1 1 0 0,1-1 0 0 0,0 1-1 0 0,-1 0 1 0 0,2 0-1 0 0,6-8 1 0 0,7-5 7 0 0,1 2-1 0 0,1 0 0 0 0,0 1 1 0 0,22-13-1 0 0,86-43-57 0 0,-88 52-266 0 0,62-21 0 0 0,-70 30-1577 0 0,36-5 1 0 0,-31 8-5046 0 0,53-16 0 0 0,-49 9-1994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30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65 718 1744 0 0,'0'0'8736'0'0,"-1"-2"-6352"0"0,-27-44 953 0 0,21 36-3047 0 0,6 8-119 0 0,-1 0 0 0 0,0 0 1 0 0,1-1-1 0 0,0 1 1 0 0,0-1-1 0 0,-1 1 1 0 0,1-1-1 0 0,-1-4 1 0 0,-1-2 214 0 0,0 2 26 0 0,1 1 1 0 0,0-1-1 0 0,0 0 1 0 0,1 0-1 0 0,0 1 1 0 0,-1-13-1 0 0,2 5 62 0 0,1 0 0 0 0,0-1 0 0 0,1 1-1 0 0,6-26 1 0 0,-6 35-427 0 0,0 1 0 0 0,0-1 0 0 0,0 0-1 0 0,0 1 1 0 0,1-1 0 0 0,-1 1 0 0 0,1-1-1 0 0,1 1 1 0 0,-1 0 0 0 0,0 1 0 0 0,1-1 0 0 0,0 1-1 0 0,0-1 1 0 0,0 1 0 0 0,0 0 0 0 0,1 0 0 0 0,-1 1-1 0 0,1-1 1 0 0,-1 1 0 0 0,1 0 0 0 0,0 0-1 0 0,0 1 1 0 0,0 0 0 0 0,0 0 0 0 0,0 0 0 0 0,0 0-1 0 0,0 1 1 0 0,7-1 0 0 0,5 2-18 0 0,-1 1-1 0 0,1 0 1 0 0,-1 2-1 0 0,0-1 1 0 0,0 2 0 0 0,0 0-1 0 0,-1 1 1 0 0,0 1-1 0 0,0 0 1 0 0,0 1 0 0 0,17 13-1 0 0,-1 1 128 0 0,-2 1-1 0 0,0 1 0 0 0,48 55 1 0 0,-43-39 30 0 0,-3 1 1 0 0,33 55 0 0 0,37 98 271 0 0,-81-148-342 0 0,-3 0 0 0 0,-1 1 0 0 0,15 83-1 0 0,-30-120-105 0 0,-1-1-1 0 0,0 1 0 0 0,0-1 1 0 0,-3 14-1 0 0,3-21-12 0 0,0-1 5 0 0,0-1 0 0 0,-1 1-1 0 0,1-1 1 0 0,0 1 0 0 0,0-1 0 0 0,0 1-1 0 0,0-1 1 0 0,-1 1 0 0 0,1-1 0 0 0,0 1-1 0 0,0-1 1 0 0,-1 1 0 0 0,1-1 0 0 0,0 1-1 0 0,-1-1 1 0 0,1 0 0 0 0,-1 1 0 0 0,1-1-1 0 0,-1 0 1 0 0,1 1 0 0 0,0-1-1 0 0,-1 0 1 0 0,1 1 0 0 0,-1-1 0 0 0,1 0-1 0 0,-1 0 1 0 0,0 1 0 0 0,0-1 1 0 0,-4 0-14 0 0,1 0 13 0 0,3 0 1 0 0,-1 0 0 0 0,1 0 0 0 0,0-1 0 0 0,-1 1 0 0 0,1 0 0 0 0,0-1 0 0 0,0 1 0 0 0,-1-1 1 0 0,1 0-1 0 0,0 1 0 0 0,0-1 0 0 0,0 0 0 0 0,0 0 0 0 0,-2-1 0 0 0,-10-6-23 0 0,0-2 0 0 0,0 0 1 0 0,1-1-1 0 0,-20-23 0 0 0,11 7-68 0 0,1-2-1 0 0,2-1 1 0 0,-19-38-1 0 0,16 21 12 0 0,-23-75-1 0 0,32 78 219 0 0,-12-79 0 0 0,23 107-54 0 0,-1 0 1 0 0,2 0-1 0 0,0 0 1 0 0,1 0-1 0 0,1 0 1 0 0,6-24-1 0 0,-6 31-17 0 0,0 0-1 0 0,2-1 0 0 0,-1 1 0 0 0,1 1 0 0 0,0-1 0 0 0,1 1 0 0 0,0-1 1 0 0,0 1-1 0 0,1 0 0 0 0,0 1 0 0 0,0 0 0 0 0,9-8 0 0 0,-10 11-39 0 0,1 1 0 0 0,-1-1 0 0 0,1 1 0 0 0,0 0-1 0 0,0 1 1 0 0,1-1 0 0 0,-1 1 0 0 0,0 0 0 0 0,1 1 0 0 0,-1 0-1 0 0,1 0 1 0 0,0 0 0 0 0,-1 1 0 0 0,1 0 0 0 0,7 1 0 0 0,13 1 21 0 0,-1 2 0 0 0,35 9 0 0 0,-56-12-43 0 0,85 24-72 0 0,21 6-81 0 0,-93-28 120 0 0,1 0 1 0 0,-1-1-1 0 0,1-1 1 0 0,21-1-1 0 0,-29-1-11 0 0,-1 0 0 0 0,1-1 0 0 0,-1-1-1 0 0,1 0 1 0 0,-1 0 0 0 0,0-1 0 0 0,0 0 0 0 0,-1-1 0 0 0,1 0-1 0 0,-1 0 1 0 0,0-1 0 0 0,0-1 0 0 0,-1 1 0 0 0,0-1 0 0 0,0-1-1 0 0,0 1 1 0 0,-1-1 0 0 0,0-1 0 0 0,-1 1 0 0 0,7-12 0 0 0,14-30-75 0 0,-19 34 186 0 0,1 0 1 0 0,0 0-1 0 0,19-22 1 0 0,-26 36-48 0 0,-1-1 1 0 0,2 2-1 0 0,-1-1 1 0 0,0 0-1 0 0,0 0 1 0 0,0 1-1 0 0,1-1 1 0 0,-1 1-1 0 0,1 0 0 0 0,-1 0 1 0 0,1 0-1 0 0,0 0 1 0 0,-1 0-1 0 0,1 0 1 0 0,4 0-1 0 0,-2 1-5 0 0,-1 0-1 0 0,1 0 1 0 0,0 0-1 0 0,-1 1 1 0 0,1 0-1 0 0,0 0 1 0 0,-1 0-1 0 0,8 3 1 0 0,4 3-30 0 0,-1 1 0 0 0,1 1 0 0 0,26 19 0 0 0,-35-22-10 0 0,-6-5-21 0 0,0-1 2 0 0,0 1 0 0 0,0 0-1 0 0,0 0 1 0 0,0-1 0 0 0,0 1-1 0 0,0-1 1 0 0,1 1 0 0 0,-1-1 0 0 0,0 1-1 0 0,2-1 1 0 0,-2 1-55 0 0,1-5-7 0 0,6-12 33 0 0,-7 6-21 0 0,-2-6 86 0 0,-5-171 127 0 0,6 181-60 0 0,1 0 1 0 0,0 0-1 0 0,0 0 0 0 0,0 1 0 0 0,0-1 0 0 0,1 0 1 0 0,0 0-1 0 0,0 1 0 0 0,6-10 0 0 0,-6 12-31 0 0,0 0 0 0 0,1 0 0 0 0,-1 0 1 0 0,0 0-1 0 0,1 1 0 0 0,0-1 0 0 0,0 1 0 0 0,-1 0 0 0 0,1 0 0 0 0,0 0 0 0 0,1 0 0 0 0,-1 1 0 0 0,0-1 0 0 0,1 1 0 0 0,-1 0 1 0 0,0-1-1 0 0,5 1 0 0 0,11-1 16 0 0,0 0 1 0 0,0 2 0 0 0,0 0-1 0 0,0 2 1 0 0,37 6-1 0 0,-35-4-12 0 0,286 63-2192 0 0,59 8-8678 0 0,-189-64 6161 0 0,11-14-5070 0 0,-187 3 9713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32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1389 12 296 0 0,'0'0'22695'0'0,"-9"-3"-22412"0"0,3 1-224 0 0,4 1-44 0 0,0 0-1 0 0,0 0 1 0 0,0 1-1 0 0,0-1 1 0 0,-1 0-1 0 0,1 1 0 0 0,0 0 1 0 0,0-1-1 0 0,-1 1 1 0 0,1 0-1 0 0,0 0 1 0 0,-1 0-1 0 0,1 0 1 0 0,0 1-1 0 0,0-1 1 0 0,-1 1-1 0 0,1-1 0 0 0,0 1 1 0 0,0 0-1 0 0,0 0 1 0 0,-1 0-1 0 0,1 0 1 0 0,-3 2-1 0 0,-21 24 159 0 0,1 1-1 0 0,2 1 1 0 0,-25 40-1 0 0,-13 17-76 0 0,38-58-129 0 0,-1 0 1 0 0,-1-2 0 0 0,-1 0 0 0 0,-32 22 0 0 0,42-36 4 0 0,-1 0 0 0 0,0-2 0 0 0,-1 0 0 0 0,0-1 0 0 0,0-1-1 0 0,-1-1 1 0 0,0-1 0 0 0,-38 8 0 0 0,30-10 13 0 0,1-2-1 0 0,-1 0 0 0 0,0-2 1 0 0,1-2-1 0 0,-1 0 1 0 0,-45-10-1 0 0,21-1 87 0 0,1-2-1 0 0,-69-31 1 0 0,67 22-16 0 0,-69-45-1 0 0,103 58-43 0 0,1-1 1 0 0,0-1-1 0 0,1 0 0 0 0,1-2 0 0 0,0 1 1 0 0,-19-26-1 0 0,31 35-10 0 0,-1 0-1 0 0,1-1 1 0 0,1 0 0 0 0,-1 1 0 0 0,1-1-1 0 0,-3-9 1 0 0,5 13-3 0 0,0 1 0 0 0,0 0 0 0 0,-1 0 0 0 0,1 0 0 0 0,0-1 0 0 0,0 1 0 0 0,0 0 0 0 0,0 0 0 0 0,0-1 0 0 0,1 1 0 0 0,-1 0 0 0 0,0 0 0 0 0,0-1 0 0 0,2 0 0 0 0,-1-2-6 0 0,-1 4 7 0 0,0-1 0 0 0,0 1 0 0 0,0-1 0 0 0,0 1 1 0 0,0-1-1 0 0,0 1 0 0 0,0 0 0 0 0,1-1 0 0 0,-1 1 0 0 0,0-1 0 0 0,0 1 0 0 0,1 0 0 0 0,-1-1 0 0 0,0 1 0 0 0,0 0 0 0 0,1-1 0 0 0,-1 1 0 0 0,0 0 0 0 0,1-1 0 0 0,-1 1 0 0 0,1-1 1 0 0,4-3 15 0 0,-1 0-1 0 0,2 0 1 0 0,-1 1 0 0 0,0-1 0 0 0,1 1 0 0 0,-1 0 0 0 0,1 1 0 0 0,0-1 0 0 0,0 1 0 0 0,0 0 0 0 0,8-1 0 0 0,3 1 54 0 0,-1 1 1 0 0,0 1-1 0 0,1 0 0 0 0,-1 1 1 0 0,0 1-1 0 0,0 1 1 0 0,17 4-1 0 0,109 39 554 0 0,-140-45-616 0 0,107 42 624 0 0,159 88 0 0 0,79 90 85 0 0,-128-46-956 0 0,-84-51-3547 0 0,-59-60-1737 0 0,-64-56 4060 0 0,1 0 0 0 0,0 0 0 0 0,0-1 1 0 0,25 8-1 0 0,10-1-6538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34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1464 3536 0 0,'4'0'4121'0'0,"50"-2"4827"0"0,-28-2-7581 0 0,19-11 552 0 0,-42 14-1638 0 0,-3-24-27 0 0,-2 14-84 0 0,-80-163 1014 0 0,19 47-147 0 0,56 111-954 0 0,-104-245 1125 0 0,94 212-969 0 0,2-1-1 0 0,1 0 1 0 0,-8-77 0 0 0,16 62 140 0 0,4 0 0 0 0,9-102 0 0 0,-5 132-317 0 0,8-57 116 0 0,-8 80-156 0 0,1 0-1 0 0,0-1 1 0 0,0 1-1 0 0,2 1 1 0 0,6-15-1 0 0,-9 23-12 0 0,-1 0 0 0 0,1 1 0 0 0,0-1 1 0 0,0 0-1 0 0,0 1 0 0 0,0 0 0 0 0,0-1 0 0 0,1 1 0 0 0,-1 0 0 0 0,1 0 0 0 0,0 0 0 0 0,-1 1 0 0 0,1-1 1 0 0,0 1-1 0 0,0-1 0 0 0,0 1 0 0 0,0 0 0 0 0,0 0 0 0 0,5-1 0 0 0,0 1 11 0 0,0 1 1 0 0,1-1-1 0 0,-1 1 0 0 0,0 1 0 0 0,17 2 0 0 0,-9 0 3 0 0,1 1-1 0 0,-1 1 0 0 0,0 1 0 0 0,0 0 0 0 0,-1 1 1 0 0,0 0-1 0 0,15 11 0 0 0,-2 0 41 0 0,-1 2 0 0 0,34 31 0 0 0,-46-36-36 0 0,0 1-1 0 0,-1 0 0 0 0,0 0 1 0 0,14 24-1 0 0,-23-32-58 0 0,0 1 0 0 0,0 0 1 0 0,-1 1-1 0 0,0-1 0 0 0,0 1 0 0 0,-1 0 1 0 0,-1 0-1 0 0,0 0 0 0 0,0 0 1 0 0,0 17-1 0 0,-2-24 0 0 0,0 0 0 0 0,0 1 0 0 0,0-1 0 0 0,-1 0 1 0 0,0 1-1 0 0,1-1 0 0 0,-1 0 0 0 0,-1 0 0 0 0,1 0 0 0 0,0 0 0 0 0,-1 0 0 0 0,1 0 1 0 0,-1 0-1 0 0,0 0 0 0 0,0-1 0 0 0,0 1 0 0 0,0-1 0 0 0,-4 3 0 0 0,3-2 5 0 0,-1-1 0 0 0,0 1 0 0 0,1-1-1 0 0,-1 0 1 0 0,0 0 0 0 0,0-1-1 0 0,0 1 1 0 0,0-1 0 0 0,0 0-1 0 0,-1 0 1 0 0,1 0 0 0 0,0-1 0 0 0,-1 0-1 0 0,1 1 1 0 0,-5-2 0 0 0,-20-1-3 0 0,20 2 34 0 0,4-1 0 0 0,1 1 1 0 0,-1-1-1 0 0,1 0 0 0 0,-1 0 1 0 0,1 0-1 0 0,-6-3 0 0 0,-2 0 33 0 0,9 3 15 0 0,15-1-383 0 0,3 0 327 0 0,1 1 0 0 0,-1 1-1 0 0,0 0 1 0 0,27 3-1 0 0,3 6 47 0 0,-1 1-1 0 0,65 25 0 0 0,-91-28 22 0 0,1 1 0 0 0,-2 1 1 0 0,1 0-1 0 0,-1 1 0 0 0,0 2 1 0 0,-1-1-1 0 0,-1 2 0 0 0,18 17 1 0 0,-29-26-31 0 0,-1 0 0 0 0,1 1-1 0 0,-1-1 1 0 0,0 1 0 0 0,0 0 0 0 0,0 0 0 0 0,0 0 0 0 0,-1 1 0 0 0,2 6 0 0 0,-3-9-10 0 0,-1 1 0 0 0,1 0-1 0 0,-1 0 1 0 0,1-1 0 0 0,-1 1 0 0 0,0 0 0 0 0,-1 0 0 0 0,1-1 0 0 0,-1 1 0 0 0,1 0 0 0 0,-1-1 0 0 0,0 1-1 0 0,-1-1 1 0 0,1 1 0 0 0,-3 4 0 0 0,0-2-9 0 0,0 1 0 0 0,-1-1 0 0 0,0 0 0 0 0,0 0 0 0 0,0-1 0 0 0,-1 0 0 0 0,0 0 0 0 0,0 0 0 0 0,0 0 0 0 0,-9 4 0 0 0,-5 2-150 0 0,-1-1 0 0 0,-25 10 1 0 0,9-8-834 0 0,-57 13 1 0 0,46-16-1748 0 0,0-2 0 0 0,0-3 0 0 0,-1-2 0 0 0,-76-5 0 0 0,18-8-5863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43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489 67 1872 0 0,'-2'-2'1730'0'0,"-27"-30"6265"0"0,27 30-6602 0 0,0-1-201 0 0,-15-22 737 0 0,16 22 463 0 0,9 8-1831 0 0,1 1-341 0 0,-1 1 0 0 0,1 0 0 0 0,-1 0 1 0 0,-1 0-1 0 0,1 1 0 0 0,-1 0 0 0 0,0 1 1 0 0,5 9-1 0 0,-2 4 362 0 0,9 26 1 0 0,-19-47-571 0 0,1 0 1 0 0,-1 0-1 0 0,1 1 1 0 0,-1-1-1 0 0,0 0 1 0 0,1 0-1 0 0,-1 1 1 0 0,0-1 0 0 0,0 0-1 0 0,0 1 1 0 0,0-1-1 0 0,0 1 1 0 0,0-1-1 0 0,-1 2 1 0 0,0 1 23 0 0,1 3 11 0 0,-1-1 0 0 0,0 1 0 0 0,0-1 0 0 0,0 1 0 0 0,-1-1 0 0 0,0 0 0 0 0,0 1 0 0 0,-1-1 0 0 0,1 0 0 0 0,-1 0 0 0 0,-1-1 0 0 0,1 1 0 0 0,-1-1 0 0 0,0 0 0 0 0,0 0 0 0 0,-6 6 0 0 0,1-3 61 0 0,0-1 0 0 0,0 0 0 0 0,0 0 0 0 0,-1 0 0 0 0,0-1 0 0 0,0-1 0 0 0,-21 8 0 0 0,17-9-10 0 0,-1 0 0 0 0,0-1 1 0 0,1-1-1 0 0,-1 0 0 0 0,-27-1 0 0 0,37 0-85 0 0,1-2 1 0 0,-1 1-1 0 0,1 0 0 0 0,-1-1 0 0 0,1 0 1 0 0,-5-1-1 0 0,-4-2 1 0 0,0 1 8 0 0,-1-1-1 0 0,0 0 1 0 0,1-1-1 0 0,0-1 1 0 0,0 0-1 0 0,1 0 1 0 0,0-2-1 0 0,0 1 1 0 0,0-2-1 0 0,1 1 1 0 0,0-2-1 0 0,1 1 0 0 0,0-1 1 0 0,0-1-1 0 0,1 0 1 0 0,1 0-1 0 0,0-1 1 0 0,-11-20-1 0 0,15 21 87 0 0,0-1-1 0 0,-2-12 0 0 0,5 22-100 0 0,1 1-1 0 0,0 0 1 0 0,0 0-1 0 0,-1-1 0 0 0,1 1 1 0 0,0 0-1 0 0,0 0 0 0 0,0 0 1 0 0,0 0-1 0 0,0 0 1 0 0,0 0-1 0 0,0 0 0 0 0,0 0 1 0 0,1 0-1 0 0,-1 0 0 0 0,0 0 1 0 0,1-2-1 0 0,0 0 15 0 0,0 2-12 0 0,-1-1 1 0 0,0 1 0 0 0,0 0 0 0 0,0 0 0 0 0,1-1 0 0 0,-1 1-1 0 0,1 0 1 0 0,-1 0 0 0 0,1 0 0 0 0,-1-1 0 0 0,2 0-1 0 0,0-1 16 0 0,2-3 51 0 0,9-3-20 0 0,-5 7 25 0 0,1 1-67 0 0,0 1-1 0 0,0 0 1 0 0,1 1-1 0 0,-1 0 1 0 0,0 1-1 0 0,0 0 1 0 0,0 0 0 0 0,0 1-1 0 0,16 7 1 0 0,9 7 10 0 0,35 22 1 0 0,-48-26-9 0 0,405 257 154 0 0,-391-247-184 0 0,48 37-442 0 0,-50-33-2457 0 0,-27-21 229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43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3712 0 0,'12'24'5841'0'0,"-1"3"-1569"0"0,2 2-2360 0 0,2 7-343 0 0,-4 2-333 0 0,-1-8-116 0 0,-1 1-324 0 0,-6-2-148 0 0,-3-5-88 0 0,-3-2-188 0 0,-3 4-124 0 0,-7-4-240 0 0,2-1-356 0 0,-4 1-1268 0 0,-3-8-2545 0 0,6-3 813 0 0,-12-1-6713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45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1134 3600 0 0,'-20'1'5001'0'0,"16"-1"-1464"0"0,1 0-1303 0 0,-12-3-1005 0 0,12 3 253 0 0,-1-1-1125 0 0,-10-4-197 0 0,11 4-164 0 0,1-1-107 0 0,0 0 93 0 0,1 1 0 0 0,0-1-1 0 0,0 0 1 0 0,-1 0 0 0 0,1 1 0 0 0,1-1 0 0 0,-1 0-1 0 0,0 0 1 0 0,0 0 0 0 0,0-3 0 0 0,1 2 139 0 0,0-1 111 0 0,1-52 1967 0 0,1 29-1542 0 0,-2 0 1 0 0,-1 0-1 0 0,-6-41 0 0 0,-7 8-68 0 0,-23-61-1 0 0,-29-56 4 0 0,34 96-466 0 0,-1-20 843 0 0,-32-164-1 0 0,59 223-818 0 0,6 41-145 0 0,0 0-1 0 0,-1 0 1 0 0,1-1 0 0 0,0 1 0 0 0,0 0 0 0 0,0 0 0 0 0,0-1 0 0 0,0 1-1 0 0,1 0 1 0 0,-1 0 0 0 0,0 0 0 0 0,0-1 0 0 0,1 0 0 0 0,1-2-1 0 0,-2 3-8 0 0,0 0 1 0 0,0 1 0 0 0,0-1-1 0 0,0 0 1 0 0,0 0 0 0 0,0 1-1 0 0,1-1 1 0 0,-1 0 0 0 0,0 1-1 0 0,1-1 1 0 0,-1 0-1 0 0,0 1 1 0 0,1-1 0 0 0,-1 0-1 0 0,1 1 1 0 0,0-2 0 0 0,1 0-4 0 0,3 0 23 0 0,0 1-6 0 0,0 1-1 0 0,0-1 0 0 0,0 1 0 0 0,0 1 0 0 0,0-1 0 0 0,0 1 0 0 0,0 0 1 0 0,0 0-1 0 0,0 0 0 0 0,-1 1 0 0 0,7 2 0 0 0,-2 0-1 0 0,-1 1 1 0 0,0 0-1 0 0,0 0 0 0 0,0 1 0 0 0,10 10 0 0 0,1 3-5 0 0,-1 2 0 0 0,-1 0 0 0 0,19 30-1 0 0,-19-25-54 0 0,-1 1 0 0 0,-1 1 0 0 0,-2 0 0 0 0,0 1-1 0 0,15 58 1 0 0,-27-81-74 0 0,-1 7 53 0 0,-2-6 75 0 0,1-6-1 0 0,0 1-8 0 0,1-1-1 0 0,-1 1 1 0 0,0-1 0 0 0,0 1-1 0 0,0-1 1 0 0,0 0-1 0 0,0 1 1 0 0,0-1-1 0 0,-1 0 1 0 0,1 0 0 0 0,0 0-1 0 0,-1 0 1 0 0,1 0-1 0 0,-1 0 1 0 0,1 0 0 0 0,-1 0-1 0 0,-1 0 1 0 0,-1 0-11 0 0,5-1 29 0 0,-2 1-9 0 0,-33 2-169 0 0,20-2 177 0 0,11-1 0 0 0,0 1-38 0 0,-9 1 5 0 0,9-1 136 0 0,8 5-80 0 0,9 9 47 0 0,1 0-1 0 0,32 24 1 0 0,36 27 431 0 0,-73-56-386 0 0,0 1 1 0 0,0-1-1 0 0,-1 2 0 0 0,0-1 1 0 0,9 17-1 0 0,-16-23-49 0 0,0 0 0 0 0,0 1 1 0 0,0-1-1 0 0,2 10 0 0 0,-5-7 58 0 0,-1-4-120 0 0,0-1 1 0 0,0 1 0 0 0,0-1-1 0 0,0 0 1 0 0,0 0-1 0 0,0 0 1 0 0,-1 0 0 0 0,0 0-1 0 0,1 0 1 0 0,-1 0-1 0 0,0-1 1 0 0,0 0 0 0 0,-1 1-1 0 0,1-1 1 0 0,0 0-1 0 0,-1-1 1 0 0,-6 4 0 0 0,-8 0-197 0 0,-1 0 0 0 0,0-1 0 0 0,0-1 1 0 0,-22 1-1 0 0,-80-5-7154 0 0,103-1 5163 0 0,0 0-1 0 0,0 0 1 0 0,-28-9 0 0 0,6-4-6352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0:51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0 110 1472 0 0,'39'-16'3152'0'0,"6"1"-1095"0"0,3-1-2105 0 0,0 3-2209 0 0,5-1 769 0 0,19-5 504 0 0,0 2 336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0:51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2664 0 0,'337'170'6323'0'0,"151"113"-3263"0"0,296 272 1000 0 0,-117 11-3328 0 0,-385-300-374 0 0,-179-167-366 0 0,487 503-290 0 0,-212-147-1109 0 0,-34 26-6340 0 0,-244-336 5126 0 0,-6 3 265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3:35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1 104 5657 0 0,'3'1'4351'0'0,"14"2"-352"0"0,-7-1-3269 0 0,0-1 0 0 0,0 1 0 0 0,0-2 0 0 0,1 1-1 0 0,-1-1 1 0 0,0-1 0 0 0,11-1 0 0 0,-12-1-534 0 0,0 1-1 0 0,0-1 1 0 0,0 0 0 0 0,0-1-1 0 0,-1 0 1 0 0,10-6 0 0 0,43-33 1129 0 0,-29 19-754 0 0,-28 21-519 0 0,0 1-1 0 0,0 1 0 0 0,0-1 1 0 0,0 0-1 0 0,0 1 1 0 0,0 0-1 0 0,0 0 0 0 0,5 0 1 0 0,0 1 13 0 0,9 5-61 0 0,0 1 1 0 0,0 1-1 0 0,-1 0 0 0 0,0 1 1 0 0,0 1-1 0 0,-1 1 0 0 0,0 0 0 0 0,24 20 1 0 0,112 115-752 0 0,-124-115 489 0 0,169 194-578 0 0,-165-181 807 0 0,-3 1 0 0 0,-1 1 0 0 0,36 80-1 0 0,-3 22 274 0 0,56 125-278 0 0,15-7-86 0 0,206 285 613 0 0,-127-245-226 0 0,-105-156-131 0 0,82 141-68 0 0,-32 4-65 0 0,-116-213-51 0 0,121 260-134 0 0,-120-239-8 0 0,42 157 1 0 0,-71-211-608 0 0,-3 0 0 0 0,-2 1 1 0 0,1 77-1 0 0,-8-46-5092 0 0,-17 111 1 0 0,8-129 1443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3:35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2744 4210 1920 0 0,'-13'28'3662'0'0,"-51"100"6321"0"0,-5-5-6563 0 0,47-87-3017 0 0,-2-2 1 0 0,-1-1-1 0 0,-2-1 1 0 0,-57 54-1 0 0,44-54-265 0 0,-1-1 0 0 0,-1-2-1 0 0,-70 35 1 0 0,34-26-192 0 0,-106 34-1 0 0,141-57 91 0 0,0-3 0 0 0,-1-1 0 0 0,-65 7 0 0 0,81-16 14 0 0,-1-1 0 0 0,1-1-1 0 0,-1-1 1 0 0,1-2 0 0 0,0-1 0 0 0,-47-12 0 0 0,18-2-57 0 0,2-3 0 0 0,0-2 0 0 0,2-3 0 0 0,-58-36 0 0 0,28 7 372 0 0,-129-109 1 0 0,162 118-90 0 0,1-3 1 0 0,3-1-1 0 0,2-3 0 0 0,-62-97 1 0 0,74 95-163 0 0,2-2 1 0 0,3 0-1 0 0,2-2 0 0 0,-21-77 1 0 0,-41-251 330 0 0,25-58-181 0 0,37 243-116 0 0,-141-1376-986 0 0,153 1277 991 0 0,13 221-42 0 0,21-140 1 0 0,-13 170-51 0 0,2 0 1 0 0,2 0 0 0 0,21-53-1 0 0,-17 66-12 0 0,1 0 0 0 0,1 1 0 0 0,2 1 0 0 0,2 1 0 0 0,1 1 0 0 0,1 1 0 0 0,36-35 0 0 0,-45 51-324 0 0,1 2 0 0 0,0 0 0 0 0,2 1 0 0 0,-1 0 0 0 0,2 2 0 0 0,0 0 0 0 0,0 1 0 0 0,0 1-1 0 0,1 1 1 0 0,1 0 0 0 0,-1 2 0 0 0,1 0 0 0 0,1 2 0 0 0,-1 0 0 0 0,25-1 0 0 0,-6 4-1609 0 0,0 3 0 0 0,40 5 0 0 0,79 20-2275 0 0,-95-15 2254 0 0,116 20-4838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15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1773 80 6465 0 0,'0'0'17427'0'0,"7"1"-17005"0"0,19 0-39 0 0,-24-1-263 0 0,0 0 0 0 0,1 0 0 0 0,-1 0 0 0 0,0-1 0 0 0,1 1 1 0 0,-1-1-1 0 0,0 1 0 0 0,0-1 0 0 0,1 0 0 0 0,-1 0 0 0 0,4-2 0 0 0,-3 2-73 0 0,22-5 422 0 0,0 1 0 0 0,48-3-1 0 0,-59 7-379 0 0,80-5 25 0 0,139-17-5 0 0,-110 10 188 0 0,155 3 0 0 0,-254 10-228 0 0,144 3 277 0 0,186 27 0 0 0,168 52-176 0 0,-499-79-157 0 0,292 57-93 0 0,-226-38 162 0 0,129 48 0 0 0,-129-32-88 0 0,-3 3-1 0 0,-1 5 1 0 0,-3 3-1 0 0,-2 3 0 0 0,-2 4 1 0 0,-2 3-1 0 0,-4 4 1 0 0,89 97-1 0 0,-111-103 35 0 0,71 110 1 0 0,25 73-79 0 0,-133-217 53 0 0,73 128-50 0 0,59 101 69 0 0,259 486-114 0 0,-264-455-183 0 0,184 366 1182 0 0,-189-362-634 0 0,-28 12-84 0 0,-63-128-453 0 0,40 332 0 0 0,-80-472 298 0 0,45 589 381 0 0,-51-502-626 0 0,-28 203-1 0 0,19-244 294 0 0,-3-1 0 0 0,-4-1-1 0 0,-2-1 1 0 0,-4-1 0 0 0,-53 111-1 0 0,32-99-113 0 0,-3-2 0 0 0,-98 127 0 0 0,96-149 295 0 0,-3-2-1 0 0,-2-3 1 0 0,-105 84 0 0 0,-92 43 163 0 0,-27 22-682 0 0,-31 18 309 0 0,255-189 228 0 0,-1-2 0 0 0,-2-3 1 0 0,-117 41-1 0 0,87-46-269 0 0,-175 27 1 0 0,-98-16-16 0 0,320-31 4 0 0,-477 14 0 0 0,412-23-4 0 0,0-4 1 0 0,-195-42 0 0 0,153 10-91 0 0,-176-75 1 0 0,-127-85-308 0 0,154 47-162 0 0,11-24 537 0 0,162 88 475 0 0,-113-109 0 0 0,234 197-442 0 0,-228-220-254 0 0,142 123 204 0 0,4-3 1 0 0,5-3-1 0 0,-111-194 1 0 0,-29-167-596 0 0,42-14 671 0 0,112 295 254 0 0,-109-336-418 0 0,48-13 65 0 0,106 371 589 0 0,-3-297 1 0 0,48-165-923 0 0,-18 516 402 0 0,81-684 533 0 0,-67 697-537 0 0,4 0 0 0 0,4 2 0 0 0,5 1 0 0 0,3 1 0 0 0,5 3 0 0 0,61-101 0 0 0,-41 89 0 0 0,146-180 0 0 0,-159 225 0 0 0,3 3 0 0 0,3 2 0 0 0,1 3 0 0 0,82-55 0 0 0,-82 67 0 0 0,1 4-1 0 0,2 2 1 0 0,1 2 0 0 0,1 3-1 0 0,1 2 1 0 0,1 4 0 0 0,1 2 0 0 0,1 2-1 0 0,0 4 1 0 0,0 2 0 0 0,1 4-1 0 0,107 3 1 0 0,-63 10-192 0 0,189 39 0 0 0,97 63-1373 0 0,-87 11-1251 0 0,-109-28-3433 0 0,125 51-3044 0 0,-164-87-403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35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820 1239 5721 0 0,'3'0'6426'0'0,"1"0"-4491"0"0,0 0 0 0 0,-1 0 0 0 0,1-1-1 0 0,0 0 1 0 0,-1 0 0 0 0,6-2 0 0 0,1 0-2732 0 0,-5 1 1235 0 0,-5-3-20 0 0,-7-73 545 0 0,2-12-679 0 0,-4-1 0 0 0,-3 2 0 0 0,-49-172 0 0 0,44 212-166 0 0,-1 1 0 0 0,-3 0 0 0 0,-31-50-1 0 0,30 63-4 0 0,-1 0-1 0 0,-2 2 0 0 0,-1 1 0 0 0,-45-43 0 0 0,44 51-183 0 0,-1 0-1 0 0,-51-33 1 0 0,66 49 23 0 0,-1 1 0 0 0,1 0 0 0 0,-1 1 0 0 0,0 0 0 0 0,-1 1 0 0 0,1 0 1 0 0,-1 2-1 0 0,0-1 0 0 0,-16 0 0 0 0,24 4 50 0 0,1-1 0 0 0,-1 2 0 0 0,1-1 1 0 0,-1 1-1 0 0,1 0 0 0 0,-1 0 0 0 0,1 1 0 0 0,-1 0 0 0 0,1 0 1 0 0,0 0-1 0 0,0 1 0 0 0,0 0 0 0 0,-6 4 0 0 0,5-2 50 0 0,0 1-1 0 0,0-1 0 0 0,1 1 0 0 0,0 1 0 0 0,0-1 1 0 0,1 1-1 0 0,0 0 0 0 0,0 0 0 0 0,-4 8 0 0 0,1 3 77 0 0,0 0-1 0 0,1 1 0 0 0,1 0 0 0 0,1 0 0 0 0,0 0 0 0 0,1 1 0 0 0,-1 38 0 0 0,4 0 135 0 0,10 93-1 0 0,25 55 234 0 0,26 47-491 0 0,-21-100-784 0 0,-15-32-819 0 0,-21-70-5763 0 0,-4-44 5385 0 0,0-3-439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6:33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478 53 3072 0 0,'0'0'13967'0'0,"-4"-1"-13282"0"0,-12-2-179 0 0,12 2-187 0 0,1-1-221 0 0,-2 1-108 0 0,-20-13-244 0 0,10 3 272 0 0,12 9 422 0 0,2-1-165 0 0,1 2 86 0 0,-4-8-716 0 0,0 4 4269 0 0,12 6-3754 0 0,21 0-36 0 0,-28-1-121 0 0,0 0-1 0 0,-1 0 0 0 0,1 0 1 0 0,-1 0-1 0 0,1 0 1 0 0,-1 0-1 0 0,1 0 0 0 0,-1 0 1 0 0,1 0-1 0 0,0 0 1 0 0,-1 1-1 0 0,1-1 0 0 0,-1 0 1 0 0,1 0-1 0 0,-1 0 1 0 0,1 1-1 0 0,-1-1 1 0 0,1 0-1 0 0,-1 1 0 0 0,1 0 1 0 0,98 74 440 0 0,-79-62-339 0 0,1-1 0 0 0,0-1 0 0 0,33 13 0 0 0,55 9 549 0 0,22 9 6 0 0,-118-37-632 0 0,0 2 0 0 0,0 0 0 0 0,0 0-1 0 0,-1 1 1 0 0,0 1 0 0 0,11 9 0 0 0,-4 0-10 0 0,-1 1 0 0 0,24 33 1 0 0,434 561 456 0 0,-297-383-294 0 0,-103-133-238 0 0,-6 3-1 0 0,74 138 1 0 0,-94-141-81 0 0,-5 3 1 0 0,40 128-1 0 0,84 219-461 0 0,-135-363 572 0 0,62 113-7 0 0,-54-116 15 0 0,92 157-5 0 0,-6-13 98 0 0,-78-124 82 0 0,-5 3 0 0 0,32 111 0 0 0,-30-52-277 0 0,29 186 1 0 0,-63-258 137 0 0,-3 1 0 0 0,-4 0 0 0 0,-12 158 0 0 0,0-197-14 0 0,-3-1-1 0 0,-2 0 1 0 0,-2-1 0 0 0,-28 69 0 0 0,-3-18 104 0 0,-59 101 0 0 0,92-181-107 0 0,-2-1-1 0 0,-1-1 1 0 0,0 0 0 0 0,-1-1 0 0 0,-2-1-1 0 0,1 0 1 0 0,-2-2 0 0 0,-1 1 0 0 0,0-2-1 0 0,0-1 1 0 0,-43 23 0 0 0,32-21-4 0 0,-1-3 0 0 0,-1 0 1 0 0,-1-2-1 0 0,1-2 1 0 0,-1-1-1 0 0,-1-1 0 0 0,0-2 1 0 0,1-1-1 0 0,-1-2 1 0 0,-1-1-1 0 0,1-1 0 0 0,-44-8 1 0 0,36 0 67 0 0,0-1-1 0 0,1-3 1 0 0,0-2 0 0 0,1-1 0 0 0,1-2 0 0 0,-64-37 0 0 0,8-6 86 0 0,-116-97-1 0 0,186 137-103 0 0,-184-153 71 0 0,158 126-157 0 0,-86-101 0 0 0,76 68 103 0 0,4-2 1 0 0,-49-97 0 0 0,70 120 9 0 0,-3 1 1 0 0,-51-57-1 0 0,75 96-40 0 0,-28-35 15 0 0,-144-193-6 0 0,122 153-35 0 0,-19-30 99 0 0,-56-124-32 0 0,110 183-120 0 0,-45-134-1 0 0,59 137 84 0 0,3 0-1 0 0,-7-81 1 0 0,4-130 37 0 0,6 77-129 0 0,5 81 61 0 0,10-119 0 0 0,33-113 6 0 0,-7 168 81 0 0,76-250 0 0 0,-102 412-74 0 0,89-273 295 0 0,-71 224-203 0 0,3 1 1 0 0,66-117-1 0 0,-76 156-130 0 0,1 0 0 0 0,2 2 1 0 0,0 0-1 0 0,1 1 0 0 0,1 1 0 0 0,2 1 1 0 0,0 1-1 0 0,1 1 0 0 0,32-19 0 0 0,-38 28-51 0 0,-1 1-1 0 0,1 0 1 0 0,1 2 0 0 0,0 0-1 0 0,0 1 1 0 0,0 1-1 0 0,0 0 1 0 0,1 2 0 0 0,0 0-1 0 0,36 1 1 0 0,-34 2-113 0 0,1 2 1 0 0,40 8-1 0 0,42 18-4324 0 0,31 5-6449 0 0,-86-27 2653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6:33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847 1 3600 0 0,'0'0'7162'0'0,"-2"4"-2829"0"0,-77 180 3039 0 0,-20 42-5641 0 0,-284 537 145 0 0,199-429-3196 0 0,180-328 1253 0 0,-24 36-169 0 0,25-38 76 0 0,-1 0 0 0 0,1 0 0 0 0,-1 0 0 0 0,0 0 0 0 0,0-1 0 0 0,-8 6 0 0 0,11-8-652 0 0,-4 1 1074 0 0,2-4-2933 0 0,-15-27-7732 0 0,16 24 9018 0 0,1 0-1 0 0,0 0 1 0 0,0-1 0 0 0,-1-5-1 0 0,2 11 1366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6:33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653 1 10949 0 0,'3'14'2636'0'0,"0"1"0"0"0,-1 21-1 0 0,-2-15-941 0 0,-3 23-1 0 0,-20 86 53 0 0,16-100-836 0 0,-29 125-6 0 0,-7-2-1 0 0,-95 224 1 0 0,48-189-1580 0 0,72-156 235 0 0,-2-1 1 0 0,0-1-1 0 0,-40 44 0 0 0,51-65-77 0 0,1 0 1 0 0,-2-1-1 0 0,1 0 0 0 0,-1 0 1 0 0,0-1-1 0 0,-12 6 1 0 0,17-11-91 0 0,1 0 1 0 0,0 0-1 0 0,-1 0 1 0 0,0-1-1 0 0,1 0 1 0 0,-1 0 0 0 0,0 0-1 0 0,1 0 1 0 0,-1-1-1 0 0,0 0 1 0 0,0 0-1 0 0,1 0 1 0 0,-1 0-1 0 0,0-1 1 0 0,0 0 0 0 0,1 0-1 0 0,-1 0 1 0 0,-5-3-1 0 0,-20-13-6638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6:34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1077 1 6505 0 0,'0'0'7756'0'0,"-8"21"-4795"0"0,-8-2-349 0 0,-20 10-732 0 0,-21 15-200 0 0,-9 9-444 0 0,-11 11 356 0 0,-25 29-119 0 0,0 7-853 0 0,4 10-444 0 0,1 3-116 0 0,11-1-328 0 0,5 1-372 0 0,9-4-625 0 0,18-25-4695 0 0,4-6 1775 0 0,8-10 857 0 0,9-15-6817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6:34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997 1 9297 0 0,'7'23'4457'0'0,"8"46"0"0"0,-12-47-3752 0 0,-1 1 1 0 0,-1 0-1 0 0,-1 0 1 0 0,-3 26-1 0 0,-7 19 197 0 0,-3-1 1 0 0,-25 80-1 0 0,-60 126 309 0 0,47-149-753 0 0,-71 121 0 0 0,75-164-770 0 0,-3-3 0 0 0,-81 98 0 0 0,108-149-423 0 0,-2-1 0 0 0,0-1-1 0 0,-1-2 1 0 0,-53 37-1 0 0,63-50-320 0 0,-1 0 0 0 0,1-1 0 0 0,-1-1-1 0 0,-1-1 1 0 0,1 0 0 0 0,-1-1 0 0 0,-1-1 0 0 0,1-1-1 0 0,-1-1 1 0 0,-28 3 0 0 0,-14-9-6525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6:34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1120 0 2728 0 0,'-29'54'12246'0'0,"-3"-3"-6170"0"0,-75 96-3306 0 0,49-72-900 0 0,-129 167 56 0 0,38-52-1127 0 0,53-64-840 0 0,-188 252-4073 0 0,139-180-8982 0 0,113-159 4692 0 0</inkml:trace>
  <inkml:trace contextRef="#ctx0" brushRef="#br0" timeOffset="1">1469 924 8357 0 0,'-2'12'6308'0'0,"-13"8"-3291"0"0,-9 12-557 0 0,-26 18-668 0 0,-16 13-260 0 0,-31 36-96 0 0,-4 14-640 0 0,-1 15-212 0 0,-2 5-244 0 0,5 4-408 0 0,6-1-392 0 0,1 0-480 0 0,5-4-80 0 0,3-14-4068 0 0,3-19 1331 0 0,26-38 165 0 0,5-16-5345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6:35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902 0 8357 0 0,'-16'19'6604'0'0,"-13"17"-3483"0"0,-19 17-585 0 0,-15 11-656 0 0,-36 32-680 0 0,-5 6-556 0 0,-10 6-508 0 0,-2 13-852 0 0,8 21-4276 0 0,18 6 1327 0 0,18-11 25 0 0,30-47-5065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11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0 576 0 0,'0'0'808'0'0,"-12"9"-1592"0"0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11.3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105 246 6657 0 0,'0'0'7782'0'0,"-2"1"-5900"0"0,-2 0-1323 0 0,0 2 19 0 0,-1-1 4058 0 0,1-3-4285 0 0,1-1-262 0 0,3 1-52 0 0,-1 1-1 0 0,0-1 0 0 0,0 0 0 0 0,0 1 0 0 0,-1-1 0 0 0,1 1 0 0 0,0 0 1 0 0,0-1-1 0 0,0 1 0 0 0,0 0 0 0 0,-2-1 0 0 0,3 1-21 0 0,0-1 0 0 0,0 1-1 0 0,0 0 1 0 0,-1-1 0 0 0,1 1 0 0 0,0 0 0 0 0,0-1-1 0 0,0 1 1 0 0,0-1 0 0 0,0 1 0 0 0,0 0 0 0 0,-1-1 0 0 0,1 1-1 0 0,0 0 1 0 0,0-1 0 0 0,0 1 0 0 0,-1 0 0 0 0,1-1-1 0 0,0 1 1 0 0,0 0 0 0 0,-1 0 0 0 0,1-1 0 0 0,-1 1-1 0 0,0-1 8 0 0,1 0 0 0 0,-1 1-1 0 0,0-1 1 0 0,0 0-1 0 0,1 1 1 0 0,-1-1 0 0 0,1 0-1 0 0,-1 0 1 0 0,1 0-1 0 0,-1 1 1 0 0,1-1 0 0 0,-1-2-1 0 0,-23-81 1637 0 0,3 9-450 0 0,10 37-480 0 0,12 36-712 0 0,0 1 0 0 0,0-1 0 0 0,0 0 0 0 0,0 0 0 0 0,0 1 0 0 0,0-1 0 0 0,1 1 0 0 0,-1-1 0 0 0,0 1 0 0 0,1-1-1 0 0,-1 1 1 0 0,1 0 0 0 0,2-1 0 0 0,-2 1-12 0 0,1 0 0 0 0,-1 0 0 0 0,1 0-1 0 0,0 1 1 0 0,-1 0 0 0 0,1-1 0 0 0,0 1 0 0 0,0 0 0 0 0,-1 0-1 0 0,5 1 1 0 0,176 28 18 0 0,-45-5-3023 0 0,-132-23 2059 0 0,1 0 1 0 0,-1 0 0 0 0,1-1 0 0 0,-1 0 0 0 0,1 0 0 0 0,0 0 0 0 0,-1-1 0 0 0,1 0-1 0 0,-1 0 1 0 0,0-1 0 0 0,1 0 0 0 0,-1 0 0 0 0,9-4 0 0 0,18-13-7607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15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2656 95 5080 0 0,'2'2'4515'0'0,"3"2"-3034"0"0,0 0 1 0 0,0 0-1 0 0,1 0 0 0 0,-1-1 1 0 0,8 4-1 0 0,-1-2-142 0 0,25 8 0 0 0,-10-6-1031 0 0,50 6 0 0 0,148-7 587 0 0,-151-7-524 0 0,92 10 1 0 0,153 50-12 0 0,-193-33-353 0 0,283 72-541 0 0,-329-73 409 0 0,0 4-1 0 0,147 77 0 0 0,-175-77 101 0 0,194 120 398 0 0,-170-91-166 0 0,-3 4 0 0 0,-2 3 0 0 0,-3 3 1 0 0,72 94-1 0 0,46 87-603 0 0,-150-200 369 0 0,97 167 586 0 0,-127-205-541 0 0,74 153 379 0 0,-56-105-377 0 0,-3 1 1 0 0,-2 2-1 0 0,-4 0 1 0 0,-2 0-1 0 0,-3 1 1 0 0,4 88 0 0 0,0 23 251 0 0,-1-27-126 0 0,2-28-20 0 0,-4-39 18 0 0,-3-15-22 0 0,15 177-154 0 0,-21-199 41 0 0,1 111 380 0 0,-10-68-103 0 0,-3 0 0 0 0,-38 153 0 0 0,-32 7-735 0 0,8-38 237 0 0,-10 69 666 0 0,27-80-501 0 0,-23 63-189 0 0,20-71 394 0 0,21-89-15 0 0,-4-1 0 0 0,-54 92 1 0 0,79-162-144 0 0,-28 52 184 0 0,-84 115-1 0 0,-80 58-88 0 0,147-187-138 0 0,-109 93-1 0 0,124-122 67 0 0,-113 86-17 0 0,-159 59 51 0 0,228-140-127 0 0,-161 52 0 0 0,188-77 68 0 0,-2-3 0 0 0,0-3 0 0 0,-129 8 0 0 0,113-19 131 0 0,0-3 1 0 0,-150-24 0 0 0,154 11-81 0 0,1-4 1 0 0,1-3 0 0 0,1-3-1 0 0,-112-55 1 0 0,-460-283 170 0 0,519 284-115 0 0,3-5 0 0 0,3-6-1 0 0,-189-183 1 0 0,82 7-35 0 0,26-20 213 0 0,97 119-142 0 0,28 44-70 0 0,-101-202 538 0 0,32-16 44 0 0,101 214-393 0 0,5-2 1 0 0,-30-182-1 0 0,46 167-178 0 0,-7-196 1 0 0,22 126 18 0 0,-13-797-932 0 0,36 690 865 0 0,-7 247 24 0 0,4 1 1 0 0,26-96-1 0 0,20-14 135 0 0,-39 133-69 0 0,41-76 0 0 0,-23 63-7 0 0,2 3 1 0 0,3 1-1 0 0,68-76 0 0 0,124-100-2 0 0,-163 174-31 0 0,120-79 0 0 0,-138 106-81 0 0,2 3 1 0 0,2 2-1 0 0,0 2 1 0 0,2 3-1 0 0,0 3 1 0 0,2 2-1 0 0,0 3 1 0 0,105-15 0 0 0,-61 22-50 0 0,0 5 1 0 0,1 4 0 0 0,175 23 0 0 0,-104 6-532 0 0,239 70 0 0 0,-148-15-274 0 0,242 106-4041 0 0,22 26-2883 0 0,-156-65 3098 0 0,18-3-5181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44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60 2816 0 0,'-6'-15'2304'0'0,"-6"-14"-5200"0"0,6 13 2136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47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18 7513 0 0,'0'0'14616'0'0,"0"4"-14096"0"0,0 13 246 0 0,-2-15-471 0 0,-1 1-230 0 0,0-1-1 0 0,0 1 1 0 0,-1-1-1 0 0,1 1 1 0 0,0-1 0 0 0,-1 0-1 0 0,0-1 1 0 0,1 1-1 0 0,-1 0 1 0 0,0-1-1 0 0,0 0 1 0 0,0 0 0 0 0,0 0-1 0 0,0-1 1 0 0,0 1-1 0 0,0-1 1 0 0,0 0-1 0 0,0 0 1 0 0,-4-1 0 0 0,-164-19 248 0 0,9-1-720 0 0,41 17-1216 0 0,34 1-4812 0 0,73 2 3872 0 0,0 0 0 0 0,-23-7 1 0 0,8 0-3840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58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622 1 128 0 0,'0'0'15480'0'0,"-5"2"-13605"0"0,-3 2-1250 0 0,1 2-1 0 0,0-1 1 0 0,-1 1-1 0 0,2 0 1 0 0,-1 0 0 0 0,1 1-1 0 0,-9 12 1 0 0,-17 19 410 0 0,-48 45-1 0 0,-24 27 887 0 0,82-80-1605 0 0,1 2 0 0 0,1 0 0 0 0,1 1 0 0 0,2 1 1 0 0,-13 39-1 0 0,-50 185-276 0 0,54-167-178 0 0,16-57-114 0 0,-49 156-3201 0 0,40-153-2420 0 0,6-12-1450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59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64 0 0,'-2'1'7409'0'0,"-16"11"5642"0"0,13-8-13497 0 0,3-2 1166 0 0,2 2-195 0 0,0 6-378 0 0,2 1-1 0 0,-1-1 1 0 0,1 0-1 0 0,1 1 1 0 0,0-1-1 0 0,0 0 0 0 0,1-1 1 0 0,0 1-1 0 0,0-1 1 0 0,1 1-1 0 0,9 11 1 0 0,10 11 373 0 0,46 50 1 0 0,-38-48-57 0 0,158 158 1841 0 0,-60-66-1607 0 0,-105-100-615 0 0,371 359 251 0 0,-393-383-362 0 0,154 131-349 0 0,8-13-3591 0 0,-158-116 2142 0 0,0 0 1 0 0,0 0-1 0 0,0-1 1 0 0,0 0-1 0 0,1 0 1 0 0,8 2-1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59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1445 168 6657 0 0,'0'0'13902'0'0,"-3"0"-12574"0"0,-17-1-361 0 0,0 2 0 0 0,-27 3 0 0 0,-14 1-61 0 0,-220-17 680 0 0,-4-26-2830 0 0,251 33 905 0 0,-44-6-861 0 0,-424-74-12758 0 0,388 60 6179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8:15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352 1491 1680 0 0,'0'0'19464'0'0,"5"-12"-19076"0"0,-1 3-304 0 0,1-3 18 0 0,0 0 1 0 0,0 0-1 0 0,-2 0 1 0 0,4-14-1 0 0,23-101 357 0 0,7-33-104 0 0,35-399 835 0 0,-50 380-1205 0 0,-11 104 22 0 0,-6 42-17 0 0,13-50 0 0 0,-14 68-42 0 0,1 1-1 0 0,1-1 0 0 0,0 1 0 0 0,1 1 0 0 0,14-22 1 0 0,-16 29 43 0 0,0 0 0 0 0,1 0 0 0 0,0 0 0 0 0,0 1 1 0 0,0 0-1 0 0,1 0 0 0 0,0 0 0 0 0,-1 1 0 0 0,2 0 1 0 0,-1 1-1 0 0,0-1 0 0 0,1 1 0 0 0,-1 1 0 0 0,1-1 1 0 0,0 1-1 0 0,0 1 0 0 0,0-1 0 0 0,10 1 1 0 0,0 0 14 0 0,0 1 0 0 0,0 1 1 0 0,0 0-1 0 0,-1 2 0 0 0,1 0 1 0 0,-1 1-1 0 0,25 9 1 0 0,-3 2 76 0 0,0 2 0 0 0,-2 1 0 0 0,0 2 0 0 0,55 41 0 0 0,-53-32 74 0 0,-2 2 0 0 0,-1 2 0 0 0,56 66 1 0 0,-66-66-35 0 0,-1 1 0 0 0,-2 1 0 0 0,21 42 0 0 0,-35-59-115 0 0,-1 0 1 0 0,-1 1 0 0 0,0 0-1 0 0,-1 1 1 0 0,-1-1-1 0 0,-1 1 1 0 0,-1 0-1 0 0,1 30 1 0 0,-4-38-28 0 0,-1 0 0 0 0,0 0 0 0 0,-1-1 0 0 0,0 1 0 0 0,-1 0 0 0 0,0-1 0 0 0,-1 0 0 0 0,-6 14 0 0 0,7-20 15 0 0,0 1 0 0 0,0-1 0 0 0,0 0 0 0 0,0 0 0 0 0,-1 0 0 0 0,0 0 0 0 0,0-1 1 0 0,-1 1-1 0 0,1-1 0 0 0,-1 0 0 0 0,0 0 0 0 0,0-1 0 0 0,0 0 0 0 0,0 1 0 0 0,-1-2 0 0 0,1 1 1 0 0,-7 2-1 0 0,-1-2 35 0 0,1-1 0 0 0,0 0 1 0 0,-1 0-1 0 0,1-1 1 0 0,-1-1-1 0 0,1 0 0 0 0,-25-4 1 0 0,-3-4 161 0 0,-43-13 0 0 0,8 1 225 0 0,56 17-267 0 0,16 3-57 0 0,0 2-18 0 0,-9 6-52 0 0,12-8-23 0 0,0 0 1 0 0,0 0-1 0 0,-1 1 0 0 0,1-1 0 0 0,0 0 0 0 0,0 0 0 0 0,0 0 0 0 0,-1 0 0 0 0,1 1 0 0 0,0-1 0 0 0,0 0 0 0 0,0 0 0 0 0,0 0 0 0 0,-1 1 0 0 0,1-1 0 0 0,0 0 0 0 0,0 0 0 0 0,0 1 0 0 0,0-1 0 0 0,0 0 0 0 0,0 0 0 0 0,0 1 1 0 0,0-1-1 0 0,0 0 0 0 0,0 0 0 0 0,0 1 0 0 0,0-1 0 0 0,-1 11-29 0 0,1-1 1 0 0,0 0 0 0 0,1 1-1 0 0,0-1 1 0 0,0 0 0 0 0,2 1-1 0 0,-1-1 1 0 0,1 0 0 0 0,0-1-1 0 0,8 16 1 0 0,4 5-82 0 0,37 56-1 0 0,-20-41 74 0 0,60 65-1 0 0,49 32 147 0 0,-58-61 43 0 0,-71-69-120 0 0,97 102 334 0 0,-87-88-163 0 0,-2 0 0 0 0,30 48 0 0 0,-47-67-171 0 0,1-1-1 0 0,-1 1 1 0 0,0 0-1 0 0,2 9 0 0 0,-4-13-11 0 0,0-1-1 0 0,-1 0 1 0 0,0 1-1 0 0,1-1 1 0 0,-1 1-1 0 0,0-1 1 0 0,0 0 0 0 0,-1 1-1 0 0,1-1 1 0 0,0 1-1 0 0,-1-1 1 0 0,0 0-1 0 0,1 1 1 0 0,-1-1-1 0 0,0 0 1 0 0,0 0-1 0 0,-3 4 1 0 0,2-3 0 0 0,-1 0 1 0 0,1 0 0 0 0,-1 0-1 0 0,0 0 1 0 0,0-1-1 0 0,0 0 1 0 0,0 1-1 0 0,-1-1 1 0 0,1-1-1 0 0,-1 1 1 0 0,1 0-1 0 0,-1-1 1 0 0,0 1 0 0 0,1-1-1 0 0,-5 0 1 0 0,-3 1 12 0 0,0 0 0 0 0,0-1 0 0 0,-1 0 0 0 0,-19-2 0 0 0,-13-4 13 0 0,-82-20-1 0 0,-45-23-156 0 0,167 46 105 0 0,-426-142-1071 0 0,145 39-3008 0 0,186 69 1087 0 0,-219-98-5713 0 0,180 60 156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1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1 808 0 0,'0'0'3786'0'0,"8"5"-602"0"0,24 14-896 0 0,-24-14 19 0 0,6-2 217 0 0,-10-2-2197 0 0,-1 0 488 0 0,-1-1-112 0 0,23 11 1471 0 0,-23-10-1686 0 0,1 0-235 0 0,0 0-186 0 0,-1 1 0 0 0,0-1 0 0 0,1 1-1 0 0,-1-1 1 0 0,0 1 0 0 0,0 0 0 0 0,0 0 0 0 0,0 0-1 0 0,0 1 1 0 0,0-1 0 0 0,0 0 0 0 0,-1 1-1 0 0,0-1 1 0 0,1 1 0 0 0,-1-1 0 0 0,0 1 0 0 0,0 0-1 0 0,0-1 1 0 0,0 1 0 0 0,-1 0 0 0 0,1 0 0 0 0,-1-1-1 0 0,0 1 1 0 0,1 0 0 0 0,-1 0 0 0 0,-1 4 0 0 0,-1 7-3 0 0,2-11-2 0 0,-1 2-13 0 0,-10 29 9 0 0,10-32 5 0 0,1-2-60 0 0,-1 0-1 0 0,1 0 1 0 0,0 0 0 0 0,-1 0-1 0 0,1 0 1 0 0,0 1-1 0 0,-1-1 1 0 0,1 0-1 0 0,0 0 1 0 0,-1 0-1 0 0,1 0 1 0 0,0 1 0 0 0,0-1-1 0 0,-1 0 1 0 0,1 0-1 0 0,0 1 1 0 0,0-1-1 0 0,-1 0 1 0 0,1 0 0 0 0,0 1-1 0 0,0-1 1 0 0,0 0-1 0 0,-1 1 1 0 0,1-1-1 0 0,0 0 1 0 0,0 1-1 0 0,0-1 12 0 0,0 1 0 0 0,0-1 0 0 0,0 0 0 0 0,-1 1 0 0 0,1-1 0 0 0,0 0 0 0 0,0 1 0 0 0,0-1-1 0 0,-1 0 1 0 0,1 0 0 0 0,0 1 0 0 0,0-1 0 0 0,-1 0 0 0 0,1 0 0 0 0,0 1 0 0 0,0-1 0 0 0,-1 0-1 0 0,1 0 1 0 0,0 0 0 0 0,-1 0 0 0 0,1 1 0 0 0,0-1 0 0 0,-1 0 0 0 0,1 0 0 0 0,0 0-1 0 0,-1 0 1 0 0,-5-4 60 0 0,-19-13 2 0 0,25 17-63 0 0,-1-1-1 0 0,0 1 0 0 0,0-1 0 0 0,1 1 1 0 0,-1 0-1 0 0,0-1 0 0 0,1 1 0 0 0,-1-1 0 0 0,0 0 1 0 0,1 1-1 0 0,-1-1 0 0 0,1 1 0 0 0,-1-1 1 0 0,1 0-1 0 0,-1 1 0 0 0,1-1 0 0 0,-1 0 1 0 0,0-1-1 0 0,1-1 41 0 0,-2 1 299 0 0,0 0-264 0 0,-7-10 9 0 0,7 10 507 0 0,11 7-600 0 0,2 0 0 0 0,-7-3-2 0 0,0 0 1 0 0,1 0-1 0 0,-1 1 1 0 0,0-1-1 0 0,0 1 0 0 0,-1 0 1 0 0,1 0-1 0 0,3 4 1 0 0,23 31 7 0 0,-28-35 10 0 0,1 9 24 0 0,-1-9-42 0 0,-1 0 85 0 0,-6-1-96 0 0,0 0 11 0 0,3-1-2 0 0,0 0 1 0 0,1-1 0 0 0,-1 1 0 0 0,0 0 0 0 0,0-1-1 0 0,0 0 1 0 0,1 1 0 0 0,-1-1 0 0 0,-3 0 0 0 0,2-6 49 0 0,-9-18 27 0 0,12 24-72 0 0,-1-1 1 0 0,1 0-1 0 0,-1 0 1 0 0,1 0-1 0 0,-1 1 1 0 0,1-1 0 0 0,0 0-1 0 0,-1 0 1 0 0,1 0-1 0 0,0 0 1 0 0,0 0-1 0 0,-1 0 1 0 0,1 0-1 0 0,0 0 1 0 0,0-1-1 0 0,1-1 9 0 0,-2 0 20 0 0,1-1 17 0 0,2-40 554 0 0,-1 44-599 0 0,-1 0 0 0 0,0-1 0 0 0,0 1 1 0 0,0 0-1 0 0,0-1 0 0 0,0 1 0 0 0,0 0 0 0 0,0-1 0 0 0,1 1 1 0 0,-1 0-1 0 0,0-1 0 0 0,0 1 0 0 0,0 0 0 0 0,1 0 0 0 0,-1-1 1 0 0,0 1-1 0 0,0 0 0 0 0,1 0 0 0 0,-1 0 0 0 0,0-1 0 0 0,0 1 1 0 0,1 0-1 0 0,-1 0 0 0 0,0 0 0 0 0,1 0 0 0 0,-1-1 0 0 0,1 1 8 0 0,-1 0 1 0 0,0 0-1 0 0,1 0 0 0 0,-1 0 0 0 0,0 0 0 0 0,1-1 0 0 0,-1 1 0 0 0,0 0 0 0 0,0 0 0 0 0,1 0 1 0 0,-1-1-1 0 0,0 1 0 0 0,0 0 0 0 0,1-1 0 0 0,-1 1 0 0 0,0 0 0 0 0,0 0 0 0 0,0-1 0 0 0,1 1 1 0 0,-1 0-1 0 0,0-1 0 0 0,0 1 0 0 0,0 0 0 0 0,0-1 0 0 0,0 1 0 0 0,0-1 0 0 0,4 1-2 0 0,10-1 89 0 0,-11 1-56 0 0,-30-32-22881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2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4752 0 0,'0'0'11185'0'0,"9"23"-5796"0"0,-12 7-6257 0 0,-9-11-6645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2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1 680 0 0,'0'0'17206'0'0,"33"12"-16942"0"0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3.4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41 3816 0 0,'-5'-21'14038'0'0,"8"1"-11934"0"0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3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1344 0 0,'16'10'13057'0'0,"1"-7"-9236"0"0,4 6-3413 0 0,-9-2-4025 0 0,7 7-51 0 0,-1-1 616 0 0,3-1-2481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3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7017 0 0,'9'14'7212'0'0,"3"-5"-4415"0"0,-6-1 651 0 0,2 11-3556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4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0 104 0 0,'0'0'17598'0'0,"-10"11"-16930"0"0,-13 1-2012 0 0,-10 6-1769 0 0,-4 1-811 0 0,14-8 1016 0 0,5-8-1413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4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 0 6249 0 0,'0'0'9120'0'0,"-6"33"-7635"0"0,-9-17-821 0 0,-11 10-2149 0 0,-17-2-1903 0 0,-1-2-108 0 0,-5-5 644 0 0,16-11-685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4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1838 3649 6889 0 0,'-3'22'4968'0'0,"-3"-19"-2292"0"0,-12 4-1676 0 0,-12-2-4524 0 0,-21-9 252 0 0,4-11 448 0 0,-7-26-329 0 0</inkml:trace>
  <inkml:trace contextRef="#ctx0" brushRef="#br0" timeOffset="1">121 30 7553 0 0,'-21'-10'6272'0'0,"9"1"-3671"0"0,0 4 1155 0 0,-7 0-3128 0 0,-1 15-5521 0 0,-4 2 1473 0 0,12-4-24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5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2984 0 0,'20'31'12473'0'0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7:35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372 0 1600 0 0,'8'14'10965'0'0,"4"12"-9161"0"0,-8-6-3032 0 0,-10 14-2428 0 0,0 9 780 0 0,-6-2 627 0 0,6-14 649 0 0</inkml:trace>
  <inkml:trace contextRef="#ctx0" brushRef="#br0" timeOffset="1">225 2578 3752 0 0,'-8'17'5693'0'0,"-5"4"-3497"0"0,-17 11-5344 0 0,-24 6 336 0 0,-8-12 875 0 0,5-15 953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8:33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2428 156 3856 0 0,'0'0'15654'0'0,"8"-3"-18050"0"0,25-6 2315 0 0,-32 9 108 0 0,0 0 0 0 0,0 0 0 0 0,0 0 0 0 0,0 0 0 0 0,0 0 0 0 0,0 0 0 0 0,-1-1-1 0 0,1 1 1 0 0,0-1 0 0 0,0 1 0 0 0,0 0 0 0 0,0-1 0 0 0,0 0 0 0 0,0 1 0 0 0,-1-1 0 0 0,1 1 0 0 0,0-1 0 0 0,0 0 0 0 0,0 0 0 0 0,-1 0 42 0 0,1 0 1 0 0,0 0-1 0 0,-1 0 1 0 0,1 1-1 0 0,0-1 1 0 0,-1 0 0 0 0,1 1-1 0 0,0-1 1 0 0,0 0-1 0 0,0 1 1 0 0,0-1-1 0 0,1 0 1 0 0,5-3 216 0 0,0 1 1 0 0,0-1-1 0 0,1 1 1 0 0,-1 1 0 0 0,1 0-1 0 0,-1 0 1 0 0,1 0-1 0 0,0 1 1 0 0,0 0 0 0 0,0 0-1 0 0,10 1 1 0 0,13 2 118 0 0,42 7 0 0 0,-8 8 85 0 0,66 29 0 0 0,-51-17-337 0 0,132 32 72 0 0,-169-52-378 0 0,0-2 0 0 0,89 3 0 0 0,2-9 634 0 0,157 22-1 0 0,-108-12-361 0 0,-12-2-30 0 0,-157-6-99 0 0,1 0 0 0 0,-1 0 0 0 0,0 1 0 0 0,-1 1 0 0 0,1 0 0 0 0,-1 1-1 0 0,16 10 1 0 0,-6-2 47 0 0,-1 1-1 0 0,-1 2 1 0 0,21 20-1 0 0,81 68 19 0 0,-33-29 331 0 0,-26-27-248 0 0,-7-6-207 0 0,-30-21 10 0 0,3 2 29 0 0,-1 1 1 0 0,-1 1-1 0 0,-1 1 1 0 0,24 32-1 0 0,9 32 168 0 0,59 119 1 0 0,-78-133-167 0 0,44 86-176 0 0,-32-59 139 0 0,23 47 79 0 0,-55-103 56 0 0,33 80 500 0 0,-5 27-220 0 0,30 78-624 0 0,-27-79 31 0 0,-18-51 81 0 0,-10-24 493 0 0,17 104 1 0 0,-25-104-176 0 0,28 177-202 0 0,-21-128-373 0 0,3 23 330 0 0,19 199 571 0 0,-36-258-610 0 0,-4-1 0 0 0,-11 165 1 0 0,-66 186 521 0 0,60-377-414 0 0,4-21 29 0 0,-15 71-313 0 0,8-58 127 0 0,-24 83 63 0 0,-115 210-381 0 0,142-326 460 0 0,-14 30-22 0 0,-34 75-10 0 0,-66 132 87 0 0,96-211 57 0 0,-3-2 0 0 0,-3-2-1 0 0,-1-1 1 0 0,-2-2 0 0 0,-2-1 0 0 0,-1-2-1 0 0,-53 37 1 0 0,33-33-25 0 0,-2-2 0 0 0,-2-3-1 0 0,-1-3 1 0 0,-140 52 0 0 0,112-54-3 0 0,-2-4 0 0 0,-157 26 0 0 0,-301 7 226 0 0,435-57-184 0 0,1-5-1 0 0,-200-25 1 0 0,182 1 42 0 0,-152-46 0 0 0,190 41-124 0 0,-438-145 95 0 0,477 148-138 0 0,1-2 0 0 0,1-4 0 0 0,2-1-1 0 0,-80-61 1 0 0,-33-47 48 0 0,131 104 43 0 0,1-1 0 0 0,-37-50 0 0 0,-187-302 870 0 0,203 297-809 0 0,6 6-108 0 0,3-2-1 0 0,4-3 1 0 0,5-1-1 0 0,-54-181 1 0 0,47 80 202 0 0,-17-241-98 0 0,46-2-252 0 0,28 161 219 0 0,1-58-442 0 0,-8 86 255 0 0,3 15 94 0 0,1-94 346 0 0,7-143-200 0 0,-4 346-102 0 0,47-220-1 0 0,-26 226 150 0 0,4 0 0 0 0,95-208 0 0 0,-101 268-152 0 0,2 2 1 0 0,3 0-1 0 0,75-93 0 0 0,-79 115-12 0 0,0 1-1 0 0,2 2 1 0 0,1 1 0 0 0,2 2-1 0 0,0 1 1 0 0,61-33 0 0 0,-5 14-169 0 0,3 4 0 0 0,1 4 0 0 0,2 4 1 0 0,122-24-1 0 0,-147 42 119 0 0,1 4 1 0 0,1 3-1 0 0,-1 3 1 0 0,1 3-1 0 0,0 3 0 0 0,0 4 1 0 0,102 19-1 0 0,-51 4-43 0 0,232 82 0 0 0,121 91-78 0 0,-366-147 117 0 0,366 186-22 0 0,-362-174-45 0 0,-3 5-1 0 0,105 86 1 0 0,-91-56-84 0 0,99 83-152 0 0,-9 11 193 0 0,-187-165 111 0 0,125 134-97 0 0,-111-105 212 0 0,-2 1 0 0 0,40 80 0 0 0,52 139-7 0 0,-112-227-244 0 0,18 69-1 0 0,5 57-110 0 0,-34-134 247 0 0,23 133 355 0 0,-12-54-130 0 0,13 108-240 0 0,-19-107-121 0 0,6 56 523 0 0,-2 312 0 0 0,-53 33-703 0 0,25-464 367 0 0,-49 306-130 0 0,37-276 48 0 0,-4-1 1 0 0,-4-1-1 0 0,-48 103 1 0 0,-92 130-209 0 0,13-86 134 0 0,75-134 587 0 0,-157 157 0 0 0,131-151-278 0 0,-54 53 86 0 0,-13-13-94 0 0,-5-27 4 0 0,134-96-123 0 0,0-3-1 0 0,-64 22 1 0 0,25-15 10 0 0,-1-5-1 0 0,-1-3 1 0 0,0-4 0 0 0,-2-3 0 0 0,0-5-1 0 0,-143-2 1 0 0,107-14-67 0 0,0-5 0 0 0,-158-37-1 0 0,126 11-39 0 0,-202-79-1 0 0,196 49 98 0 0,-213-120-1 0 0,-129-125 43 0 0,51-30-63 0 0,197 91 89 0 0,249 246-104 0 0,-47-52 13 0 0,3-2 0 0 0,3-2 0 0 0,2-2-1 0 0,3-1 1 0 0,3-3 0 0 0,3-1 0 0 0,-34-93-1 0 0,10-12 188 0 0,-56-273-1 0 0,41-85 69 0 0,40-6-189 0 0,34 520-85 0 0,-11-671-90 0 0,17 560 112 0 0,30-178 0 0 0,-23 243 60 0 0,3 0 0 0 0,3 1 0 0 0,3 0 0 0 0,2 2-1 0 0,3 1 1 0 0,3 0 0 0 0,2 3 0 0 0,3 0 0 0 0,64-82-1 0 0,-32 61 98 0 0,4 2 0 0 0,2 4 0 0 0,107-82 0 0 0,272-158 437 0 0,-149 122-757 0 0,-118 78-207 0 0,234-103 0 0 0,-325 175 132 0 0,2 4 0 0 0,1 5 1 0 0,1 4-1 0 0,182-27 0 0 0,-162 43-256 0 0,1 5 1 0 0,0 5-1 0 0,127 16 1 0 0,-78 7-1530 0 0,280 74-1 0 0,179 95-4359 0 0,18 37-13 0 0,-195-55-1607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19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1020 5 5505 0 0,'0'0'10854'0'0,"-1"4"-10113"0"0,-7 36 1500 0 0,5-21-1661 0 0,-1 21-1 0 0,2-19-177 0 0,-3 31 338 0 0,-2 20-249 0 0,5-63-493 0 0,0 1-1 0 0,-1-1 1 0 0,1 0-1 0 0,-2 1 1 0 0,-5 10 0 0 0,2-8-26 0 0,-1 0 1 0 0,-1 0-1 0 0,1-1 0 0 0,-2 0 1 0 0,0-1-1 0 0,0 0 1 0 0,-1 0-1 0 0,0-1 1 0 0,0-1-1 0 0,-1 1 1 0 0,0-2-1 0 0,-24 11 1 0 0,4-4 83 0 0,0-3 1 0 0,0 0 0 0 0,-1-2 0 0 0,-44 6 0 0 0,48-10 3 0 0,1-2 0 0 0,-1-2 0 0 0,1 0 1 0 0,-47-5-1 0 0,53 1-45 0 0,1-1 0 0 0,0-1 0 0 0,0-1-1 0 0,0-1 1 0 0,0-1 0 0 0,-31-16 0 0 0,28 11 74 0 0,1-1-1 0 0,0-2 1 0 0,1 0 0 0 0,0-1-1 0 0,-25-27 1 0 0,39 36-45 0 0,0-1 1 0 0,1 0-1 0 0,0 0 0 0 0,1-1 1 0 0,0 0-1 0 0,0 0 1 0 0,1 0-1 0 0,1-1 0 0 0,-1 1 1 0 0,2-1-1 0 0,0 0 1 0 0,0 0-1 0 0,1-1 0 0 0,0 1 1 0 0,0-17-1 0 0,2 19-2 0 0,2 0 0 0 0,-1 0-1 0 0,1 0 1 0 0,1 0 0 0 0,-1 0 0 0 0,1 0 0 0 0,1 0-1 0 0,0 1 1 0 0,0 0 0 0 0,1 0 0 0 0,0 0-1 0 0,0 0 1 0 0,0 1 0 0 0,1 0 0 0 0,1 0-1 0 0,10-9 1 0 0,-15 14-39 0 0,1 0-1 0 0,-1 0 1 0 0,1 1 0 0 0,0-1-1 0 0,0 1 1 0 0,0 0 0 0 0,0 0-1 0 0,0 0 1 0 0,0 0-1 0 0,4-1 1 0 0,-1 1 15 0 0,-5 1-13 0 0,1-1 0 0 0,0 1 0 0 0,-1 0 0 0 0,1 0 0 0 0,0-1 0 0 0,0 1 0 0 0,-1 0 0 0 0,1 1 0 0 0,3-1 0 0 0,-1 1 7 0 0,8 2 39 0 0,4 4 13 0 0,0 1 1 0 0,-1 1-1 0 0,0 0 1 0 0,14 12-1 0 0,2 8 1 0 0,-2 1 1 0 0,28 39-1 0 0,-29-35-62 0 0,30 40 38 0 0,18 21-35 0 0,127 128 186 0 0,-99-109-30 0 0,-65-69-2561 0 0,-35-42 1115 0 0,1 2-773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22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177 847 1448 0 0,'0'0'2932'0'0,"1"4"-1819"0"0,3 12-239 0 0,-3-12 174 0 0,0 0-798 0 0,0 4 258 0 0,2 11 278 0 0,-2-5 13341 0 0,-1-23-14083 0 0,0 0-22 0 0,0 0-1 0 0,0 1 1 0 0,-3-13 0 0 0,0 1 20 0 0,-34-128 380 0 0,29 122-368 0 0,-36-101-9 0 0,27 71 179 0 0,-8-28 350 0 0,7-7-172 0 0,16 71-239 0 0,0 0 0 0 0,2-33 0 0 0,0 21-49 0 0,1 23-21 0 0,5-45 74 0 0,-3 19-21 0 0,-2 24-17 0 0,0 0 1 0 0,0 0 0 0 0,6-20 0 0 0,-4 26-62 0 0,5-3-8 0 0,-1 5-22 0 0,11-2 40 0 0,-9 5-10 0 0,10 5-44 0 0,0 1-1 0 0,0 1 1 0 0,-1 1-1 0 0,22 13 0 0 0,70 47 301 0 0,-93-55-276 0 0,0 1-1 0 0,26 28 1 0 0,-42-42-52 0 0,0 1 0 0 0,-1 0 0 0 0,1 0 0 0 0,0-1-1 0 0,-1 1 1 0 0,1 0 0 0 0,-1 0 0 0 0,1 0 0 0 0,-1 0 0 0 0,1 0 0 0 0,-1 0 0 0 0,1 1 0 0 0,0 1-8 0 0,0 0-9 0 0,-3 2-21 0 0,-11 14-32 0 0,11-17 63 0 0,0-1-1 0 0,-1 1 1 0 0,1-1 0 0 0,-1 0 0 0 0,1 0 0 0 0,-1 0-1 0 0,0 0 1 0 0,1 0 0 0 0,-1 0 0 0 0,0-1 0 0 0,0 0-1 0 0,0 1 1 0 0,-3-1 0 0 0,4 0 19 0 0,-81 4 7 0 0,53 1-343 0 0,27-5 302 0 0,8 8-394 0 0,-1-1 385 0 0,-2-3 3 0 0,0 0 0 0 0,1 0 1 0 0,0 0-1 0 0,-1 0 0 0 0,2 0 1 0 0,-1-1-1 0 0,0 0 1 0 0,1 1-1 0 0,-1-1 0 0 0,1 0 1 0 0,5 2-1 0 0,71 33-272 0 0,-61-31 332 0 0,-1 1 0 0 0,1 2 1 0 0,-1-1-1 0 0,24 19 0 0 0,-39-26-27 0 0,0 0 0 0 0,-1 1 0 0 0,0-1 0 0 0,1 0 1 0 0,-1 1-1 0 0,0-1 0 0 0,0 1 0 0 0,-1-1 0 0 0,1 1 1 0 0,-1 0-1 0 0,1 0 0 0 0,-1 0 0 0 0,2 4 0 0 0,-6-2-7 0 0,1-2 3 0 0,2-1 0 0 0,-1 0 0 0 0,0 0 0 0 0,-1 0 0 0 0,1 0-1 0 0,0-1 1 0 0,0 1 0 0 0,-1 0 0 0 0,1-1 0 0 0,-1 1 0 0 0,1-1 0 0 0,-1 1 0 0 0,0-1 0 0 0,0 0 0 0 0,0 1 0 0 0,1-1-1 0 0,-4 1 1 0 0,-8 2-38 0 0,1 0-1 0 0,-1-1 0 0 0,0-1 1 0 0,0 0-1 0 0,0-1 1 0 0,0 0-1 0 0,0-1 0 0 0,0 0 1 0 0,-13-2-1 0 0,-18-5-3131 0 0,-57-16 0 0 0,72 15 390 0 0,0-1 1 0 0,-43-21 0 0 0,12 0-5019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51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69 2920 0 0,'4'-3'3821'0'0,"15"-10"-912"0"0,-15 10 1806 0 0,-3-2-3940 0 0,-1 1 0 0 0,1-1 1 0 0,3-9-1 0 0,-3 11-990 0 0,0 0 446 0 0,5-10-138 0 0,-3 12 273 0 0,10 0 24 0 0,-10 1 536 0 0,2 0-707 0 0,13 1-52 0 0,-14 0 78 0 0,0 0-149 0 0,46 14 220 0 0,84 20 538 0 0,118 16 467 0 0,-202-39-1229 0 0,61 18 118 0 0,-99-25-201 0 0,0 1 0 0 0,0 0 0 0 0,-1 1-1 0 0,0 0 1 0 0,0 0 0 0 0,0 1 0 0 0,-1 1-1 0 0,-1 0 1 0 0,1 0 0 0 0,9 14-1 0 0,113 124 216 0 0,162 196 102 0 0,-252-286-481 0 0,-1 2-1 0 0,-4 2 0 0 0,-2 1 0 0 0,31 78 0 0 0,-12-16-297 0 0,21 56 107 0 0,29 140 963 0 0,-82-242-508 0 0,4 0 1 0 0,38 81-1 0 0,82 141 60 0 0,-32-69-167 0 0,-39-79-132 0 0,17 34-442 0 0,-65-125 432 0 0,21 71 1 0 0,-22-37-34 0 0,22 64 217 0 0,-35-123-60 0 0,2-1 1 0 0,26 47-1 0 0,70 88 387 0 0,-46-74-112 0 0,-46-64-186 0 0,-1 0-1 0 0,22 57 1 0 0,15 72-39 0 0,-55-160-35 0 0,26 72-105 0 0,44 86-1 0 0,4 27 233 0 0,-60-147-139 0 0,-2 1 0 0 0,-2 1 0 0 0,-2-1 0 0 0,-2 2 0 0 0,-1-1 0 0 0,-2 1 0 0 0,-2-1 0 0 0,-6 53 0 0 0,-13 41-32 0 0,14-115-14 0 0,-1-2 0 0 0,0 1 1 0 0,-2-1-1 0 0,-17 36 0 0 0,8-25 19 0 0,-43 69-80 0 0,21-42 89 0 0,-37 47 16 0 0,66-92 11 0 0,-1-1-1 0 0,0 0 0 0 0,0-1 1 0 0,-1 0-1 0 0,0-1 1 0 0,-1 0-1 0 0,-14 6 0 0 0,-16 6-19 0 0,-1-3 0 0 0,-46 12-1 0 0,-93 16 368 0 0,158-40-338 0 0,-1-2 1 0 0,1 0 0 0 0,-1-2 0 0 0,0 0 0 0 0,-29-4-1 0 0,-121-27 695 0 0,-1 3-158 0 0,121 21-267 0 0,1-3 0 0 0,-98-28 0 0 0,69 8-148 0 0,-151-78 0 0 0,163 66 274 0 0,1-2-1 0 0,-88-73 1 0 0,107 72-270 0 0,2-2 0 0 0,3-2 0 0 0,-69-91 0 0 0,11-19-42 0 0,10 14 117 0 0,54 87-117 0 0,-128-169-77 0 0,143 196 51 0 0,2-2 0 0 0,1 0-1 0 0,1-2 1 0 0,2 0-1 0 0,1-1 1 0 0,2-1 0 0 0,2 0-1 0 0,1-2 1 0 0,-8-39 0 0 0,-23-182 268 0 0,19 94-28 0 0,-8-30 99 0 0,22 117-300 0 0,4 0 1 0 0,3-99 0 0 0,-8-34 146 0 0,1-1 0 0 0,0-181-75 0 0,7 256-72 0 0,2 70-61 0 0,-2-26 212 0 0,-28-154-61 0 0,21 112-138 0 0,9 85 37 0 0,-1 10 4 0 0,0-7-74 0 0,1 1 0 0 0,3 0 0 0 0,6-48 0 0 0,-5 82 31 0 0,19-103 512 0 0,-16 96-403 0 0,1-1-1 0 0,1 1 0 0 0,15-31 0 0 0,68-116 612 0 0,-52 82-686 0 0,-17 31-177 0 0,12-30-146 0 0,-25 59 216 0 0,1 1 0 0 0,1 0 0 0 0,1 1 0 0 0,24-38 1 0 0,-17 36 22 0 0,1 1 0 0 0,0 1 0 0 0,2 0 0 0 0,1 2 1 0 0,0 0-1 0 0,47-30 0 0 0,-44 35 21 0 0,1 2 0 0 0,53-21 0 0 0,-62 28-659 0 0,0 1 1 0 0,1 1 0 0 0,-1 1-1 0 0,1 1 1 0 0,0 0 0 0 0,18 1 0 0 0,-19 1-2417 0 0,4 1 59 0 0,-1-1 0 0 0,1-1 0 0 0,23-4-1 0 0,9-8-6742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0:11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38 4416 0 0,'0'0'9103'0'0,"5"0"-7855"0"0,-1-1-907 0 0,12-1 2213 0 0,-14 1-2322 0 0,0 0-1 0 0,0-1 1 0 0,0 1 0 0 0,0-1-1 0 0,0 1 1 0 0,0-1-1 0 0,-1 1 1 0 0,1-1 0 0 0,-1 0-1 0 0,3-3 1 0 0,-2 3 425 0 0,1-1-289 0 0,-3 3-338 0 0,1-1 1 0 0,-1 1-1 0 0,0 0 0 0 0,0-1 0 0 0,0 1 1 0 0,0 0-1 0 0,1-1 0 0 0,-1 1 0 0 0,0 0 1 0 0,0 0-1 0 0,1-1 0 0 0,-1 1 0 0 0,0 0 0 0 0,0 0 1 0 0,1-1-1 0 0,-1 1 0 0 0,0 0 0 0 0,1 0 1 0 0,-1 0-1 0 0,0 0 0 0 0,1-1 0 0 0,-1 1 1 0 0,0 0-1 0 0,1 0 0 0 0,-1 0 0 0 0,0 0 1 0 0,1 0-1 0 0,0 0 0 0 0,13-3 147 0 0,-11 3 89 0 0,2 0-189 0 0,18 6-23 0 0,0 1 0 0 0,-1 1 0 0 0,0 0 0 0 0,0 2 0 0 0,-1 0 0 0 0,0 2 0 0 0,28 20 0 0 0,306 230-58 0 0,-191-110 132 0 0,-12 10 81 0 0,-83-87-345 0 0,45 53-378 0 0,160 231 1 0 0,-236-299 559 0 0,32 72 1 0 0,19 68 125 0 0,17 76-55 0 0,-58-146-92 0 0,0-7 16 0 0,48 133 130 0 0,-74-189-8 0 0,13 79 1 0 0,2 72 132 0 0,28 118-172 0 0,-38-248-81 0 0,4-1-1 0 0,4-2 0 0 0,46 83 1 0 0,-15-48 126 0 0,19 40 6 0 0,-53-93-195 0 0,-4 2 0 0 0,22 75 1 0 0,-39-103 33 0 0,-2 2 0 0 0,-1-1 0 0 0,-2 1 0 0 0,0 84 0 0 0,-8-103-6 0 0,0-1-1 0 0,-1 0 1 0 0,-2-1 0 0 0,0 1-1 0 0,-2-1 1 0 0,0 0 0 0 0,-2 0-1 0 0,0-1 1 0 0,-19 31 0 0 0,4-13 36 0 0,-3-1 1 0 0,-1-2 0 0 0,-61 62-1 0 0,66-75-42 0 0,-27 26-47 0 0,-77 99 0 0 0,100-110 34 0 0,-120 155 116 0 0,130-174-12 0 0,-1 0-1 0 0,-1-1 1 0 0,-40 30-1 0 0,47-40-10 0 0,0 0 0 0 0,0-2 0 0 0,-1 1 0 0 0,0-2 0 0 0,0 0 0 0 0,0 0 0 0 0,-1-1 0 0 0,-26 4 0 0 0,17-6 48 0 0,-1-1 0 0 0,1-1 0 0 0,0-1 0 0 0,-1-1 0 0 0,-40-9 0 0 0,16-1-77 0 0,-78-30 0 0 0,78 21-70 0 0,1-1 1 0 0,2-3-1 0 0,0-1 1 0 0,2-2-1 0 0,0-2 1 0 0,3-2-1 0 0,0-2 1 0 0,-46-52-1 0 0,-250-335 53 0 0,236 286-289 0 0,66 91 127 0 0,-231-337-560 0 0,225 311 644 0 0,3-1 1 0 0,2-2 0 0 0,-41-135-1 0 0,50 102-19 0 0,-16-152-1 0 0,38 226 80 0 0,-59-707 359 0 0,62 656-64 0 0,4 0-1 0 0,28-163 1 0 0,-25 217-215 0 0,1 1 0 0 0,1-1 1 0 0,2 2-1 0 0,1-1 0 0 0,1 1 0 0 0,1 1 1 0 0,1 0-1 0 0,2 1 0 0 0,0 1 0 0 0,2 0 1 0 0,1 1-1 0 0,0 1 0 0 0,2 1 0 0 0,0 1 1 0 0,43-31-1 0 0,-31 29 5 0 0,1 2-1 0 0,1 2 1 0 0,61-24-1 0 0,117-20-85 0 0,-188 56-293 0 0,30-8-542 0 0,-20 1-2666 0 0,-34 12 3202 0 0,0 1-1 0 0,0-1 0 0 0,0 1 0 0 0,0-1 0 0 0,0 0 0 0 0,0 1 0 0 0,0-1 0 0 0,-1 0 0 0 0,1 0 0 0 0,0 1 0 0 0,0-1 0 0 0,-1 0 1 0 0,1 0-1 0 0,0 0 0 0 0,-1 0 0 0 0,1 0 0 0 0,-1 0 0 0 0,0 0 0 0 0,1 0 0 0 0,-1 0 0 0 0,0 0 0 0 0,1 0 0 0 0,-1 0 0 0 0,0 0 0 0 0,0-1 1 0 0,0 1-1 0 0,0-2 0 0 0,-1-2-414 0 0,0 0 0 0 0,0 0 0 0 0,0 1 0 0 0,-1-1 0 0 0,-2-5 0 0 0,1 3-125 0 0,-21-51-7160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8:58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471 27 64 0 0,'0'0'20577'0'0,"7"-4"-20395"0"0,30-19-114 0 0,-33 24-105 0 0,78 14 230 0 0,-1 3 0 0 0,-1 4-1 0 0,145 62 1 0 0,161 73 607 0 0,-308-131-656 0 0,27 11 244 0 0,-92-31-346 0 0,1 1 0 0 0,-2 0 0 0 0,1 1 0 0 0,-1 0 0 0 0,20 19 0 0 0,-4 1-32 0 0,-2 1 0 0 0,39 55 0 0 0,35 74 240 0 0,-68-105 69 0 0,151 249 773 0 0,-178-294-1065 0 0,31 49 361 0 0,40 92-1 0 0,-71-138-355 0 0,80 203 451 0 0,-68-162-501 0 0,115 403-57 0 0,-126-417 104 0 0,-1 0 0 0 0,-3 1 1 0 0,0-1-1 0 0,-3 1 0 0 0,-8 57 0 0 0,-5-11 295 0 0,-34 114-1 0 0,28-119-216 0 0,-14 140-1 0 0,17-9-414 0 0,10-98 5 0 0,-23 115 0 0 0,16-158 285 0 0,-4-2 1 0 0,-3 0-1 0 0,-2-1 1 0 0,-4-1-1 0 0,-2-1 1 0 0,-3-2-1 0 0,-58 84 0 0 0,71-117 62 0 0,8-13-44 0 0,-14 17 1 0 0,-1-3 26 0 0,-1-2-1 0 0,-50 43 1 0 0,62-60-34 0 0,-2 0 0 0 0,1-1 1 0 0,-1-1-1 0 0,-1-1 1 0 0,0 0-1 0 0,0-1 0 0 0,-25 7 1 0 0,-115 31-15 0 0,72-17 111 0 0,-5 1-266 0 0,74-25 140 0 0,1-2-1 0 0,-1 0 0 0 0,-29 1 0 0 0,27-4 10 0 0,0-1 0 0 0,0 0 0 0 0,0-2 0 0 0,0 0 0 0 0,1-1 0 0 0,-1-1 0 0 0,1-1 0 0 0,-19-9 0 0 0,15 5 34 0 0,0-2-1 0 0,1 0 1 0 0,0-2-1 0 0,1 0 1 0 0,-34-32-1 0 0,-36-47 214 0 0,-20-31-76 0 0,48 57-56 0 0,-91-129 1 0 0,-16-101-171 0 0,95 150 53 0 0,-99-216-899 0 0,159 328 913 0 0,2 0 0 0 0,1-1 0 0 0,2-1 0 0 0,2 0 0 0 0,1 0 0 0 0,2-1 1 0 0,2 1-1 0 0,1-1 0 0 0,5-43 0 0 0,40-280 297 0 0,33 4 85 0 0,41-63-33 0 0,72-165-774 0 0,-165 520 652 0 0,3 0 1 0 0,2 2-1 0 0,3 1 1 0 0,3 2-1 0 0,78-101 0 0 0,-80 116-1538 0 0,-27 33-1619 0 0,0-1 0 0 0,-1 1 1 0 0,0-1-1 0 0,4-14 0 0 0,1-10-5133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8:59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506 405 744 0 0,'12'9'13431'0'0,"-10"-8"-11805"0"0,0 0-1106 0 0,4 3-248 0 0,-1-3 3562 0 0,-4-7-3788 0 0,3-17-114 0 0,-3 18-79 0 0,-3-1-12 0 0,-9-19 182 0 0,-1 0 0 0 0,-23-32 1 0 0,8 19 511 0 0,-2 2 0 0 0,-2 2 1 0 0,-68-61-1 0 0,85 83-334 0 0,-1 1 0 0 0,0 1-1 0 0,-1 0 1 0 0,-28-12 0 0 0,29 18-134 0 0,12 3-55 0 0,0 1 167 0 0,-1 3-81 0 0,-14 8-3 0 0,17-11-87 0 0,0 1 0 0 0,0-1 0 0 0,0 1-1 0 0,0 0 1 0 0,0-1 0 0 0,0 1 0 0 0,0 0 0 0 0,1-1 0 0 0,-1 1 0 0 0,0 0 0 0 0,1 0 0 0 0,-1 0 0 0 0,0 0 0 0 0,1 0 0 0 0,-1 0-1 0 0,1 0 1 0 0,0 0 0 0 0,-1 1 0 0 0,-1 3 20 0 0,-32 71-301 0 0,10-19 105 0 0,-4 14-315 0 0,15-35 86 0 0,6-16-90 0 0,1 0 1 0 0,1 0-1 0 0,0 1 0 0 0,2 0 1 0 0,1-1-1 0 0,-1 30 0 0 0,6 7-3913 0 0,6-1-4042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8:59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1 872 0 0,'0'0'20709'0'0,"3"10"-20180"0"0,2 1-397 0 0,-3-6-72 0 0,0 0 0 0 0,0 0 0 0 0,-1 0 0 0 0,1 1 0 0 0,-1-1 0 0 0,0 0 0 0 0,-1 1-1 0 0,1-1 1 0 0,-1 10 0 0 0,-7 69 680 0 0,-21 104 0 0 0,-4-51-567 0 0,-2 16-2662 0 0,21-49-6005 0 0,11-71 4244 0 0,1-1-2251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00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912 183 4584 0 0,'0'-4'5798'0'0,"-2"-8"-2621"0"0,0 0-1 0 0,-5-18 0 0 0,1 12-2462 0 0,-1 0 0 0 0,-12-24-1 0 0,13 32-247 0 0,1-1 0 0 0,-5-12 0 0 0,9 20 122 0 0,6 11-438 0 0,11 20-12 0 0,19 43 1 0 0,-25-43-87 0 0,-1 1 1 0 0,9 45-1 0 0,-16-61-50 0 0,0 0 1 0 0,-2 0-1 0 0,1 0 0 0 0,-1 0 1 0 0,-1 0-1 0 0,-1 0 0 0 0,0 0 1 0 0,-4 16-1 0 0,6-28-5 0 0,-1 0 1 0 0,1 1-1 0 0,-1-1 1 0 0,1 1-1 0 0,-1-1 1 0 0,0 0-1 0 0,1 0 0 0 0,-1 1 1 0 0,-2 1-1 0 0,1 0 6 0 0,1-2-1 0 0,1-1 0 0 0,0 1 0 0 0,-1-1 0 0 0,1 1 0 0 0,0-1 0 0 0,-1 0 0 0 0,1 1 0 0 0,-1-1 0 0 0,1 0-1 0 0,0 1 1 0 0,-1-1 0 0 0,1 0 0 0 0,-1 1 0 0 0,1-1 0 0 0,-1 0 0 0 0,1 0 0 0 0,-1 0 0 0 0,1 1 0 0 0,-1-1 0 0 0,-1 0 0 0 0,-1 2 164 0 0,-5-6-59 0 0,2 1-89 0 0,0 0-8 0 0,1 0-1 0 0,-1 0 1 0 0,1-1-1 0 0,-1 0 0 0 0,1 0 1 0 0,0 0-1 0 0,-7-9 1 0 0,-12-16 44 0 0,0-1 1 0 0,-28-51 0 0 0,-27-73 95 0 0,66 124-19 0 0,13 29-128 0 0,0 1 1 0 0,0-1-1 0 0,0 1 0 0 0,-1-1 1 0 0,1 0-1 0 0,0 1 0 0 0,0-1 1 0 0,-1 1-1 0 0,1-1 0 0 0,0 1 1 0 0,-1-1-1 0 0,1 1 0 0 0,-1-1 1 0 0,1 1-1 0 0,-1-1 0 0 0,1 1 1 0 0,0 0-1 0 0,-1-1 0 0 0,0 0 1 0 0,-1 0 8 0 0,1 0 62 0 0,-6 5-46 0 0,0-1-19 0 0,2-1 11 0 0,0 1 0 0 0,0 0 0 0 0,1 0-1 0 0,-1 0 1 0 0,1 1 0 0 0,0-1 0 0 0,-7 8 0 0 0,2-1 25 0 0,0-1-1 0 0,-1 0 1 0 0,0 0 0 0 0,-1-1 0 0 0,0-1 0 0 0,0 1 0 0 0,-1-2 0 0 0,1 0 0 0 0,-1 0 0 0 0,-1-1-1 0 0,1-1 1 0 0,-26 6 0 0 0,4-4-806 0 0,1-2 0 0 0,0-1 0 0 0,-67-3 0 0 0,82-1-642 0 0,0-1 0 0 0,1 0 0 0 0,-1-2 0 0 0,1 0 0 0 0,0 0 0 0 0,0-2 0 0 0,0 0 0 0 0,-17-10 0 0 0,-10-13-6571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0:25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560 618 744 0 0,'0'0'7918'0'0,"-3"-2"-7304"0"0,-12-7 4933 0 0,23 5-5279 0 0,22-10-48 0 0,-23 11 175 0 0,-1 5-132 0 0,46 16 667 0 0,-47-16-709 0 0,139 56 3395 0 0,-124-48-3460 0 0,-1 0 1 0 0,0 1-1 0 0,-1 1 1 0 0,33 29-1 0 0,44 53-14 0 0,-79-77-135 0 0,38 34 237 0 0,113 80 0 0 0,-19-16-33 0 0,-145-113-207 0 0,80 74 23 0 0,-8-7-46 0 0,-7-6 278 0 0,47 45 127 0 0,45 48-16 0 0,-131-124-372 0 0,-1 2 0 0 0,-2 1 0 0 0,-2 1 0 0 0,-1 0 0 0 0,25 57 0 0 0,-35-64-80 0 0,-2-1 0 0 0,10 39 0 0 0,45 339 576 0 0,-46-145-119 0 0,-24-96-634 0 0,-1-67 15 0 0,1-18 215 0 0,0 41-68 0 0,8-22 69 0 0,2 121-23 0 0,-7-161 34 0 0,-15 100 0 0 0,5-110-213 0 0,-3 0 1 0 0,-25 60-1 0 0,-5 18 316 0 0,-72 254 228 0 0,76-251-791 0 0,-15 55 244 0 0,40-137 280 0 0,-2-1 0 0 0,-26 51 1 0 0,20-47-228 0 0,-4 5 33 0 0,-65 100 1 0 0,83-143 158 0 0,0 0 1 0 0,-2-1-1 0 0,1-1 1 0 0,-1 0-1 0 0,-1 0 1 0 0,0-1-1 0 0,0-1 0 0 0,-1 0 1 0 0,-21 11-1 0 0,17-12 35 0 0,0-1-1 0 0,0 0 1 0 0,-1-1 0 0 0,1-1-1 0 0,-1-1 1 0 0,-1 0-1 0 0,-32 1 1 0 0,4-4 56 0 0,0-1 0 0 0,0-3 0 0 0,-1-2 1 0 0,2-1-1 0 0,-1-3 0 0 0,-55-18 0 0 0,49 11-81 0 0,1-3-1 0 0,0-2 1 0 0,-92-53-1 0 0,115 56 42 0 0,0-1 0 0 0,2-2 0 0 0,0-1 0 0 0,1-1 0 0 0,1-1 0 0 0,2-2 0 0 0,0 0 0 0 0,2-1 0 0 0,-23-39 0 0 0,20 23-23 0 0,2-1 0 0 0,3-1 0 0 0,-21-71 1 0 0,18 36-84 0 0,-13-103 0 0 0,-10-153 941 0 0,-22 25-317 0 0,35 179-150 0 0,8 25-579 0 0,-13-149 0 0 0,31 186 91 0 0,-7-112-107 0 0,12 123 119 0 0,6-66-1 0 0,17-71-60 0 0,82-335-1 0 0,22 31 61 0 0,-97 387 3 0 0,83-279 108 0 0,-61 264-204 0 0,-38 101 122 0 0,1 0 0 0 0,28-40 1 0 0,-32 54 19 0 0,0 0 0 0 0,1 1 0 0 0,0 1 0 0 0,0 0 0 0 0,1 0 0 0 0,19-12 0 0 0,-20 17 4 0 0,-1 0 1 0 0,1 0-1 0 0,0 1 0 0 0,0 1 1 0 0,1 0-1 0 0,-1 0 1 0 0,1 1-1 0 0,0 1 1 0 0,19-2-1 0 0,-12 3-50 0 0,1 2 1 0 0,0 0-1 0 0,0 1 0 0 0,-1 1 1 0 0,1 0-1 0 0,29 10 0 0 0,110 49-161 0 0,-157-61 207 0 0,102 50-88 0 0,127 84 0 0 0,-192-111 109 0 0,-1 3 1 0 0,-1 0-1 0 0,-2 3 1 0 0,-1 1-1 0 0,-1 1 1 0 0,-2 2-1 0 0,-1 1 0 0 0,39 62 1 0 0,-21-17-121 0 0,55 129 0 0 0,18 95-132 0 0,-103-257 118 0 0,61 206-50 0 0,-20 5 419 0 0,16 203-580 0 0,-61-233 401 0 0,-13-127 41 0 0,-4-1 1 0 0,-16 102 0 0 0,6-124-231 0 0,-4 0 0 0 0,-3-1 0 0 0,-37 91 0 0 0,-113 209 354 0 0,113-271-58 0 0,-4-3-1 0 0,-5-2 1 0 0,-93 109 0 0 0,133-179-126 0 0,-1-2 0 0 0,-1 0 0 0 0,-50 39 1 0 0,66-59-31 0 0,0-1 1 0 0,-1 0-1 0 0,0 0 0 0 0,-1-1 1 0 0,0-1-1 0 0,0 0 1 0 0,0-1-1 0 0,-1-1 0 0 0,1 0 1 0 0,-1-1-1 0 0,0 0 1 0 0,-26 0-1 0 0,21-4 29 0 0,1-1-1 0 0,-1-1 1 0 0,1 0 0 0 0,0-2-1 0 0,0 0 1 0 0,0-1 0 0 0,0-1 0 0 0,1-1-1 0 0,1 0 1 0 0,-18-12 0 0 0,-1-3-2 0 0,1-1 0 0 0,1-2 0 0 0,-50-49 0 0 0,41 31 16 0 0,3-3 0 0 0,1-1 0 0 0,2-2 0 0 0,-34-64 0 0 0,-97-230 466 0 0,32-32-374 0 0,31-2-132 0 0,27 10-87 0 0,56 235 326 0 0,-4-147 0 0 0,23 129 276 0 0,18-183 0 0 0,4 130 2 0 0,56-247-1 0 0,-40 304-535 0 0,6 1 0 0 0,82-190-1 0 0,-87 258-776 0 0,63-102 0 0 0,-57 115-1529 0 0,2 2 0 0 0,4 2 1 0 0,2 2-1 0 0,3 3 0 0 0,2 1 1 0 0,111-83-1 0 0,38-1-7469 0 0,-204 138 9739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1:14.42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45 1 1088 0 0,'-21'2'8037'0'0,"4"11"-6169"0"0,11 2-1492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1:28.8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 2799 704 0 0,'5'41'6565'0'0,"-3"-27"-4752"0"0,0 1 1 0 0,-1-1-1 0 0,-1 1 1 0 0,-2 23-1 0 0,1-30-1456 0 0,-19 104 1697 0 0,14-84-1729 0 0,2 1-1 0 0,-1 36 0 0 0,5 59 152 0 0,1-55-332 0 0,2 4 101 0 0,3 0-1 0 0,3 0 1 0 0,20 73 0 0 0,-4-34-49 0 0,74 314 725 0 0,19-36-579 0 0,269 525-214 0 0,-263-645-230 0 0,90 185 105 0 0,-165-361-66 0 0,5-3-1 0 0,3-2 0 0 0,82 97 1 0 0,-79-119 278 0 0,-52-59-129 0 0,0-1 0 0 0,0 1-1 0 0,1-2 1 0 0,0 1-1 0 0,20 9 1 0 0,-26-15-49 0 0,0 1-1 0 0,0-1 1 0 0,1-1-1 0 0,-1 1 1 0 0,0 0 0 0 0,1-1-1 0 0,4 1 1 0 0,-8-1-34 0 0,1 0 0 0 0,-1 0 1 0 0,0 0-1 0 0,1 0 0 0 0,-1-1 1 0 0,0 1-1 0 0,1 0 0 0 0,-1 0 1 0 0,0 0-1 0 0,0 0 0 0 0,1 0 1 0 0,-1-1-1 0 0,0 1 0 0 0,0 0 0 0 0,1 0 1 0 0,-1 0-1 0 0,0-1 0 0 0,0 1 1 0 0,0 0-1 0 0,1 0 0 0 0,-1 0 1 0 0,0-1-1 0 0,0 1 0 0 0,0 0 1 0 0,0-1-1 0 0,0 1 0 0 0,0 0 1 0 0,1-1-1 0 0,3-6 8 0 0,0-1 1 0 0,-1 0 0 0 0,0 0-1 0 0,0 0 1 0 0,-1 0 0 0 0,1 0-1 0 0,-2 0 1 0 0,1-1-1 0 0,-1 1 1 0 0,-1-1 0 0 0,0-14-1 0 0,-6-54 33 0 0,-4 1-1 0 0,-33-127 1 0 0,-57-115-399 0 0,-26 7-449 0 0,87 217 628 0 0,-476-1081-877 0 0,420 970 1231 0 0,-82-184 390 0 0,29-7 113 0 0,145 390-678 0 0,-63-228 331 0 0,56 188-115 0 0,2 1 0 0 0,1-1 0 0 0,1-58 1 0 0,6 99-225 0 0,0-1 0 0 0,0 1 1 0 0,1 0-1 0 0,0 0 0 0 0,0-1 1 0 0,0 1-1 0 0,0 0 0 0 0,5-10 1 0 0,-5 13-151 0 0,5 9-527 0 0,5 6 577 0 0,-1-1-1 0 0,-1 1 1 0 0,-1 0 0 0 0,9 18 0 0 0,77 201-460 0 0,-61-147 518 0 0,85 230-102 0 0,61 158-2 0 0,26-7 96 0 0,-86-237-48 0 0,164 233 1 0 0,200 179 756 0 0,80-58 1889 0 0,-530-548-2367 0 0,-32-34-180 0 0,-8-6-31 0 0,-15-18 30 0 0,-36-46-1 0 0,-22-42-68 0 0,76 106 71 0 0,-229-360-61 0 0,14-16 94 0 0,187 324-3 0 0,-200-360 21 0 0,19-10 190 0 0,-26-124 34 0 0,36-6 28 0 0,11-22 14 0 0,159 465-262 0 0,33 104 60 0 0,0 10-110 0 0,0 0 0 0 0,0-1-1 0 0,0 1 1 0 0,0 0-1 0 0,0 0 1 0 0,1 0-1 0 0,-1 0 1 0 0,0 0 0 0 0,0 0-1 0 0,0 0 1 0 0,0-1-1 0 0,1 1 1 0 0,-1 0-1 0 0,0 0 1 0 0,0 0 0 0 0,0 0-1 0 0,0 0 1 0 0,1 0-1 0 0,-1 0 1 0 0,0 0-1 0 0,0 0 1 0 0,0 0 0 0 0,1 0-1 0 0,-1 0 1 0 0,0 0-1 0 0,0 0 1 0 0,0 0-1 0 0,1 0 1 0 0,-1 0 0 0 0,0 0-1 0 0,0 1 1 0 0,0-1-1 0 0,0 0 1 0 0,1 0-1 0 0,-1 0 1 0 0,0 0 0 0 0,0 0-1 0 0,0 0 1 0 0,0 0-1 0 0,0 1 1 0 0,0-1-1 0 0,1 0 1 0 0,-1 0 0 0 0,0 0-1 0 0,0 0 1 0 0,0 0-1 0 0,0 1 1 0 0,0-1-1 0 0,0 0 1 0 0,0 0 0 0 0,0 0-1 0 0,0 1 1 0 0,13 13 15 0 0,-2 0 0 0 0,0 1 0 0 0,10 18 0 0 0,122 253-686 0 0,-107-209 538 0 0,182 354-617 0 0,78 70 377 0 0,-48-106 323 0 0,118 181 172 0 0,-220-351-99 0 0,18 38 32 0 0,-90-144 21 0 0,308 488-63 0 0,16-30 88 0 0,-395-573-99 0 0,119 155 123 0 0,-84-115 9 0 0,63 56 1 0 0,-25-39 304 0 0,-65-53-323 0 0,2-1-1 0 0,-1 0 1 0 0,1-1 0 0 0,23 8-1 0 0,-34-13-106 0 0,1 0 0 0 0,-1 0 0 0 0,1 0 0 0 0,0 0 0 0 0,0-1 0 0 0,0 1 0 0 0,-1-1-1 0 0,1 0 1 0 0,0 0 0 0 0,0 0 0 0 0,0 0 0 0 0,-1-1 0 0 0,1 1 0 0 0,0-1-1 0 0,0 1 1 0 0,0-1 0 0 0,-1 0 0 0 0,1 0 0 0 0,-1 0 0 0 0,1-1 0 0 0,-1 1 0 0 0,1-1-1 0 0,-1 1 1 0 0,0-1 0 0 0,1 0 0 0 0,-1 0 0 0 0,0 0 0 0 0,0 0 0 0 0,0 0 0 0 0,-1 0-1 0 0,1 0 1 0 0,-1-1 0 0 0,2-2 0 0 0,1-4-1 0 0,0 0-1 0 0,0-1 1 0 0,-2 1-1 0 0,1-1 1 0 0,-1 0-1 0 0,0 0 1 0 0,-1 0-1 0 0,0-14 1 0 0,-2-45 2 0 0,-4-1-1 0 0,-19-98 1 0 0,1 52 79 0 0,-47-140 1 0 0,-63-104 166 0 0,-59-47-415 0 0,-29 16 485 0 0,-99-85-307 0 0,-30 21 91 0 0,265 347-13 0 0,-692-849-763 0 0,217 259 311 0 0,493 612 427 0 0,-45-64 61 0 0,111 148 11 0 0,8 11-113 0 0,197 228-44 0 0,-109-127-69 0 0,342 430-326 0 0,-19 19 169 0 0,52 113 478 0 0,-269-352-238 0 0,-128-203 15 0 0,550 959-445 0 0,-581-1000 343 0 0,125 225-209 0 0,16-11 232 0 0,-126-207 237 0 0,-56-82-164 0 0,7 9 25 0 0,-8-10-30 0 0,0 0-1 0 0,0 1 1 0 0,1-1 0 0 0,-1 0 0 0 0,0 0 0 0 0,0 0 0 0 0,0 0 0 0 0,0 1-1 0 0,1-1 1 0 0,-1 0 0 0 0,0 0 0 0 0,0 0 0 0 0,0 0 0 0 0,1 0 0 0 0,-1 0-1 0 0,0 0 1 0 0,0 0 0 0 0,0 0 0 0 0,1 0 0 0 0,-1 0 0 0 0,0 1 0 0 0,0-1-1 0 0,1 0 1 0 0,-1 0 0 0 0,0-1 0 0 0,0 1 0 0 0,1 0 0 0 0,-1 0 0 0 0,0 0-1 0 0,0 0 1 0 0,0 0 0 0 0,1 0 0 0 0,-1 0 0 0 0,0 0 0 0 0,-3-10 193 0 0,-150-304 163 0 0,98 207-290 0 0,25 49-13 0 0,-395-811 226 0 0,-245-528 93 0 0,240 539-667 0 0,140 275-805 0 0,-13-72-1354 0 0,285 607 2427 0 0,-21-87 1 0 0,39 132 71 0 0,-1 1-24 0 0,1 1 0 0 0,-1 0-1 0 0,1 0 1 0 0,0 0 0 0 0,0 0 0 0 0,-1-1 0 0 0,1 1-1 0 0,0 0 1 0 0,0 0 0 0 0,0 0 0 0 0,0-1 0 0 0,0 1-1 0 0,1 0 1 0 0,-1 0 0 0 0,0 0 0 0 0,0-1 0 0 0,1 1-1 0 0,0-2 1 0 0,8 13 106 0 0,11 13-54 0 0,0 2 0 0 0,24 40 0 0 0,146 314 47 0 0,-135-261-53 0 0,225 457-30 0 0,20-8 130 0 0,429 642 321 0 0,-510-862-199 0 0,396 609-98 0 0,-351-584-224 0 0,-259-364 34 0 0,153 186-372 0 0,-154-189 305 0 0,-1-6 20 0 0,-4-10-45 0 0,-13-47 11 0 0,-26-74 0 0 0,-40-66 102 0 0,-252-508 254 0 0,86 227-67 0 0,146 288-202 0 0,-49-96 99 0 0,-247-480-116 0 0,28 82-12 0 0,256 482 160 0 0,65 116-93 0 0,-428-767 551 0 0,-28 20-84 0 0,482 803-553 0 0,20 29 18 0 0,10 23-42 0 0,86 178-112 0 0,450 787-370 0 0,-174-371 224 0 0,16 58-58 0 0,-233-400 226 0 0,-86-152 105 0 0,218 403 65 0 0,-275-502-29 0 0,400 774-163 0 0,20-14 128 0 0,-287-549 455 0 0,-107-179-16 0 0,3-3 0 0 0,53 55 0 0 0,-80-93-109 0 0,22 18 0 0 0,-32-29-240 0 0,0 0-1 0 0,0 0 0 0 0,0 0 1 0 0,0 0-1 0 0,0-1 0 0 0,0 1 1 0 0,1-1-1 0 0,-1 0 0 0 0,0 0 1 0 0,1 0-1 0 0,-1 0 1 0 0,1 0-1 0 0,-1-1 0 0 0,5 0 1 0 0,-8 0-43 0 0,1 0 1 0 0,-1 0 0 0 0,0 0 0 0 0,0 0 0 0 0,1 0 0 0 0,-1 0-1 0 0,0-1 1 0 0,1 1 0 0 0,-1 0 0 0 0,0 0 0 0 0,0 0-1 0 0,1-1 1 0 0,-1 1 0 0 0,0 0 0 0 0,0 0 0 0 0,0-1 0 0 0,1 1-1 0 0,-1 0 1 0 0,0 0 0 0 0,0-1 0 0 0,0 1 0 0 0,0 0-1 0 0,1 0 1 0 0,-1-1 0 0 0,0 1 0 0 0,0 0 0 0 0,0-1 0 0 0,0 1-1 0 0,0-1 1 0 0,3-6 18 0 0,0-1-1 0 0,0 1 1 0 0,0-1-1 0 0,-1 0 1 0 0,-1 0-1 0 0,1 0 1 0 0,-1 0 0 0 0,0-1-1 0 0,-1-12 1 0 0,-4-41-52 0 0,-2 0 1 0 0,-17-66 0 0 0,-40-124 316 0 0,-188-483-303 0 0,-63 22-191 0 0,193 460-33 0 0,-195-359-40 0 0,-104-124-268 0 0,-99-55-98 0 0,384 594 579 0 0,-468-674-26 0 0,586 847 83 0 0,1 0 0 0 0,-21-46-1 0 0,33 62 10 0 0,4 8-1 0 0,0 0 0 0 0,0 0 0 0 0,0 0 0 0 0,0-1 0 0 0,0 1 0 0 0,0 0 0 0 0,0 0 0 0 0,0 0 0 0 0,0 0-1 0 0,0 0 1 0 0,0 0 0 0 0,0 0 0 0 0,0 0 0 0 0,0 0 0 0 0,0 0 0 0 0,0 0 0 0 0,0 0 0 0 0,0-1 0 0 0,0 1 0 0 0,0 0 0 0 0,0 0-1 0 0,0 0 1 0 0,0 0 0 0 0,0 0 0 0 0,0 0 0 0 0,0 0 0 0 0,0 0 0 0 0,0 0 0 0 0,0 0 0 0 0,0 0 0 0 0,0 0 0 0 0,0 0 0 0 0,1 0 0 0 0,-1 0-1 0 0,0 0 1 0 0,0 0 0 0 0,0 0 0 0 0,0 0 0 0 0,0 0 0 0 0,0 0 0 0 0,0 0 0 0 0,0 0 0 0 0,0 0 0 0 0,0 0 0 0 0,0 0 0 0 0,0 0-1 0 0,0 0 1 0 0,1 0 0 0 0,-1 0 0 0 0,0 0 0 0 0,0 0 0 0 0,0 0 0 0 0,0 0 0 0 0,0 0 0 0 0,0 0 0 0 0,0 0 0 0 0,0 0 0 0 0,0 0 0 0 0,13 8-22 0 0,25 21-6 0 0,63 65 1 0 0,287 364 153 0 0,-179-172-123 0 0,-10 12-86 0 0,-108-160 104 0 0,270 423-160 0 0,-212-312-44 0 0,391 633-223 0 0,-98-157 232 0 0,242 389 220 0 0,-540-909 279 0 0,-119-170-192 0 0,48 60 260 0 0,-68-89-346 0 0,-4-4-17 0 0,0-1-1 0 0,1 1 1 0 0,-1-1-1 0 0,0 1 0 0 0,1-1 1 0 0,-1 0-1 0 0,4 2 0 0 0,-5-11 114 0 0,-7-30-6 0 0,-2-1-1 0 0,-2 1 1 0 0,-19-47 0 0 0,21 60-39 0 0,-293-748 476 0 0,260 670-472 0 0,-325-748 87 0 0,277 652-170 0 0,-137-290 211 0 0,-446-796 53 0 0,575 1110-324 0 0,-202-364-1705 0 0,28-5-1053 0 0,265 530 2730 0 0,-70-164-855 0 0,65 144 713 0 0,1-1 0 0 0,2 1 0 0 0,-6-43-1 0 0,14 67 212 0 0,0 1 0 0 0,1 0 0 0 0,0-1 0 0 0,0 1 0 0 0,3-17 0 0 0,-2 24 9 0 0,0-1 0 0 0,-1 1 0 0 0,1-1 0 0 0,0 1 0 0 0,0-1 0 0 0,1 1-1 0 0,-1 0 1 0 0,0-1 0 0 0,1 1 0 0 0,3-4 0 0 0,-4 5-2 0 0,0 0 0 0 0,1 0 1 0 0,-1 0-1 0 0,0 0 0 0 0,1 0 0 0 0,-1 1 1 0 0,1-1-1 0 0,-1 0 0 0 0,1 1 0 0 0,0-1 0 0 0,-1 1 1 0 0,1 0-1 0 0,-1-1 0 0 0,1 1 0 0 0,0 0 0 0 0,0 0 1 0 0,-1 0-1 0 0,4 0 0 0 0,2 2 14 0 0,-1-1 1 0 0,1 1-1 0 0,0 1 0 0 0,-1-1 0 0 0,1 1 1 0 0,-1 0-1 0 0,0 1 0 0 0,0-1 1 0 0,9 9-1 0 0,13 8 69 0 0,-2 1 0 0 0,36 37-1 0 0,40 57 96 0 0,-1 10-60 0 0,114 190 0 0 0,56 158 184 0 0,86 195-183 0 0,-205-376-98 0 0,-16-24-93 0 0,147 282-140 0 0,24-20 125 0 0,113 70 642 0 0,-393-563-499 0 0,-10-15-25 0 0,153 203 282 0 0,18-11 122 0 0,-164-190-288 0 0,29 21-1 0 0,-50-42-128 0 0,0-1-1 0 0,0 0 1 0 0,1 0-1 0 0,6 3 1 0 0,-9-4-15 0 0,0-1 1 0 0,0 0 0 0 0,0 0 0 0 0,0 1 0 0 0,-1-1-1 0 0,1 0 1 0 0,0 0 0 0 0,0 0 0 0 0,0 0-1 0 0,0 0 1 0 0,0 0 0 0 0,0 0 0 0 0,0 0-1 0 0,0-1 1 0 0,0 1 0 0 0,0 0 0 0 0,-1 0 0 0 0,1-1-1 0 0,0 1 1 0 0,0-1 0 0 0,0 1 0 0 0,1-1-1 0 0,-2 0-4 0 0,0 1-1 0 0,0-1 0 0 0,1 1 0 0 0,-1-1 0 0 0,0 1 0 0 0,0-1 1 0 0,0 1-1 0 0,1-1 0 0 0,-1 0 0 0 0,0 1 0 0 0,0-1 1 0 0,0 1-1 0 0,0-1 0 0 0,0 1 0 0 0,0-1 0 0 0,0 1 0 0 0,0-1 1 0 0,0 1-1 0 0,-1-1 0 0 0,1 0 0 0 0,0 0 0 0 0,-4-36 52 0 0,-1 0 0 0 0,-1 0 0 0 0,-3 1-1 0 0,-12-36 1 0 0,-61-150 186 0 0,79 216-242 0 0,-205-448 18 0 0,-29 11 35 0 0,153 290-27 0 0,-82-155 118 0 0,-371-657 223 0 0,325 611-226 0 0,-157-269-589 0 0,-23-97-2093 0 0,383 704 2424 0 0,-5-12-426 0 0,-19-54-1 0 0,31 69 151 0 0,9 17-218 0 0,6 9 579 0 0,0 1 0 0 0,18 25 0 0 0,24 45 51 0 0,-35-53-10 0 0,393 624 102 0 0,-11 17 379 0 0,-20-16 127 0 0,-221-383-506 0 0,147 227 243 0 0,-225-366-350 0 0,308 454 132 0 0,210 193 635 0 0,-451-608-495 0 0,-105-126-7 0 0,76 60 1 0 0,-108-97-156 0 0,1 0 0 0 0,0 0 1 0 0,0-2-1 0 0,17 8 0 0 0,-30-15-102 0 0,0 0-1 0 0,0-1 1 0 0,0 1-1 0 0,1-1 0 0 0,-1 0 1 0 0,0 1-1 0 0,0-1 1 0 0,0 0-1 0 0,0 1 0 0 0,1-1 1 0 0,-1 0-1 0 0,0 0 1 0 0,0 0-1 0 0,0 0 0 0 0,1 0 1 0 0,-1 0-1 0 0,0-1 0 0 0,0 1 1 0 0,0 0-1 0 0,0-1 1 0 0,1 1-1 0 0,-1-1 0 0 0,0 1 1 0 0,0-1-1 0 0,1 0 1 0 0,-1-1-2 0 0,0 1 1 0 0,0-1 0 0 0,0 0-1 0 0,0 0 1 0 0,0 0 0 0 0,0 1 0 0 0,-1-1-1 0 0,1 0 1 0 0,-1 0 0 0 0,0 0-1 0 0,1 0 1 0 0,-1 0 0 0 0,0 0-1 0 0,0 0 1 0 0,0-2 0 0 0,-1-16 47 0 0,0 1 0 0 0,-2 0 1 0 0,-6-28-1 0 0,-23-58 109 0 0,23 75-128 0 0,-83-228-349 0 0,-154-305 1 0 0,201 470 219 0 0,-461-903 101 0 0,349 717 116 0 0,-322-468 98 0 0,404 637-159 0 0,-328-455 228 0 0,-16 14-709 0 0,-44-59-2301 0 0,417 549 2394 0 0,-66-93-558 0 0,78 104 447 0 0,-29-60 0 0 0,58 100 343 0 0,0 0-1 0 0,0-1 1 0 0,1 0 0 0 0,-5-21-1 0 0,9 30-14 0 0,8 5-4 0 0,9 5 82 0 0,0 1-1 0 0,-1 1 1 0 0,0 0 0 0 0,-1 1 0 0 0,18 15 0 0 0,76 78-9 0 0,-73-68 24 0 0,336 358-218 0 0,-19 19 420 0 0,-113-130-227 0 0,531 654 391 0 0,-285-350 946 0 0,-463-559-694 0 0,-28-38-366 0 0,-150-241 710 0 0,117 191-852 0 0,-453-652 1158 0 0,264 392-858 0 0,-202-383-199 0 0,381 614-540 0 0,11 23-1708 0 0,-30-77 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1:29.2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80 592 4368 0 0,'195'230'8789'0'0,"68"137"-5316"0"0,-224-306-3062 0 0,155 222-22 0 0,-156-235 142 0 0,1-1 0 0 0,3-1-1 0 0,71 59 1 0 0,-112-105-504 0 0,1 2 68 0 0,0 0 0 0 0,0 0 0 0 0,0-1 0 0 0,0 1 0 0 0,1-1 0 0 0,-1 0 0 0 0,1 0-1 0 0,-1 1 1 0 0,6 0 853 0 0,-17-21-593 0 0,3 7-302 0 0,-74-143 464 0 0,-163-187 27 0 0,-26 19-380 0 0,122 150 54 0 0,-85-111-148 0 0,217 265 97 0 0,-15-28-1 0 0,29 45 34 0 0,15 14-136 0 0,190 165 248 0 0,-146-124-238 0 0,379 319 711 0 0,-388-338-298 0 0,2-2 0 0 0,0-2 0 0 0,74 31 0 0 0,-121-60-429 0 0,26 11 323 0 0,-29-11-343 0 0,1-1-1 0 0,0 1 0 0 0,0-1 1 0 0,0 0-1 0 0,0 0 0 0 0,0 1 1 0 0,0-1-1 0 0,0 0 1 0 0,0-1-1 0 0,0 1 0 0 0,-1 0 1 0 0,4-1-1 0 0,-5 1-27 0 0,1-1 0 0 0,-1 1 0 0 0,1 0 1 0 0,-1 0-1 0 0,0-1 0 0 0,1 1 0 0 0,-1 0 0 0 0,1-1 1 0 0,-1 1-1 0 0,0 0 0 0 0,0-1 0 0 0,1 1 0 0 0,-1 0 0 0 0,0-1 1 0 0,0 1-1 0 0,1-1 0 0 0,-1 1 0 0 0,0-1 0 0 0,0 1 0 0 0,0-1 1 0 0,0 1-1 0 0,0 0 0 0 0,1-1 0 0 0,-1 1 0 0 0,0-1 1 0 0,0 1-1 0 0,0-1 0 0 0,0 1 0 0 0,0-1 0 0 0,-1 1 0 0 0,1-1 1 0 0,0 1-1 0 0,0-1 0 0 0,-2-8 25 0 0,-1-1 0 0 0,0 1 0 0 0,0 1 0 0 0,-1-1 0 0 0,0 0 0 0 0,-1 1 0 0 0,0 0 0 0 0,-8-11 0 0 0,-2-5-11 0 0,-134-188-1088 0 0,-21 6-5000 0 0,-139-180-3145 0 0,129 114-323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2:11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3662 192 2832 0 0,'0'0'17004'0'0,"-9"-3"-16826"0"0,-27-9-58 0 0,27 9 15 0 0,4 3-3 0 0,-15 0-55 0 0,-11 0 401 0 0,0 0 0 0 0,0 2 0 0 0,-34 7-1 0 0,-75 33 406 0 0,90-25-652 0 0,-58 12 0 0 0,31-18-119 0 0,1-4 0 0 0,-97-2-1 0 0,-70 5 248 0 0,142 1-208 0 0,-1-5 1 0 0,0-4 0 0 0,-105-11 0 0 0,-55-25 149 0 0,-253-19 192 0 0,212 33-402 0 0,211 8-87 0 0,-114-29 0 0 0,-33-32 88 0 0,53 15 96 0 0,162 51-378 0 0,0 1 1 0 0,-1 2 0 0 0,-41-4-1 0 0,51 8-1722 0 0,1 1 0 0 0,-18 2-1 0 0,-11 5-6696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0:52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1232 0 0,'0'0'5593'0'0,"18"42"-1913"0"0,-12-16-1060 0 0,0 1-1316 0 0,0 7-2308 0 0,-3 4-2748 0 0,-3-4 864 0 0,0-8 575 0 0,-3-9 601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0:53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0 3880 0 0,'-12'10'5765'0'0,"-9"4"-2481"0"0,-3 3-1680 0 0,-12 0-5412 0 0,-9-8 844 0 0,-3-6 323 0 0,-5-12 281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02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1728 0 0,'0'0'8177'0'0,"21"-4"-5229"0"0,-1 2-4100 0 0,1 1-4828 0 0,1-4 3019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04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4049 264 1384 0 0,'5'-1'3334'0'0,"16"-3"1485"0"0,29 0-1 0 0,-41 4-4511 0 0,1 0-1 0 0,0 0 0 0 0,-1 1 0 0 0,1 1 0 0 0,11 2 0 0 0,-6 0-28 0 0,33 9 639 0 0,-1 3 0 0 0,67 32 0 0 0,-12-4 116 0 0,237 113 463 0 0,-162-70-1136 0 0,-80-42-202 0 0,139 68 140 0 0,-170-77-3 0 0,92 65-1 0 0,74 86 4 0 0,-182-140-201 0 0,-1 2 0 0 0,54 72 0 0 0,63 108 231 0 0,192 350 1 0 0,-164-201 36 0 0,-148-277-249 0 0,57 197 0 0 0,-72-172-113 0 0,25 235-1 0 0,-31 132 113 0 0,34 331-227 0 0,-43-687 111 0 0,27 263 84 0 0,-34-261-30 0 0,-12 211-1 0 0,-3-274-28 0 0,-4-1 0 0 0,-3-1-1 0 0,-3 0 1 0 0,-37 105 0 0 0,-137 306-16 0 0,-9 25 7 0 0,55-158 67 0 0,113-289-82 0 0,-3-2-1 0 0,-2-1 0 0 0,-64 79 0 0 0,56-86 37 0 0,-2-2-1 0 0,-2-2 0 0 0,-2-2 1 0 0,-2-3-1 0 0,-3-2 0 0 0,-73 44 1 0 0,43-38 104 0 0,-2-4 0 0 0,-2-4 0 0 0,-1-4 0 0 0,-2-4 0 0 0,-1-4 0 0 0,-2-4 0 0 0,0-4 0 0 0,-1-4 0 0 0,-178 5 0 0 0,124-23-59 0 0,1-8 0 0 0,-1-6 0 0 0,2-6 0 0 0,1-7 0 0 0,-185-61 0 0 0,127 20 48 0 0,-252-124-1 0 0,-102-122 172 0 0,-241-241-157 0 0,533 335-95 0 0,86 52 9 0 0,125 117-19 0 0,-225-236 181 0 0,200 196-147 0 0,5-3-1 0 0,3-3 1 0 0,5-4-1 0 0,5-2 1 0 0,4-4 0 0 0,-75-195-1 0 0,-93-403 128 0 0,150 340-73 0 0,58 223 4 0 0,0-276-1 0 0,60-146-7 0 0,-15 396-4 0 0,7 2 0 0 0,7 1 0 0 0,8 2 0 0 0,7 2 0 0 0,7 2 0 0 0,119-219 0 0 0,-103 244-346 0 0,173-227 0 0 0,-117 198 133 0 0,231-223-1 0 0,-69 129-15 0 0,190-87 19 0 0,-380 279 250 0 0,2 5-1 0 0,206-83 0 0 0,-235 116-31 0 0,123-27 0 0 0,-144 45-29 0 0,-1 2 1 0 0,1 3-1 0 0,61 1 1 0 0,-38 8-25 0 0,1 4 1 0 0,-2 3-1 0 0,1 4 0 0 0,98 29 1 0 0,310 125-384 0 0,-5 40-3117 0 0,101 25-11585 0 0,-367-169 5247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05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841 1 4176 0 0,'0'0'8771'0'0,"9"5"-6655"0"0,3 0-1594 0 0,-7-2-277 0 0,1-1 0 0 0,-1 1 0 0 0,0 0 0 0 0,0 0 0 0 0,-1 1 0 0 0,1 0 0 0 0,5 5 0 0 0,20 20 746 0 0,-2 2 1 0 0,-1 0-1 0 0,-2 1 0 0 0,37 63 0 0 0,-55-84-883 0 0,-1 1 0 0 0,-1-1 0 0 0,0 1 0 0 0,0 1 0 0 0,-2-1 0 0 0,1 0-1 0 0,-1 1 1 0 0,-1 0 0 0 0,-1-1 0 0 0,1 1 0 0 0,-2 0 0 0 0,0 0 0 0 0,0 0-1 0 0,-2 0 1 0 0,1 0 0 0 0,-2-1 0 0 0,1 1 0 0 0,-2-1 0 0 0,0 1 0 0 0,0-1-1 0 0,-10 18 1 0 0,6-16-96 0 0,-1-1 0 0 0,0-1 1 0 0,0 0-1 0 0,-1 0 0 0 0,-1-1 0 0 0,0 0 0 0 0,-1-1 0 0 0,0 0 0 0 0,0-1 0 0 0,-1 0 0 0 0,-1-1 0 0 0,1 0 1 0 0,-1-1-1 0 0,0-1 0 0 0,-1 0 0 0 0,-18 4 0 0 0,13-5 4 0 0,-1 0 0 0 0,-1-2 0 0 0,1 0 0 0 0,0-2 0 0 0,-1 0 0 0 0,1-2 0 0 0,-1 0 0 0 0,1-1 0 0 0,0-1 0 0 0,0-1 0 0 0,-26-9 0 0 0,6-1 39 0 0,1-2 1 0 0,1-1 0 0 0,0-2 0 0 0,1-2 0 0 0,2-2-1 0 0,-39-30 1 0 0,46 30 24 0 0,1-2 0 0 0,1-1 0 0 0,2-1 0 0 0,0-1 0 0 0,2-1 0 0 0,1-2 0 0 0,-26-45 0 0 0,40 60-35 0 0,0 0 0 0 0,1 0 1 0 0,0-1-1 0 0,2 0 0 0 0,0 0 0 0 0,1-1 0 0 0,0 0 0 0 0,-1-33 0 0 0,5 48-36 0 0,0 0 0 0 0,0 0-1 0 0,0 0 1 0 0,0 0 0 0 0,1-1 0 0 0,-1 1 0 0 0,1 0 0 0 0,0 0 0 0 0,0 0 0 0 0,0 0 0 0 0,1 1 0 0 0,-1-1 0 0 0,1 0-1 0 0,-1 0 1 0 0,1 1 0 0 0,0-1 0 0 0,0 1 0 0 0,0 0 0 0 0,0-1 0 0 0,1 1 0 0 0,-1 0 0 0 0,1 0 0 0 0,-1 0-1 0 0,1 1 1 0 0,-1-1 0 0 0,1 1 0 0 0,0-1 0 0 0,0 1 0 0 0,4-1 0 0 0,0 0 23 0 0,0 1 0 0 0,0 0 0 0 0,0 0 0 0 0,0 0-1 0 0,0 1 1 0 0,1 0 0 0 0,-1 1 0 0 0,0 0 0 0 0,0 0 0 0 0,0 0 0 0 0,-1 1 0 0 0,9 3 0 0 0,5 3 52 0 0,-1 1 0 0 0,0 0 1 0 0,0 2-1 0 0,-2 0 0 0 0,1 1 1 0 0,-1 1-1 0 0,-1 1 0 0 0,0 0 1 0 0,21 26-1 0 0,-18-17-23 0 0,-1 1 0 0 0,-1 1 0 0 0,-1 1 0 0 0,-1 0 0 0 0,-1 0 1 0 0,12 35-1 0 0,-22-50-114 0 0,0 0 0 0 0,-1 1 1 0 0,-1-1-1 0 0,0 0 0 0 0,0 1 1 0 0,-1 16-1 0 0,-1-24-135 0 0,0 0-1 0 0,0 0 1 0 0,-1 0-1 0 0,0 0 1 0 0,0 0-1 0 0,0 0 1 0 0,0 0-1 0 0,-1 0 1 0 0,-2 5-1 0 0,2-6-216 0 0,0-1-1 0 0,1 0 1 0 0,-1 0-1 0 0,0 1 1 0 0,0-1-1 0 0,0 0 1 0 0,-1-1-1 0 0,1 1 1 0 0,0 0-1 0 0,-1-1 1 0 0,1 1 0 0 0,-1-1-1 0 0,1 0 1 0 0,-6 2-1 0 0,4-2-182 0 0,0 0 1 0 0,-1 0-1 0 0,1 0 0 0 0,0-1 0 0 0,0 0 0 0 0,0 0 1 0 0,0 0-1 0 0,-1 0 0 0 0,1-1 0 0 0,0 0 1 0 0,0 0-1 0 0,0 0 0 0 0,0 0 0 0 0,-6-3 0 0 0,-32-15-8160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06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1 360 0 0,'0'0'14178'0'0,"0"3"-11248"0"0,3 9 3570 0 0,-2-6-6240 0 0,3 10-159 0 0,1 1 0 0 0,1-1 0 0 0,0-1-1 0 0,1 1 1 0 0,1-1 0 0 0,0 0 0 0 0,1 0-1 0 0,12 14 1 0 0,96 108 489 0 0,-108-128-532 0 0,55 61 382 0 0,-3 3 0 0 0,91 141-1 0 0,-142-197-407 0 0,0 1-1 0 0,-2 1 1 0 0,0-1-1 0 0,-1 1 1 0 0,0 1-1 0 0,4 26 1 0 0,-9-37-72 0 0,-1 0-1 0 0,0 0 1 0 0,0 0 0 0 0,-1 0 0 0 0,0 0 0 0 0,-1 0-1 0 0,0 1 1 0 0,0-1 0 0 0,-1 0 0 0 0,0-1-1 0 0,-1 1 1 0 0,0 0 0 0 0,0 0 0 0 0,-1-1 0 0 0,0 0-1 0 0,-6 10 1 0 0,5-12-29 0 0,0-1-1 0 0,0 1 1 0 0,0-1 0 0 0,-1 0-1 0 0,1-1 1 0 0,-1 1 0 0 0,0-1-1 0 0,0 0 1 0 0,-1-1 0 0 0,1 0-1 0 0,-1 0 1 0 0,0 0 0 0 0,0-1-1 0 0,0 1 1 0 0,0-2 0 0 0,0 1-1 0 0,0-1 1 0 0,-1 0 0 0 0,-9-1-1 0 0,-2 0-33 0 0,1 0-1 0 0,-1-2 1 0 0,1-1-1 0 0,0 0 1 0 0,0-1-1 0 0,-28-10 1 0 0,14 1 100 0 0,1 0 0 0 0,1-3 0 0 0,0 0 0 0 0,-38-30 0 0 0,-99-94 2204 0 0,146 122-1227 0 0,20 16 342 0 0,8 10-1126 0 0,8 8-124 0 0,166 162-762 0 0,-178-175 553 0 0,36 27-903 0 0,-35-27 304 0 0,0-1 0 0 0,0 1-1 0 0,0-1 1 0 0,0-1 0 0 0,1 1-1 0 0,-1 0 1 0 0,1-1 0 0 0,5 1 0 0 0,-8-2 353 0 0,0 0 0 0 0,0 0 1 0 0,0 0-1 0 0,-1 0 0 0 0,1 0 1 0 0,0 0-1 0 0,0-1 1 0 0,0 1-1 0 0,-1-1 0 0 0,1 1 1 0 0,0-1-1 0 0,0 0 1 0 0,-1 0-1 0 0,1 0 0 0 0,-1 0 1 0 0,1 0-1 0 0,-1 0 0 0 0,1 0 1 0 0,-1 0-1 0 0,1-1 1 0 0,-1 1-1 0 0,2-3 0 0 0,15-22-8607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06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816 99 7769 0 0,'8'16'5653'0'0,"-6"-13"-2484"0"0,-3 1-962 0 0,-1 2-1631 0 0,-1 1-1 0 0,1-1 1 0 0,-1 0 0 0 0,0 0 0 0 0,0 0 0 0 0,-1 0 0 0 0,1 0-1 0 0,-7 6 1 0 0,-46 43 1334 0 0,-16 16-774 0 0,60-58-1013 0 0,1 1-1 0 0,0 0 1 0 0,-14 26 0 0 0,20-29-72 0 0,0 0 1 0 0,1 1 0 0 0,0 0-1 0 0,1-1 1 0 0,0 1 0 0 0,1 1 0 0 0,0-1-1 0 0,1 0 1 0 0,0 0 0 0 0,1 1-1 0 0,1-1 1 0 0,3 23 0 0 0,-2-24-21 0 0,0 0 1 0 0,1-1-1 0 0,0 1 1 0 0,1-1-1 0 0,0 0 1 0 0,1 0-1 0 0,0 0 1 0 0,0 0-1 0 0,1-1 1 0 0,0 0-1 0 0,1 0 1 0 0,0-1-1 0 0,0 1 1 0 0,13 9-1 0 0,-17-15 0 0 0,-2-2-20 0 0,0 0-1 0 0,1 0 1 0 0,-1 0 0 0 0,0-1 0 0 0,0 1 0 0 0,0 0 0 0 0,1 0-1 0 0,-1-1 1 0 0,0 1 0 0 0,1-1 0 0 0,-1 1 0 0 0,1-1 0 0 0,-1 1-1 0 0,0-1 1 0 0,1 0 0 0 0,2 0 0 0 0,13-2 0 0 0,-15 1-12 0 0,0-1 1 0 0,-1 1-1 0 0,1 0 1 0 0,0 0 0 0 0,0-1-1 0 0,-1 1 1 0 0,1-1-1 0 0,-1 1 1 0 0,0-1 0 0 0,1 0-1 0 0,-1 1 1 0 0,0-1-1 0 0,0 0 1 0 0,0 0-1 0 0,0 0 1 0 0,0 0 0 0 0,0 0-1 0 0,-1 0 1 0 0,1 0-1 0 0,-1 0 1 0 0,1 0 0 0 0,-1 0-1 0 0,0-1 1 0 0,0-1-1 0 0,0-3-5 0 0,0-1 0 0 0,0 1 0 0 0,-1 0-1 0 0,0 0 1 0 0,0-1 0 0 0,-3-8 0 0 0,-4-5 2 0 0,0 1-1 0 0,-1 0 1 0 0,-1 1 0 0 0,0 0 0 0 0,-2 1 0 0 0,0 0 0 0 0,-20-22 0 0 0,-5 0-212 0 0,-72-62 0 0 0,53 58-684 0 0,-85-53 0 0 0,38 36-2630 0 0,0 3-3761 0 0,59 31 2734 0 0,7 3-3873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5:07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1563 550 3840 0 0,'0'0'14600'0'0,"-7"-8"-12648"0"0,-205-204 2120 0 0,-19 9-3484 0 0,188 166-415 0 0,23 20 147 0 0,0 1-1 0 0,0 1 1 0 0,-38-20-1 0 0,40 29 15 0 0,15 5-165 0 0,1 4-32 0 0,-7 10 17 0 0,8-13-145 0 0,1 1 0 0 0,0-1 0 0 0,-1 1 0 0 0,1-1 0 0 0,0 1 0 0 0,-1-1-1 0 0,1 1 1 0 0,0-1 0 0 0,0 1 0 0 0,0-1 0 0 0,0 1 0 0 0,0-1 0 0 0,0 1 0 0 0,-1 0 0 0 0,1-1 0 0 0,1 2 0 0 0,-5 48 314 0 0,-9 74 459 0 0,10-109-729 0 0,0-1 1 0 0,-1 1-1 0 0,-1-1 1 0 0,0 1-1 0 0,-1-1 1 0 0,-12 19-1 0 0,10-21-59 0 0,0 0-1 0 0,-1-1 1 0 0,0 0 0 0 0,-1-1 0 0 0,0 0-1 0 0,-1 0 1 0 0,-12 8 0 0 0,6-7-276 0 0,0-1 1 0 0,0 0 0 0 0,-1-1-1 0 0,-28 10 1 0 0,10-8-1378 0 0,0-1-1 0 0,-1-3 1 0 0,0 0 0 0 0,-74 2-1 0 0,57-9-1150 0 0,0-2-1 0 0,-86-14 0 0 0,-7-12-5171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30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65 718 1744 0 0,'0'0'8736'0'0,"-1"-2"-6352"0"0,-27-44 953 0 0,21 36-3047 0 0,6 8-119 0 0,-1 0 0 0 0,0 0 1 0 0,1-1-1 0 0,0 1 1 0 0,0-1-1 0 0,-1 1 1 0 0,1-1-1 0 0,-1-4 1 0 0,-1-2 214 0 0,0 2 26 0 0,1 1 1 0 0,0-1-1 0 0,0 0 1 0 0,1 0-1 0 0,0 1 1 0 0,-1-13-1 0 0,2 5 62 0 0,1 0 0 0 0,0-1 0 0 0,1 1-1 0 0,6-26 1 0 0,-6 35-427 0 0,0 1 0 0 0,0-1 0 0 0,0 0-1 0 0,0 1 1 0 0,1-1 0 0 0,-1 1 0 0 0,1-1-1 0 0,1 1 1 0 0,-1 0 0 0 0,0 1 0 0 0,1-1 0 0 0,0 1-1 0 0,0-1 1 0 0,0 1 0 0 0,0 0 0 0 0,1 0 0 0 0,-1 1-1 0 0,1-1 1 0 0,-1 1 0 0 0,1 0 0 0 0,0 0-1 0 0,0 1 1 0 0,0 0 0 0 0,0 0 0 0 0,0 0 0 0 0,0 0-1 0 0,0 1 1 0 0,7-1 0 0 0,5 2-18 0 0,-1 1-1 0 0,1 0 1 0 0,-1 2-1 0 0,0-1 1 0 0,0 2 0 0 0,0 0-1 0 0,-1 1 1 0 0,0 1-1 0 0,0 0 1 0 0,0 1 0 0 0,17 13-1 0 0,-1 1 128 0 0,-2 1-1 0 0,0 1 0 0 0,48 55 1 0 0,-43-39 30 0 0,-3 1 1 0 0,33 55 0 0 0,37 98 271 0 0,-81-148-342 0 0,-3 0 0 0 0,-1 1 0 0 0,15 83-1 0 0,-30-120-105 0 0,-1-1-1 0 0,0 1 0 0 0,0-1 1 0 0,-3 14-1 0 0,3-21-12 0 0,0-1 5 0 0,0-1 0 0 0,-1 1-1 0 0,1-1 1 0 0,0 1 0 0 0,0-1 0 0 0,0 1-1 0 0,0-1 1 0 0,-1 1 0 0 0,1-1 0 0 0,0 1-1 0 0,0-1 1 0 0,-1 1 0 0 0,1-1 0 0 0,0 1-1 0 0,-1-1 1 0 0,1 0 0 0 0,-1 1 0 0 0,1-1-1 0 0,-1 0 1 0 0,1 1 0 0 0,0-1-1 0 0,-1 0 1 0 0,1 1 0 0 0,-1-1 0 0 0,1 0-1 0 0,-1 0 1 0 0,0 1 0 0 0,0-1 1 0 0,-4 0-14 0 0,1 0 13 0 0,3 0 1 0 0,-1 0 0 0 0,1 0 0 0 0,0-1 0 0 0,-1 1 0 0 0,1 0 0 0 0,0-1 0 0 0,0 1 0 0 0,-1-1 1 0 0,1 0-1 0 0,0 1 0 0 0,0-1 0 0 0,0 0 0 0 0,0 0 0 0 0,-2-1 0 0 0,-10-6-23 0 0,0-2 0 0 0,0 0 1 0 0,1-1-1 0 0,-20-23 0 0 0,11 7-68 0 0,1-2-1 0 0,2-1 1 0 0,-19-38-1 0 0,16 21 12 0 0,-23-75-1 0 0,32 78 219 0 0,-12-79 0 0 0,23 107-54 0 0,-1 0 1 0 0,2 0-1 0 0,0 0 1 0 0,1 0-1 0 0,1 0 1 0 0,6-24-1 0 0,-6 31-17 0 0,0 0-1 0 0,2-1 0 0 0,-1 1 0 0 0,1 1 0 0 0,0-1 0 0 0,1 1 0 0 0,0-1 1 0 0,0 1-1 0 0,1 0 0 0 0,0 1 0 0 0,0 0 0 0 0,9-8 0 0 0,-10 11-39 0 0,1 1 0 0 0,-1-1 0 0 0,1 1 0 0 0,0 0-1 0 0,0 1 1 0 0,1-1 0 0 0,-1 1 0 0 0,0 0 0 0 0,1 1 0 0 0,-1 0-1 0 0,1 0 1 0 0,0 0 0 0 0,-1 1 0 0 0,1 0 0 0 0,7 1 0 0 0,13 1 21 0 0,-1 2 0 0 0,35 9 0 0 0,-56-12-43 0 0,85 24-72 0 0,21 6-81 0 0,-93-28 120 0 0,1 0 1 0 0,-1-1-1 0 0,1-1 1 0 0,21-1-1 0 0,-29-1-11 0 0,-1 0 0 0 0,1-1 0 0 0,-1-1-1 0 0,1 0 1 0 0,-1 0 0 0 0,0-1 0 0 0,0 0 0 0 0,-1-1 0 0 0,1 0-1 0 0,-1 0 1 0 0,0-1 0 0 0,0-1 0 0 0,-1 1 0 0 0,0-1 0 0 0,0-1-1 0 0,0 1 1 0 0,-1-1 0 0 0,0-1 0 0 0,-1 1 0 0 0,7-12 0 0 0,14-30-75 0 0,-19 34 186 0 0,1 0 1 0 0,0 0-1 0 0,19-22 1 0 0,-26 36-48 0 0,-1-1 1 0 0,2 2-1 0 0,-1-1 1 0 0,0 0-1 0 0,0 0 1 0 0,0 1-1 0 0,1-1 1 0 0,-1 1-1 0 0,1 0 0 0 0,-1 0 1 0 0,1 0-1 0 0,0 0 1 0 0,-1 0-1 0 0,1 0 1 0 0,4 0-1 0 0,-2 1-5 0 0,-1 0-1 0 0,1 0 1 0 0,0 0-1 0 0,-1 1 1 0 0,1 0-1 0 0,0 0 1 0 0,-1 0-1 0 0,8 3 1 0 0,4 3-30 0 0,-1 1 0 0 0,1 1 0 0 0,26 19 0 0 0,-35-22-10 0 0,-6-5-21 0 0,0-1 2 0 0,0 1 0 0 0,0 0-1 0 0,0 0 1 0 0,0-1 0 0 0,0 1-1 0 0,0-1 1 0 0,1 1 0 0 0,-1-1 0 0 0,0 1-1 0 0,2-1 1 0 0,-2 1-55 0 0,1-5-7 0 0,6-12 33 0 0,-7 6-21 0 0,-2-6 86 0 0,-5-171 127 0 0,6 181-60 0 0,1 0 1 0 0,0 0-1 0 0,0 0 0 0 0,0 1 0 0 0,0-1 0 0 0,1 0 1 0 0,0 0-1 0 0,0 1 0 0 0,6-10 0 0 0,-6 12-31 0 0,0 0 0 0 0,1 0 0 0 0,-1 0 1 0 0,0 0-1 0 0,1 1 0 0 0,0-1 0 0 0,0 1 0 0 0,-1 0 0 0 0,1 0 0 0 0,0 0 0 0 0,1 0 0 0 0,-1 1 0 0 0,0-1 0 0 0,1 1 0 0 0,-1 0 1 0 0,0-1-1 0 0,5 1 0 0 0,11-1 16 0 0,0 0 1 0 0,0 2 0 0 0,0 0-1 0 0,0 2 1 0 0,37 6-1 0 0,-35-4-12 0 0,286 63-2192 0 0,59 8-8678 0 0,-189-64 6161 0 0,11-14-5070 0 0,-187 3 9713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32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1389 12 296 0 0,'0'0'22695'0'0,"-9"-3"-22412"0"0,3 1-224 0 0,4 1-44 0 0,0 0-1 0 0,0 0 1 0 0,0 1-1 0 0,0-1 1 0 0,-1 0-1 0 0,1 1 0 0 0,0 0 1 0 0,0-1-1 0 0,-1 1 1 0 0,1 0-1 0 0,0 0 1 0 0,-1 0-1 0 0,1 0 1 0 0,0 1-1 0 0,0-1 1 0 0,-1 1-1 0 0,1-1 0 0 0,0 1 1 0 0,0 0-1 0 0,0 0 1 0 0,-1 0-1 0 0,1 0 1 0 0,-3 2-1 0 0,-21 24 159 0 0,1 1-1 0 0,2 1 1 0 0,-25 40-1 0 0,-13 17-76 0 0,38-58-129 0 0,-1 0 1 0 0,-1-2 0 0 0,-1 0 0 0 0,-32 22 0 0 0,42-36 4 0 0,-1 0 0 0 0,0-2 0 0 0,-1 0 0 0 0,0-1 0 0 0,0-1-1 0 0,-1-1 1 0 0,0-1 0 0 0,-38 8 0 0 0,30-10 13 0 0,1-2-1 0 0,-1 0 0 0 0,0-2 1 0 0,1-2-1 0 0,-1 0 1 0 0,-45-10-1 0 0,21-1 87 0 0,1-2-1 0 0,-69-31 1 0 0,67 22-16 0 0,-69-45-1 0 0,103 58-43 0 0,1-1 1 0 0,0-1-1 0 0,1 0 0 0 0,1-2 0 0 0,0 1 1 0 0,-19-26-1 0 0,31 35-10 0 0,-1 0-1 0 0,1-1 1 0 0,1 0 0 0 0,-1 1 0 0 0,1-1-1 0 0,-3-9 1 0 0,5 13-3 0 0,0 1 0 0 0,0 0 0 0 0,-1 0 0 0 0,1 0 0 0 0,0-1 0 0 0,0 1 0 0 0,0 0 0 0 0,0 0 0 0 0,0-1 0 0 0,1 1 0 0 0,-1 0 0 0 0,0 0 0 0 0,0-1 0 0 0,2 0 0 0 0,-1-2-6 0 0,-1 4 7 0 0,0-1 0 0 0,0 1 0 0 0,0-1 0 0 0,0 1 1 0 0,0-1-1 0 0,0 1 0 0 0,0 0 0 0 0,1-1 0 0 0,-1 1 0 0 0,0-1 0 0 0,0 1 0 0 0,1 0 0 0 0,-1-1 0 0 0,0 1 0 0 0,0 0 0 0 0,1-1 0 0 0,-1 1 0 0 0,0 0 0 0 0,1-1 0 0 0,-1 1 0 0 0,1-1 1 0 0,4-3 15 0 0,-1 0-1 0 0,2 0 1 0 0,-1 1 0 0 0,0-1 0 0 0,1 1 0 0 0,-1 0 0 0 0,1 1 0 0 0,0-1 0 0 0,0 1 0 0 0,0 0 0 0 0,8-1 0 0 0,3 1 54 0 0,-1 1 1 0 0,0 1-1 0 0,1 0 0 0 0,-1 1 1 0 0,0 1-1 0 0,0 1 1 0 0,17 4-1 0 0,109 39 554 0 0,-140-45-616 0 0,107 42 624 0 0,159 88 0 0 0,79 90 85 0 0,-128-46-956 0 0,-84-51-3547 0 0,-59-60-1737 0 0,-64-56 4060 0 0,1 0 0 0 0,0 0 0 0 0,0-1 1 0 0,25 8-1 0 0,10-1-6538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34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1464 3536 0 0,'4'0'4121'0'0,"50"-2"4827"0"0,-28-2-7581 0 0,19-11 552 0 0,-42 14-1638 0 0,-3-24-27 0 0,-2 14-84 0 0,-80-163 1014 0 0,19 47-147 0 0,56 111-954 0 0,-104-245 1125 0 0,94 212-969 0 0,2-1-1 0 0,1 0 1 0 0,-8-77 0 0 0,16 62 140 0 0,4 0 0 0 0,9-102 0 0 0,-5 132-317 0 0,8-57 116 0 0,-8 80-156 0 0,1 0-1 0 0,0-1 1 0 0,0 1-1 0 0,2 1 1 0 0,6-15-1 0 0,-9 23-12 0 0,-1 0 0 0 0,1 1 0 0 0,0-1 1 0 0,0 0-1 0 0,0 1 0 0 0,0 0 0 0 0,0-1 0 0 0,1 1 0 0 0,-1 0 0 0 0,1 0 0 0 0,0 0 0 0 0,-1 1 0 0 0,1-1 1 0 0,0 1-1 0 0,0-1 0 0 0,0 1 0 0 0,0 0 0 0 0,0 0 0 0 0,5-1 0 0 0,0 1 11 0 0,0 1 1 0 0,1-1-1 0 0,-1 1 0 0 0,0 1 0 0 0,17 2 0 0 0,-9 0 3 0 0,1 1-1 0 0,-1 1 0 0 0,0 1 0 0 0,0 0 0 0 0,-1 1 1 0 0,0 0-1 0 0,15 11 0 0 0,-2 0 41 0 0,-1 2 0 0 0,34 31 0 0 0,-46-36-36 0 0,0 1-1 0 0,-1 0 0 0 0,0 0 1 0 0,14 24-1 0 0,-23-32-58 0 0,0 1 0 0 0,0 0 1 0 0,-1 1-1 0 0,0-1 0 0 0,0 1 0 0 0,-1 0 1 0 0,-1 0-1 0 0,0 0 0 0 0,0 0 1 0 0,0 17-1 0 0,-2-24 0 0 0,0 0 0 0 0,0 1 0 0 0,0-1 0 0 0,-1 0 1 0 0,0 1-1 0 0,1-1 0 0 0,-1 0 0 0 0,-1 0 0 0 0,1 0 0 0 0,0 0 0 0 0,-1 0 0 0 0,1 0 1 0 0,-1 0-1 0 0,0 0 0 0 0,0-1 0 0 0,0 1 0 0 0,0-1 0 0 0,-4 3 0 0 0,3-2 5 0 0,-1-1 0 0 0,0 1 0 0 0,1-1-1 0 0,-1 0 1 0 0,0 0 0 0 0,0-1-1 0 0,0 1 1 0 0,0-1 0 0 0,0 0-1 0 0,-1 0 1 0 0,1 0 0 0 0,0-1 0 0 0,-1 0-1 0 0,1 1 1 0 0,-5-2 0 0 0,-20-1-3 0 0,20 2 34 0 0,4-1 0 0 0,1 1 1 0 0,-1-1-1 0 0,1 0 0 0 0,-1 0 1 0 0,1 0-1 0 0,-6-3 0 0 0,-2 0 33 0 0,9 3 15 0 0,15-1-383 0 0,3 0 327 0 0,1 1 0 0 0,-1 1-1 0 0,0 0 1 0 0,27 3-1 0 0,3 6 47 0 0,-1 1-1 0 0,65 25 0 0 0,-91-28 22 0 0,1 1 0 0 0,-2 1 1 0 0,1 0-1 0 0,-1 1 0 0 0,0 2 1 0 0,-1-1-1 0 0,-1 2 0 0 0,18 17 1 0 0,-29-26-31 0 0,-1 0 0 0 0,1 1-1 0 0,-1-1 1 0 0,0 1 0 0 0,0 0 0 0 0,0 0 0 0 0,0 0 0 0 0,-1 1 0 0 0,2 6 0 0 0,-3-9-10 0 0,-1 1 0 0 0,1 0-1 0 0,-1 0 1 0 0,1-1 0 0 0,-1 1 0 0 0,0 0 0 0 0,-1 0 0 0 0,1-1 0 0 0,-1 1 0 0 0,1 0 0 0 0,-1-1 0 0 0,0 1-1 0 0,-1-1 1 0 0,1 1 0 0 0,-3 4 0 0 0,0-2-9 0 0,0 1 0 0 0,-1-1 0 0 0,0 0 0 0 0,0 0 0 0 0,0-1 0 0 0,-1 0 0 0 0,0 0 0 0 0,0 0 0 0 0,0 0 0 0 0,-9 4 0 0 0,-5 2-150 0 0,-1-1 0 0 0,-25 10 1 0 0,9-8-834 0 0,-57 13 1 0 0,46-16-1748 0 0,0-2 0 0 0,0-3 0 0 0,-1-2 0 0 0,-76-5 0 0 0,18-8-5863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43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489 67 1872 0 0,'-2'-2'1730'0'0,"-27"-30"6265"0"0,27 30-6602 0 0,0-1-201 0 0,-15-22 737 0 0,16 22 463 0 0,9 8-1831 0 0,1 1-341 0 0,-1 1 0 0 0,1 0 0 0 0,-1 0 1 0 0,-1 0-1 0 0,1 1 0 0 0,-1 0 0 0 0,0 1 1 0 0,5 9-1 0 0,-2 4 362 0 0,9 26 1 0 0,-19-47-571 0 0,1 0 1 0 0,-1 0-1 0 0,1 1 1 0 0,-1-1-1 0 0,0 0 1 0 0,1 0-1 0 0,-1 1 1 0 0,0-1 0 0 0,0 0-1 0 0,0 1 1 0 0,0-1-1 0 0,0 1 1 0 0,0-1-1 0 0,-1 2 1 0 0,0 1 23 0 0,1 3 11 0 0,-1-1 0 0 0,0 1 0 0 0,0-1 0 0 0,0 1 0 0 0,-1-1 0 0 0,0 0 0 0 0,0 1 0 0 0,-1-1 0 0 0,1 0 0 0 0,-1 0 0 0 0,-1-1 0 0 0,1 1 0 0 0,-1-1 0 0 0,0 0 0 0 0,0 0 0 0 0,-6 6 0 0 0,1-3 61 0 0,0-1 0 0 0,0 0 0 0 0,0 0 0 0 0,-1 0 0 0 0,0-1 0 0 0,0-1 0 0 0,-21 8 0 0 0,17-9-10 0 0,-1 0 0 0 0,0-1 1 0 0,1-1-1 0 0,-1 0 0 0 0,-27-1 0 0 0,37 0-85 0 0,1-2 1 0 0,-1 1-1 0 0,1 0 0 0 0,-1-1 0 0 0,1 0 1 0 0,-5-1-1 0 0,-4-2 1 0 0,0 1 8 0 0,-1-1-1 0 0,0 0 1 0 0,1-1-1 0 0,0-1 1 0 0,0 0-1 0 0,1 0 1 0 0,0-2-1 0 0,0 1 1 0 0,0-2-1 0 0,1 1 1 0 0,0-2-1 0 0,1 1 0 0 0,0-1 1 0 0,0-1-1 0 0,1 0 1 0 0,1 0-1 0 0,0-1 1 0 0,-11-20-1 0 0,15 21 87 0 0,0-1-1 0 0,-2-12 0 0 0,5 22-100 0 0,1 1-1 0 0,0 0 1 0 0,0 0-1 0 0,-1-1 0 0 0,1 1 1 0 0,0 0-1 0 0,0 0 0 0 0,0 0 1 0 0,0 0-1 0 0,0 0 1 0 0,0 0-1 0 0,0 0 0 0 0,0 0 1 0 0,1 0-1 0 0,-1 0 0 0 0,0 0 1 0 0,1-2-1 0 0,0 0 15 0 0,0 2-12 0 0,-1-1 1 0 0,0 1 0 0 0,0 0 0 0 0,0 0 0 0 0,1-1 0 0 0,-1 1-1 0 0,1 0 1 0 0,-1 0 0 0 0,1 0 0 0 0,-1-1 0 0 0,2 0-1 0 0,0-1 16 0 0,2-3 51 0 0,9-3-20 0 0,-5 7 25 0 0,1 1-67 0 0,0 1-1 0 0,0 0 1 0 0,1 1-1 0 0,-1 0 1 0 0,0 1-1 0 0,0 0 1 0 0,0 0 0 0 0,0 1-1 0 0,16 7 1 0 0,9 7 10 0 0,35 22 1 0 0,-48-26-9 0 0,405 257 154 0 0,-391-247-184 0 0,48 37-442 0 0,-50-33-2457 0 0,-27-21 229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43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3712 0 0,'12'24'5841'0'0,"-1"3"-1569"0"0,2 2-2360 0 0,2 7-343 0 0,-4 2-333 0 0,-1-8-116 0 0,-1 1-324 0 0,-6-2-148 0 0,-3-5-88 0 0,-3-2-188 0 0,-3 4-124 0 0,-7-4-240 0 0,2-1-356 0 0,-4 1-1268 0 0,-3-8-2545 0 0,6-3 813 0 0,-12-1-6713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49:45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1134 3600 0 0,'-20'1'5001'0'0,"16"-1"-1464"0"0,1 0-1303 0 0,-12-3-1005 0 0,12 3 253 0 0,-1-1-1125 0 0,-10-4-197 0 0,11 4-164 0 0,1-1-107 0 0,0 0 93 0 0,1 1 0 0 0,0-1-1 0 0,0 0 1 0 0,-1 0 0 0 0,1 1 0 0 0,1-1 0 0 0,-1 0-1 0 0,0 0 1 0 0,0 0 0 0 0,0-3 0 0 0,1 2 139 0 0,0-1 111 0 0,1-52 1967 0 0,1 29-1542 0 0,-2 0 1 0 0,-1 0-1 0 0,-6-41 0 0 0,-7 8-68 0 0,-23-61-1 0 0,-29-56 4 0 0,34 96-466 0 0,-1-20 843 0 0,-32-164-1 0 0,59 223-818 0 0,6 41-145 0 0,0 0-1 0 0,-1 0 1 0 0,1-1 0 0 0,0 1 0 0 0,0 0 0 0 0,0 0 0 0 0,0-1 0 0 0,0 1-1 0 0,1 0 1 0 0,-1 0 0 0 0,0 0 0 0 0,0-1 0 0 0,1 0 0 0 0,1-2-1 0 0,-2 3-8 0 0,0 0 1 0 0,0 1 0 0 0,0-1-1 0 0,0 0 1 0 0,0 0 0 0 0,0 1-1 0 0,1-1 1 0 0,-1 0 0 0 0,0 1-1 0 0,1-1 1 0 0,-1 0-1 0 0,0 1 1 0 0,1-1 0 0 0,-1 0-1 0 0,1 1 1 0 0,0-2 0 0 0,1 0-4 0 0,3 0 23 0 0,0 1-6 0 0,0 1-1 0 0,0-1 0 0 0,0 1 0 0 0,0 1 0 0 0,0-1 0 0 0,0 1 0 0 0,0 0 1 0 0,0 0-1 0 0,0 0 0 0 0,-1 1 0 0 0,7 2 0 0 0,-2 0-1 0 0,-1 1 1 0 0,0 0-1 0 0,0 0 0 0 0,0 1 0 0 0,10 10 0 0 0,1 3-5 0 0,-1 2 0 0 0,-1 0 0 0 0,19 30-1 0 0,-19-25-54 0 0,-1 1 0 0 0,-1 1 0 0 0,-2 0 0 0 0,0 1-1 0 0,15 58 1 0 0,-27-81-74 0 0,-1 7 53 0 0,-2-6 75 0 0,1-6-1 0 0,0 1-8 0 0,1-1-1 0 0,-1 1 1 0 0,0-1 0 0 0,0 1-1 0 0,0-1 1 0 0,0 0-1 0 0,0 1 1 0 0,0-1-1 0 0,-1 0 1 0 0,1 0 0 0 0,0 0-1 0 0,-1 0 1 0 0,1 0-1 0 0,-1 0 1 0 0,1 0 0 0 0,-1 0-1 0 0,-1 0 1 0 0,-1 0-11 0 0,5-1 29 0 0,-2 1-9 0 0,-33 2-169 0 0,20-2 177 0 0,11-1 0 0 0,0 1-38 0 0,-9 1 5 0 0,9-1 136 0 0,8 5-80 0 0,9 9 47 0 0,1 0-1 0 0,32 24 1 0 0,36 27 431 0 0,-73-56-386 0 0,0 1 1 0 0,0-1-1 0 0,-1 2 0 0 0,0-1 1 0 0,9 17-1 0 0,-16-23-49 0 0,0 0 0 0 0,0 1 1 0 0,0-1-1 0 0,2 10 0 0 0,-5-7 58 0 0,-1-4-120 0 0,0-1 1 0 0,0 1 0 0 0,0-1-1 0 0,0 0 1 0 0,0 0-1 0 0,0 0 1 0 0,-1 0 0 0 0,0 0-1 0 0,1 0 1 0 0,-1 0-1 0 0,0-1 1 0 0,0 0 0 0 0,-1 1-1 0 0,1-1 1 0 0,0 0-1 0 0,-1-1 1 0 0,-6 4 0 0 0,-8 0-197 0 0,-1 0 0 0 0,0-1 0 0 0,0-1 1 0 0,-22 1-1 0 0,-80-5-7154 0 0,103-1 5163 0 0,0 0-1 0 0,0 0 1 0 0,-28-9 0 0 0,6-4-6352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0:51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2664 0 0,'337'170'6323'0'0,"151"113"-3263"0"0,296 272 1000 0 0,-117 11-3328 0 0,-385-300-374 0 0,-179-167-366 0 0,487 503-290 0 0,-212-147-1109 0 0,-34 26-6340 0 0,-244-336 5126 0 0,-6 3 265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3:35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1 104 5657 0 0,'3'1'4351'0'0,"14"2"-352"0"0,-7-1-3269 0 0,0-1 0 0 0,0 1 0 0 0,0-2 0 0 0,1 1-1 0 0,-1-1 1 0 0,0-1 0 0 0,11-1 0 0 0,-12-1-534 0 0,0 1-1 0 0,0-1 1 0 0,0 0 0 0 0,0-1-1 0 0,-1 0 1 0 0,10-6 0 0 0,43-33 1129 0 0,-29 19-754 0 0,-28 21-519 0 0,0 1-1 0 0,0 1 0 0 0,0-1 1 0 0,0 0-1 0 0,0 1 1 0 0,0 0-1 0 0,0 0 0 0 0,5 0 1 0 0,0 1 13 0 0,9 5-61 0 0,0 1 1 0 0,0 1-1 0 0,-1 0 0 0 0,0 1 1 0 0,0 1-1 0 0,-1 1 0 0 0,0 0 0 0 0,24 20 1 0 0,112 115-752 0 0,-124-115 489 0 0,169 194-578 0 0,-165-181 807 0 0,-3 1 0 0 0,-1 1 0 0 0,36 80-1 0 0,-3 22 274 0 0,56 125-278 0 0,15-7-86 0 0,206 285 613 0 0,-127-245-226 0 0,-105-156-131 0 0,82 141-68 0 0,-32 4-65 0 0,-116-213-51 0 0,121 260-134 0 0,-120-239-8 0 0,42 157 1 0 0,-71-211-608 0 0,-3 0 0 0 0,-2 1 1 0 0,1 77-1 0 0,-8-46-5092 0 0,-17 111 1 0 0,8-129 1443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3:35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2744 4210 1920 0 0,'-13'28'3662'0'0,"-51"100"6321"0"0,-5-5-6563 0 0,47-87-3017 0 0,-2-2 1 0 0,-1-1-1 0 0,-2-1 1 0 0,-57 54-1 0 0,44-54-265 0 0,-1-1 0 0 0,-1-2-1 0 0,-70 35 1 0 0,34-26-192 0 0,-106 34-1 0 0,141-57 91 0 0,0-3 0 0 0,-1-1 0 0 0,-65 7 0 0 0,81-16 14 0 0,-1-1 0 0 0,1-1-1 0 0,-1-1 1 0 0,1-2 0 0 0,0-1 0 0 0,-47-12 0 0 0,18-2-57 0 0,2-3 0 0 0,0-2 0 0 0,2-3 0 0 0,-58-36 0 0 0,28 7 372 0 0,-129-109 1 0 0,162 118-90 0 0,1-3 1 0 0,3-1-1 0 0,2-3 0 0 0,-62-97 1 0 0,74 95-163 0 0,2-2 1 0 0,3 0-1 0 0,2-2 0 0 0,-21-77 1 0 0,-41-251 330 0 0,25-58-181 0 0,37 243-116 0 0,-141-1376-986 0 0,153 1277 991 0 0,13 221-42 0 0,21-140 1 0 0,-13 170-51 0 0,2 0 1 0 0,2 0 0 0 0,21-53-1 0 0,-17 66-12 0 0,1 0 0 0 0,1 1 0 0 0,2 1 0 0 0,2 1 0 0 0,1 1 0 0 0,1 1 0 0 0,36-35 0 0 0,-45 51-324 0 0,1 2 0 0 0,0 0 0 0 0,2 1 0 0 0,-1 0 0 0 0,2 2 0 0 0,0 0 0 0 0,0 1 0 0 0,0 1-1 0 0,1 1 1 0 0,1 0 0 0 0,-1 2 0 0 0,1 0 0 0 0,1 2 0 0 0,-1 0 0 0 0,25-1 0 0 0,-6 4-1609 0 0,0 3 0 0 0,40 5 0 0 0,79 20-2275 0 0,-95-15 2254 0 0,116 20-4838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4:04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1855 2192 0 0,'0'3'6193'0'0,"1"2"-4352"0"0,0-1 0 0 0,0 1 1 0 0,1-1-1 0 0,-1 0 0 0 0,5 7 6372 0 0,-1-16-8001 0 0,17-14-42 0 0,-16 14 315 0 0,-8-1-496 0 0,-7-27 52 0 0,-10-38 135 0 0,12 20 566 0 0,-1-59 0 0 0,5 61-293 0 0,2-80 161 0 0,2 70-467 0 0,4-273 609 0 0,-3 166-379 0 0,-3-163 1508 0 0,-9 202-1782 0 0,-25-126 0 0 0,21 175-99 0 0,12 59 0 0 0,1-4 0 0 0,2 21 0 0 0,-1 0 0 0 0,0 0 0 0 0,1 0 0 0 0,-1 0 0 0 0,1-1 0 0 0,-1 1 0 0 0,3-3 0 0 0,-3 5-3 0 0,0-1 0 0 0,0 1 1 0 0,1-1-1 0 0,-1 1 0 0 0,0 0 0 0 0,0-1 1 0 0,1 1-1 0 0,-1 0 0 0 0,0-1 0 0 0,1 1 0 0 0,-1 0 1 0 0,1-1-1 0 0,-1 1 0 0 0,0 0 0 0 0,1 0 1 0 0,-1-1-1 0 0,1 1 0 0 0,-1 0 0 0 0,0 0 0 0 0,1 0 1 0 0,-1 0-1 0 0,1 0 0 0 0,-1 0 0 0 0,1-1 0 0 0,-1 1 1 0 0,1 0-1 0 0,-1 0 0 0 0,1 0 0 0 0,-1 1 1 0 0,0-1-1 0 0,1 0 0 0 0,-1 0 0 0 0,1 0 0 0 0,0 0 1 0 0,21 14-561 0 0,-21-14 488 0 0,-1 0-1 0 0,1 0 1 0 0,0 1 0 0 0,-1-1 0 0 0,1 1-1 0 0,-1-1 1 0 0,1 0 0 0 0,-1 1 0 0 0,1-1-1 0 0,-1 1 1 0 0,1-1 0 0 0,-1 1 0 0 0,1 0-1 0 0,-1-1 1 0 0,0 1 0 0 0,1-1-1 0 0,-1 1 1 0 0,0 0 0 0 0,0-1 0 0 0,1 1-1 0 0,-1 0 1 0 0,0-1 0 0 0,0 1 0 0 0,0 0-1 0 0,0 0 1 0 0,0 1-326 0 0,3 13-4001 0 0,-3-12 3123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4:04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0 4904 0 0,'15'12'10981'0'0,"-3"-3"-5912"0"0,-12-6-4492 0 0,-6 44 1199 0 0,-7 25-497 0 0,-5 97 0 0 0,-1 5 366 0 0,13-143-1351 0 0,0 0 1 0 0,-3 0-1 0 0,-16 43 0 0 0,18-57-285 0 0,-2 0 1 0 0,1-1-1 0 0,-13 17 1 0 0,15-25-274 0 0,0 0 0 0 0,0-1 1 0 0,-1 0-1 0 0,0 0 0 0 0,0-1 1 0 0,0 0-1 0 0,-15 9 0 0 0,2-7-2143 0 0,14-7 245 0 0,0-1 0 0 0,0 1 0 0 0,0-1 0 0 0,-1 0 0 0 0,-5-2 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4:04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9161 0 0,'2'-2'1297'0'0,"-1"1"-743"0"0,0 0 0 0 0,0 0 0 0 0,0 0 0 0 0,0 0 0 0 0,0 0 0 0 0,0 1 0 0 0,0-1 0 0 0,1 0 0 0 0,-1 1 0 0 0,0-1-1 0 0,1 0 1 0 0,-1 1 0 0 0,0-1 0 0 0,1 1 0 0 0,-1 0 0 0 0,1 0 0 0 0,-1-1 0 0 0,1 1 0 0 0,-1 0 0 0 0,0 0 0 0 0,1 0 0 0 0,2 1 0 0 0,2 2-289 0 0,-1 1 1 0 0,1 0-1 0 0,-1 0 0 0 0,1 1 1 0 0,-1 0-1 0 0,-1 0 1 0 0,1 0-1 0 0,-1 0 1 0 0,0 1-1 0 0,4 6 0 0 0,79 125 2013 0 0,40 56-814 0 0,-82-133-1218 0 0,4-3 0 0 0,1-2 0 0 0,3-2 0 0 0,68 51 0 0 0,-64-64-251 0 0,-38-28-1667 0 0,25 11 0 0 0,-32-18 144 0 0,-1 0 1 0 0,1-1-1 0 0,0 0 0 0 0,1-1 1 0 0,-1 0-1 0 0,0-1 0 0 0,1-1 1 0 0,0 0-1 0 0,14 0 0 0 0,7-6-8176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4:05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865 307 1552 0 0,'4'-22'8961'0'0,"-3"-3"-4158"0"0,-2 9-3785 0 0,0-1-1 0 0,0 1 1 0 0,-2 0-1 0 0,0 1 1 0 0,-6-18-1 0 0,6 24-589 0 0,0 0 0 0 0,-1 1 0 0 0,0-1 0 0 0,-1 1 0 0 0,0 0 0 0 0,0 1 0 0 0,-7-10 0 0 0,9 16-349 0 0,1-1 1 0 0,0 0-1 0 0,0 1 1 0 0,-1-1-1 0 0,1 1 1 0 0,-1 0-1 0 0,1 0 0 0 0,-1 0 1 0 0,1 0-1 0 0,-1 0 1 0 0,0 0-1 0 0,-4 0 1 0 0,5 1-57 0 0,-3-1 31 0 0,0-1 0 0 0,0 2 1 0 0,0-1-1 0 0,0 0 0 0 0,-1 1 0 0 0,-4 1 0 0 0,-10-1 36 0 0,-321-27 1319 0 0,187 6-935 0 0,123 19-381 0 0,-1 1 1 0 0,-58 5-1 0 0,86-3-107 0 0,-1 0 0 0 0,0 0 0 0 0,0 0 0 0 0,1 0 0 0 0,-1 1 0 0 0,-6 3 0 0 0,11-5 13 0 0,-1 0 0 0 0,0 1 1 0 0,0-1 0 0 0,0 1-1 0 0,0-1 1 0 0,0 1-1 0 0,1-1 1 0 0,-1 1-1 0 0,0-1 1 0 0,0 1-1 0 0,1 0 1 0 0,-1 0-1 0 0,0-1 1 0 0,0 2-1 0 0,-1 1-1 0 0,1-3 2 0 0,1 1 1 0 0,-1 0-1 0 0,0-1 1 0 0,1 1-1 0 0,-1 0 1 0 0,1 0 0 0 0,-1-1-1 0 0,1 1 1 0 0,-1 0-1 0 0,1 0 1 0 0,0-1-1 0 0,-1 1 1 0 0,1 0 0 0 0,0 0-1 0 0,0 0 1 0 0,-1 0-1 0 0,1 1 1 0 0,0 1 5 0 0,-1 5 30 0 0,1 3-2 0 0,1-1 0 0 0,1 1 0 0 0,0-1-1 0 0,4 13 1 0 0,19 47 265 0 0,-18-51-263 0 0,98 217 309 0 0,-73-170-353 0 0,73 166-512 0 0,-71-169-2516 0 0,-33-61 920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4:05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715 0 9261 0 0,'7'12'9757'0'0,"-5"-6"-8044"0"0,-2-3 157 0 0,-2 1-317 0 0,-1 1-1215 0 0,0 0 1 0 0,0 0 0 0 0,-1-1 0 0 0,0 1 0 0 0,0-1 0 0 0,0 0 0 0 0,0 0 0 0 0,-1 0 0 0 0,1 0 0 0 0,-1-1-1 0 0,0 0 1 0 0,-8 4 0 0 0,-10 2-321 0 0,0 0-1 0 0,0-2 1 0 0,-1-1 0 0 0,1 0-1 0 0,-1-2 1 0 0,-1-1-1 0 0,-24 1 1 0 0,16-4-573 0 0,-1-1-1 0 0,-38-7 1 0 0,-65-17-488 0 0,61 10-3787 0 0,1 3-5693 0 0,55 10 2645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4:06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826 51 4160 0 0,'-6'10'8981'0'0,"-7"-4"-5244"0"0,-1 0-901 0 0,-17-2-708 0 0,-4 1-412 0 0,-13-4-292 0 0,-9-2 60 0 0,-3-5-383 0 0,-23-1-341 0 0,-1 1-732 0 0,0-3-756 0 0,3 2-1869 0 0,1 1-2703 0 0,22-3 1311 0 0,8-5 517 0 0,8-3-6037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4:08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1561 0 2472 0 0,'0'1'23097'0'0,"5"9"-19117"0"0,8 14-3490 0 0,23 31 0 0 0,6-3-166 0 0,2-2 0 0 0,2-2 0 0 0,3-2 0 0 0,75 56-1 0 0,102 55 200 0 0,22 17-427 0 0,-58-28-96 0 0,247 248 0 0 0,-373-328 0 0 0,71 96 0 0 0,-108-125 0 0 0,-2 1 0 0 0,-2 1 0 0 0,-2 2 0 0 0,28 70 0 0 0,-42-92 0 0 0,-2-1 0 0 0,0 1 0 0 0,-1 1 0 0 0,-1-1 0 0 0,-1 1 0 0 0,0-1 0 0 0,-2 1 0 0 0,-3 35 0 0 0,1-41 0 0 0,0-1 0 0 0,-1 1 0 0 0,-1-1 0 0 0,0 0 0 0 0,-1 0 0 0 0,-1-1 0 0 0,0 1 0 0 0,0-1 0 0 0,-1 0 0 0 0,0-1 0 0 0,-1 0 0 0 0,-1 0 0 0 0,-13 13 0 0 0,4-8 0 0 0,-1-1 0 0 0,0 0 0 0 0,-2-1 0 0 0,1-2 0 0 0,-2 0 0 0 0,0-1 0 0 0,0-1 0 0 0,-36 11 0 0 0,-1-4 0 0 0,-1-3 0 0 0,-75 9 0 0 0,-460 16 0 0 0,417-33 0 0 0,146-4 0 0 0,-477 25 0 0 0,5 39 0 0 0,429-51 0 0 0,-112 39 0 0 0,159-44 0 0 0,0 1 0 0 0,1 2 0 0 0,1 0 0 0 0,0 2 0 0 0,1 1 0 0 0,0 1 0 0 0,-24 22 0 0 0,40-30 0 0 0,-1 1 0 0 0,1-1 0 0 0,1 1 0 0 0,0 1 0 0 0,0 0 0 0 0,1 0 0 0 0,1 0 0 0 0,0 1 0 0 0,0 0 0 0 0,1 0 0 0 0,1 0 0 0 0,0 1 0 0 0,0 0 0 0 0,1 0 0 0 0,1 0 0 0 0,0 0 0 0 0,1 0 0 0 0,1 0 0 0 0,0 0 0 0 0,0 0 0 0 0,1 0 0 0 0,5 22 0 0 0,3-3 0 0 0,1-1 0 0 0,2 0 0 0 0,1-1 0 0 0,1 0 0 0 0,24 37 0 0 0,12 11 0 0 0,2-3 0 0 0,4-2 0 0 0,87 89 0 0 0,219 170 0 0 0,-159-167 0 0 0,314 239 0 0 0,-333-265 0 0 0,297 230 0 0 0,248 259 0 0 0,-628-526 0 0 0,90 118 0 0 0,-146-161 0 0 0,-2 2 0 0 0,-3 1 0 0 0,54 117 0 0 0,-85-156 0 0 0,0 0 0 0 0,-1 1 0 0 0,-1 0 0 0 0,-2 0 0 0 0,4 39 0 0 0,-7-50 0 0 0,-2 0 0 0 0,0 0 0 0 0,-1 0 0 0 0,0 0 0 0 0,-1 0 0 0 0,0 0 0 0 0,-1 0 0 0 0,0 0 0 0 0,-1-1 0 0 0,-1 0 0 0 0,0 0 0 0 0,0 0 0 0 0,-2 0 0 0 0,1-1 0 0 0,-1 0 0 0 0,-1 0 0 0 0,-10 12 0 0 0,3-8 0 0 0,-1 0 0 0 0,0-2 0 0 0,-1 1 0 0 0,-1-2 0 0 0,0 0 0 0 0,0-1 0 0 0,-1-1 0 0 0,-1-1 0 0 0,1 0 0 0 0,-22 5 0 0 0,-42 10 0 0 0,-1-4 0 0 0,-1-4 0 0 0,-1-3 0 0 0,-90 1 0 0 0,-357-16 0 0 0,157-14 0 0 0,-404-7 0 0 0,549 27 0 0 0,-313 45 0 0 0,454-34 0 0 0,-123 36 0 0 0,190-43 0 0 0,0 0 0 0 0,1 1 0 0 0,0 1 0 0 0,1 1 0 0 0,-35 24 0 0 0,46-28 0 0 0,2 0 0 0 0,-1 1 0 0 0,1 0 0 0 0,0 0 0 0 0,1 1 0 0 0,0 0 0 0 0,0 0 0 0 0,1 1 0 0 0,0-1 0 0 0,1 2 0 0 0,0-1 0 0 0,1 0 0 0 0,-6 19 0 0 0,7-16 0 0 0,1 1 0 0 0,0 0 0 0 0,1-1 0 0 0,0 1 0 0 0,2 0 0 0 0,-1 0 0 0 0,1 0 0 0 0,1-1 0 0 0,1 1 0 0 0,4 14 0 0 0,2 2 0 0 0,2-1 0 0 0,1 0 0 0 0,22 38 0 0 0,-2-15 0 0 0,1 0 0 0 0,70 79 0 0 0,99 85 0 0 0,-198-213 0 0 0,180 175 0 0 0,362 289 0 0 0,-326-283 0 0 0,-7-1 0 0 0,33 26 0 0 0,190 180 0 0 0,34 110 0 0 0,-259-231 0 0 0,-177-219 0 0 0,-2 2 0 0 0,-3 1 0 0 0,36 87 0 0 0,-57-120 0 0 0,-2 0 0 0 0,0 1 0 0 0,-1 0 0 0 0,-2 0 0 0 0,0 0 0 0 0,0 1 0 0 0,-2-1 0 0 0,-2 29 0 0 0,0-36 0 0 0,-1 0 0 0 0,-1 0 0 0 0,0 0 0 0 0,0 0 0 0 0,-1-1 0 0 0,-1 1 0 0 0,0-1 0 0 0,-1 0 0 0 0,0-1 0 0 0,-1 1 0 0 0,0-1 0 0 0,-1 0 0 0 0,-13 13 0 0 0,8-10 0 0 0,-2-1 0 0 0,1 0 0 0 0,-2-1 0 0 0,0-1 0 0 0,-27 15 0 0 0,17-13 0 0 0,-2-1 0 0 0,1-1 0 0 0,-31 8 0 0 0,-12-3 0 0 0,0-3 0 0 0,-85 4 0 0 0,-268 0 0 0 0,402-17 0 0 0,-509 2 0 0 0,408-1 0 0 0,-186 26 0 0 0,255-19 0 0 0,-91 26 0 0 0,123-27 0 0 0,1 0 0 0 0,0 1 0 0 0,1 2 0 0 0,0 0 0 0 0,0 1 0 0 0,1 0 0 0 0,-21 19 0 0 0,31-23 0 0 0,1 0 0 0 0,0 0 0 0 0,0 1 0 0 0,0 0 0 0 0,1 1 0 0 0,1-1 0 0 0,-1 1 0 0 0,2 0 0 0 0,-1 1 0 0 0,-5 16 0 0 0,6-12 0 0 0,1-1 0 0 0,0 1 0 0 0,2 0 0 0 0,-1 0 0 0 0,2 0 0 0 0,-1 0 0 0 0,3 15 0 0 0,2-1 0 0 0,0 0 0 0 0,16 47 0 0 0,24 46 0 0 0,-8-39 0 0 0,4-1 0 0 0,78 118 0 0 0,136 148 0 0 0,221 244 0 0 0,-383-479 0 0 0,-5-5 0 0 0,354 446 0 0 0,80 209 0 0 0,-312-361 0 0 0,-158-283 0 0 0,50 182 0 0 0,-86-242 65 0 0,-3 1 1 0 0,8 92-1 0 0,-18-109-593 0 0,-1 0 1 0 0,-3 1 0 0 0,-1-1-1 0 0,-11 51 1 0 0,9-70-1884 0 0,-1 0 0 0 0,-2 0 0 0 0,0 0-1 0 0,-16 30 1 0 0,22-49 1690 0 0,-1 1 0 0 0,1-1-1 0 0,-1 0 1 0 0,0 0-1 0 0,0 0 1 0 0,-6 5 0 0 0,7-8-442 0 0,0 1 1 0 0,0-1 0 0 0,-1 0 0 0 0,1 0-1 0 0,0 0 1 0 0,-1 0 0 0 0,1 0 0 0 0,-4 1-1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4:09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5761 0 0,'4'3'1282'0'0,"0"0"0"0"0,-1 1 1 0 0,0-1-1 0 0,0 1 0 0 0,0 0 1 0 0,0 0-1 0 0,3 6 0 0 0,-3-3-218 0 0,1 1 0 0 0,-1-1-1 0 0,3 15 1 0 0,-1 2-196 0 0,2 48 0 0 0,-5-48 147 0 0,14 341 2438 0 0,1 9-1806 0 0,60 476-356 0 0,-28 57 150 0 0,-43-303-929 0 0,-5-270 32 0 0,-6 804-89 0 0,0 69-56 0 0,30 45-685 0 0,40-1 572 0 0,8-398-286 0 0,36 569 0 0 0,-74-239 0 0 0,-15-355 0 0 0,22-2 0 0 0,130 1103 0 0 0,-124-798 0 0 0,-55-981 0 0 0,-44 250 0 0 0,48-385 219 0 0,-6 26-3138 0 0,8-39 2042 0 0,1 0 1 0 0,-1 1 0 0 0,0-1-1 0 0,-1 0 1 0 0,1 0-1 0 0,0 0 1 0 0,-1 0 0 0 0,1 0-1 0 0,-1 0 1 0 0,1 0-1 0 0,-1 0 1 0 0,-3 2 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4:11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1275 0 1152 0 0,'-19'3'4095'0'0,"0"0"0"0"0,-18 5 0 0 0,16-1-693 0 0,-29 12 0 0 0,23-6-2260 0 0,0 1 0 0 0,2 2 1 0 0,-27 20-1 0 0,-10 16-831 0 0,-99 106 0 0 0,-94 131-727 0 0,82-89-1361 0 0,125-145 806 0 0,-115 124-7385 0 0,94-110 3985 0 0,3-2-2410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52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3472 0 0,'0'0'17779'0'0,"1"11"-17034"0"0,-1-6-657 0 0,41 316 2638 0 0,-11-155-2015 0 0,35 179 820 0 0,3-39-629 0 0,32 164-726 0 0,-94-431-685 0 0,-1 0 1 0 0,0 62-1 0 0,-9-41-2985 0 0,-6-1-4108 0 0,3-36 3072 0 0,0-8-3688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52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7145 0 0,'0'3'5369'0'0,"0"8"-2074"0"0,0-8-1064 0 0,1 2-473 0 0,5 30 619 0 0,-1-1-1649 0 0,-2 0 0 0 0,-2 66 0 0 0,-3-49-3855 0 0,4-11-7990 0 0,1-13 3762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53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2792 0 0,'10'18'9573'0'0,"-8"-4"-5200"0"0,2 1 603 0 0,-8 21-3276 0 0,-4-8-572 0 0,-1 0-492 0 0,-3 8-320 0 0,-4 2-612 0 0,2-1-920 0 0,-5 1-3832 0 0,11-7 1327 0 0,5-4 109 0 0,3-3-5229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53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 3880 0 0,'-3'2'5615'0'0,"-7"7"-1676"0"0,6-3-1809 0 0,-2 22-784 0 0,2-1 0 0 0,0 1 1 0 0,1 45-1 0 0,10 89-90 0 0,35 147 203 0 0,21-3-544 0 0,-22-130-708 0 0,13 65-791 0 0,-38-172-230 0 0,7 48-5680 0 0,-15-57-1212 0 0,-7-38 1278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54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16 5481 0 0,'2'-2'5187'0'0,"0"1"-4074"0"0,1-1 0 0 0,-1 0 0 0 0,0 0 0 0 0,0 1 0 0 0,1-1 0 0 0,4-1 0 0 0,-7 3-1033 0 0,0 0 0 0 0,0 0 1 0 0,0 0-1 0 0,1-1 0 0 0,-1 1 0 0 0,0 0 0 0 0,0 0 0 0 0,0 0 0 0 0,0 0 1 0 0,1 0-1 0 0,-1 0 0 0 0,0 0 0 0 0,0 0 0 0 0,0 0 0 0 0,1 0 0 0 0,-1 1 1 0 0,0-1-1 0 0,0 0 0 0 0,0 0 0 0 0,0 0 0 0 0,1 0 0 0 0,-1 0 0 0 0,0 0 1 0 0,0 0-1 0 0,0 0 0 0 0,0 0 0 0 0,0 1 0 0 0,0-1 0 0 0,1 0 0 0 0,-1 0 1 0 0,0 0-1 0 0,0 0 0 0 0,0 0 0 0 0,0 1 0 0 0,0-1 0 0 0,0 0 0 0 0,0 0 1 0 0,0 0-1 0 0,0 0 0 0 0,1 1 0 0 0,-1-1 0 0 0,0 0 0 0 0,0 0 0 0 0,0 0 1 0 0,0 0-1 0 0,0 1 0 0 0,0-1 0 0 0,0 0 0 0 0,0 0 0 0 0,-1 0 0 0 0,0 6 210 0 0,0 0 0 0 0,0-1 0 0 0,-1 1 0 0 0,-4 7 0 0 0,3-5-500 0 0,-11 25 462 0 0,-22 37 0 0 0,6-12 0 0 0,-6 17 46 0 0,-81 183 558 0 0,99-212-971 0 0,3 1 1 0 0,1 1-1 0 0,-12 83 0 0 0,23-110 49 0 0,2 0 0 0 0,0 1 1 0 0,2-1-1 0 0,0 0 0 0 0,1 0 0 0 0,2 0 0 0 0,0 0 1 0 0,8 24-1 0 0,-7-30 43 0 0,1 0-1 0 0,1 0 1 0 0,0 0 0 0 0,1-1 0 0 0,1 0-1 0 0,0-1 1 0 0,1 0 0 0 0,0 0-1 0 0,1-1 1 0 0,1 0 0 0 0,15 12 0 0 0,-10-11 53 0 0,0 0 0 0 0,1-1 0 0 0,0-1 0 0 0,1-1 0 0 0,0-1 0 0 0,1-1 1 0 0,27 9-1 0 0,-36-14-13 0 0,1 0 0 0 0,-1-1 0 0 0,0-1 0 0 0,1 0 1 0 0,-1 0-1 0 0,1-1 0 0 0,-1 0 0 0 0,0-1 0 0 0,1-1 1 0 0,-1 0-1 0 0,0 0 0 0 0,0-1 0 0 0,0 0 0 0 0,0-1 0 0 0,14-7 1 0 0,-11 3-39 0 0,-1 0 0 0 0,-1-1 0 0 0,1 0 0 0 0,-2-1 0 0 0,1 0 0 0 0,-1-1 1 0 0,-1 0-1 0 0,0-1 0 0 0,0 0 0 0 0,-1-1 0 0 0,-1 1 0 0 0,8-17 0 0 0,-12 20 39 0 0,0 0 0 0 0,0-1 0 0 0,-1 1 0 0 0,-1-1 0 0 0,1 0 0 0 0,-2 0 0 0 0,1 0-1 0 0,-1-15 1 0 0,-1 18 53 0 0,-1-1 0 0 0,0 0 0 0 0,0 0 0 0 0,0 1 0 0 0,-1-1 0 0 0,-1 1 1 0 0,1-1-1 0 0,-1 1 0 0 0,0 0 0 0 0,-1 0 0 0 0,-7-12 0 0 0,7 14 30 0 0,0-1 1 0 0,-1 1-1 0 0,1 0 0 0 0,-1 0 1 0 0,0 1-1 0 0,0-1 1 0 0,-1 1-1 0 0,1 0 0 0 0,-1 1 1 0 0,0-1-1 0 0,0 1 1 0 0,0 0-1 0 0,-7-2 0 0 0,5 3 16 0 0,0 0 0 0 0,0 0 0 0 0,0 1 0 0 0,0 0 0 0 0,0 1 0 0 0,0 0 0 0 0,0 0 0 0 0,0 1 0 0 0,-15 2 0 0 0,9 1-86 0 0,1 0 0 0 0,0 0 1 0 0,0 1-1 0 0,0 1 1 0 0,1 0-1 0 0,0 1 0 0 0,0 0 1 0 0,0 1-1 0 0,1 0 0 0 0,0 1 1 0 0,1 0-1 0 0,-15 16 1 0 0,13-10-321 0 0,1 1 1 0 0,0 0-1 0 0,1 0 1 0 0,-16 34 0 0 0,21-36-668 0 0,0 0 1 0 0,1 0-1 0 0,-5 28 1 0 0,8-37 362 0 0,-1 12-2439 0 0,0-1 1 0 0,0 0-1 0 0,3 32 1 0 0,1-27-4847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8:00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3198 407 3776 0 0,'7'-1'2219'0'0,"127"-15"-4049"0"0,177-24 12806 0 0,-235 31-9275 0 0,134 2 0 0 0,76 23-1577 0 0,-155-7-239 0 0,160 14-157 0 0,-110-8 296 0 0,-49 1-488 0 0,-2 5-1 0 0,129 38 1 0 0,-161-31-18 0 0,185 80 0 0 0,48 46-106 0 0,-199-88 1063 0 0,170 113 0 0 0,-212-113-44 0 0,83 80-1 0 0,-12 7 80 0 0,184 224-1 0 0,-132-79 362 0 0,-202-283-782 0 0,64 100 469 0 0,81 167 0 0 0,-112-191-309 0 0,58 133 100 0 0,-33-62-225 0 0,74 187-74 0 0,-82-170 230 0 0,-46-126-148 0 0,11 80-1 0 0,-14-32-102 0 0,-5 0 1 0 0,-4 1-1 0 0,-13 130 0 0 0,-5-107 138 0 0,-6 0-1 0 0,-6-1 1 0 0,-48 139-1 0 0,42-159-270 0 0,-41 119 294 0 0,-196 394-112 0 0,140-388-46 0 0,57-107 92 0 0,-232 361-160 0 0,42-114-600 0 0,121-166 747 0 0,-55 48 190 0 0,144-192-118 0 0,-3-3-1 0 0,-65 50 0 0 0,-125 82 96 0 0,166-132-172 0 0,-103 52 1 0 0,55-45-46 0 0,-202 68 1 0 0,-151 1-142 0 0,157-82-24 0 0,-1-25 169 0 0,152-19-74 0 0,0-8 0 0 0,-279-38-1 0 0,303 16 172 0 0,0-7 0 0 0,3-6 0 0 0,0-6 0 0 0,3-7 0 0 0,3-6 0 0 0,1-6 0 0 0,-142-87 0 0 0,-64-80 83 0 0,263 166-63 0 0,-146-147 0 0 0,-245-342 98 0 0,380 426-86 0 0,-96-173 0 0 0,-52-152 484 0 0,138 238-703 0 0,9-5 0 0 0,-79-275-1 0 0,136 356-26 0 0,7-1-1 0 0,-22-245 0 0 0,48-48-297 0 0,37 4-60 0 0,-28 372 350 0 0,42-253-135 0 0,22 5 52 0 0,-50 224 244 0 0,145-624 1354 0 0,-159 679-1422 0 0,57-223 351 0 0,20 2-283 0 0,-37 140-201 0 0,5 2-1 0 0,72-112 1 0 0,-80 152 90 0 0,3 2 0 0 0,2 2 0 0 0,2 3 0 0 0,4 1 0 0 0,1 3 0 0 0,3 2 0 0 0,125-85-1 0 0,-126 103 21 0 0,2 1 0 0 0,1 4 0 0 0,70-24-1 0 0,193-35-42 0 0,128-14-267 0 0,-10-33 44 0 0,-326 90 262 0 0,-14 4-141 0 0,157-41 0 0 0,-222 73 2 0 0,0 2 1 0 0,1 0 0 0 0,0 3 0 0 0,-1 1 0 0 0,1 1-1 0 0,0 2 1 0 0,-1 2 0 0 0,55 12 0 0 0,128 53-1897 0 0,-6 19-3315 0 0,31 11-1926 0 0,-95-46-311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8:01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1512 0 0,'0'0'18111'0'0,"-4"4"-17658"0"0,-10 9-103 0 0,11-9 1560 0 0,3 1-1751 0 0,3 28 115 0 0,2 29-133 0 0,-4 74 0 0 0,-13 310 484 0 0,12-295-1223 0 0,23 180 1 0 0,-19-288-221 0 0,2 17-3724 0 0,-4-45 255 0 0,6 24 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8:02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670 13 4776 0 0,'0'0'4408'0'0,"-5"-2"-1216"0"0,-2 0-2369 0 0,-3-2 14 0 0,-1 0 2570 0 0,10 4-3304 0 0,0 0-1 0 0,-1 0 1 0 0,1 0 0 0 0,0 0-1 0 0,0 0 1 0 0,-1 0-1 0 0,1 0 1 0 0,0 0 0 0 0,-1 0-1 0 0,-1 1 1 0 0,-1 0 86 0 0,1-1 317 0 0,-4 2-99 0 0,-31 7 6 0 0,1 3 1 0 0,0 1-1 0 0,-63 32 1 0 0,81-34-303 0 0,1 1 0 0 0,0 0 0 0 0,0 2 0 0 0,-20 20 0 0 0,-58 69 485 0 0,91-97-549 0 0,-22 25 172 0 0,1 2-1 0 0,2 0 1 0 0,-33 60 0 0 0,49-78-211 0 0,1 1 1 0 0,0 1-1 0 0,1 0 1 0 0,0-1-1 0 0,2 2 1 0 0,0-1 0 0 0,1 0-1 0 0,1 1 1 0 0,0 0-1 0 0,2 35 1 0 0,6-12-32 0 0,1 0 0 0 0,3 0 0 0 0,1 0 0 0 0,2-1 0 0 0,1-1 0 0 0,28 52 0 0 0,-9-25 87 0 0,4-2 0 0 0,2-1 0 0 0,76 92-1 0 0,-97-135-37 0 0,0 0 0 0 0,2-1 0 0 0,1-1 0 0 0,0-1 0 0 0,1 0 0 0 0,0-2 0 0 0,2-1-1 0 0,0-1 1 0 0,38 16 0 0 0,-53-26 20 0 0,1 0-1 0 0,0-1 1 0 0,-1 0 0 0 0,1 0-1 0 0,0-1 1 0 0,0 0 0 0 0,0-1-1 0 0,0 0 1 0 0,0-1 0 0 0,0 0-1 0 0,0 0 1 0 0,12-4-1 0 0,-15 3-27 0 0,-1-1 0 0 0,1 1 0 0 0,0-1 0 0 0,-1-1-1 0 0,0 1 1 0 0,0-1 0 0 0,0 0 0 0 0,0 0 0 0 0,-1-1-1 0 0,1 0 1 0 0,-1 0 0 0 0,0 0 0 0 0,-1 0-1 0 0,1-1 1 0 0,-1 0 0 0 0,0 0 0 0 0,5-10 0 0 0,-2 0 10 0 0,-1 0 0 0 0,0-1 0 0 0,-1 0 0 0 0,-1 0 0 0 0,-1-1 0 0 0,0 1 0 0 0,-1-1 0 0 0,-1 0-1 0 0,-1 1 1 0 0,-2-28 0 0 0,0 34 45 0 0,0 0 0 0 0,0 0-1 0 0,-1 0 1 0 0,0 0-1 0 0,-1 1 1 0 0,0 0-1 0 0,-11-19 1 0 0,10 22-23 0 0,0 0 0 0 0,0 1 0 0 0,0-1 0 0 0,-1 1 0 0 0,0 0 0 0 0,0 1 0 0 0,0-1 0 0 0,-1 1 0 0 0,0 1 0 0 0,0-1 0 0 0,-11-4 0 0 0,6 4-141 0 0,1 1 1 0 0,-1 0-1 0 0,0 1 0 0 0,0 0 0 0 0,-1 1 0 0 0,1 1 0 0 0,0 0 0 0 0,-1 0 0 0 0,1 1 0 0 0,-1 1 0 0 0,1 0 0 0 0,-1 1 0 0 0,1 0 0 0 0,0 1 0 0 0,-13 4 0 0 0,7-1-1037 0 0,1 1-1 0 0,-1 1 0 0 0,-27 17 1 0 0,28-14-1297 0 0,1 0 1 0 0,0 1 0 0 0,-18 19 0 0 0,9-5-5400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1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3024 0 0,'0'0'3849'0'0,"33"36"-2469"0"0,-22-23-4168 0 0,-1-2 923 0 0,13 10-167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2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587 0 1744 0 0,'3'2'2366'0'0,"0"1"-1"0"0,0-1 0 0 0,-1 1 1 0 0,1 0-1 0 0,4 6 0 0 0,0 2-268 0 0,11 21-1 0 0,-4-5-830 0 0,100 150 736 0 0,-98-153-1871 0 0,-1 1 0 0 0,-2 0 0 0 0,0 1 0 0 0,-1 1 0 0 0,13 48 1 0 0,-17-43-47 0 0,-3 0 0 0 0,0 1 1 0 0,-2 0-1 0 0,-2 52 1 0 0,-3-51 9 0 0,-1-1 1 0 0,-13 57-1 0 0,13-76-70 0 0,-1-1 0 0 0,-1 0-1 0 0,0 0 1 0 0,0-1-1 0 0,-2 1 1 0 0,1-1 0 0 0,-2 0-1 0 0,1-1 1 0 0,-15 16 0 0 0,18-22 15 0 0,-1-1 0 0 0,0 1 0 0 0,-1-1 0 0 0,1 0 1 0 0,-1 0-1 0 0,0 0 0 0 0,0-1 0 0 0,0 0 0 0 0,-1 0 1 0 0,-11 3-1 0 0,9-4 24 0 0,-1 0 0 0 0,0-1 1 0 0,0 0-1 0 0,0 0 0 0 0,0-1 0 0 0,-17-2 0 0 0,0-3 31 0 0,0-1 0 0 0,0-1 0 0 0,0-1 0 0 0,-33-16 0 0 0,20 7-72 0 0,0-2 1 0 0,-47-31 0 0 0,67 37-30 0 0,1-1 0 0 0,1-1 0 0 0,0-1 0 0 0,0-1 1 0 0,-27-34-1 0 0,25 23-58 0 0,2 0 0 0 0,1-1 0 0 0,1 0 0 0 0,2-2 0 0 0,-22-62 0 0 0,28 65 104 0 0,2 0 0 0 0,0-1 0 0 0,2 1 0 0 0,1-1 0 0 0,1 0-1 0 0,2 0 1 0 0,3-37 0 0 0,-1 53 82 0 0,0 1 0 0 0,1 0 0 0 0,0-1 0 0 0,1 1 0 0 0,1 0 0 0 0,-1 1 0 0 0,2-1 0 0 0,9-14 0 0 0,-12 20-105 0 0,1 1 1 0 0,0 0-1 0 0,0 0 0 0 0,1 0 1 0 0,-1 0-1 0 0,1 0 1 0 0,0 1-1 0 0,0 0 0 0 0,1 0 1 0 0,-1 1-1 0 0,1-1 1 0 0,0 1-1 0 0,0 0 0 0 0,0 1 1 0 0,0-1-1 0 0,0 1 0 0 0,11-2 1 0 0,-4 4-241 0 0,1-1 1 0 0,22 4-1 0 0,-2 2-604 0 0,62 19-1 0 0,1-1-509 0 0,-12-11-94 0 0,-72-11-1419 0 0,-1-1 1 0 0,19-2 0 0 0,-24-1-1557 0 0,15-9-2681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2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1232 0 0,'0'0'16754'0'0,"12"51"-15282"0"0,-9-30-348 0 0,0 8-252 0 0,0 1-148 0 0,-3 3-192 0 0,-3-3-236 0 0,0 3-452 0 0,0-3-328 0 0,0 3-168 0 0,0-4-664 0 0,-3-9-2861 0 0,3 1-2735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3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45 233 2640 0 0,'0'-3'6590'0'0,"0"-13"2398"0"0,2 14-8232 0 0,7-9-294 0 0,-6 9-295 0 0,1 2-252 0 0,39 4 153 0 0,-35-2 0 0 0,16 3 846 0 0,37 13-1 0 0,-30-8-204 0 0,-12-4-291 0 0,-1 1 1 0 0,0 0-1 0 0,0 2 0 0 0,27 16 0 0 0,-34-17-254 0 0,0 0 0 0 0,-1 0 0 0 0,0 1 0 0 0,0 1 0 0 0,-1-1 0 0 0,0 2 0 0 0,12 18 0 0 0,-2 3 66 0 0,-2 0 0 0 0,-1 2 0 0 0,-2 0 1 0 0,12 38-1 0 0,-11-16 2 0 0,15 108 1 0 0,-19-34-362 0 0,-10-104-90 0 0,-2 0 0 0 0,0 0 1 0 0,-6 25-1 0 0,5-40 53 0 0,-1-1 0 0 0,-4 14-1 0 0,5-21 119 0 0,1 0-1 0 0,0-1 0 0 0,-1 1 0 0 0,1 0 0 0 0,-1-1 1 0 0,0 1-1 0 0,0-1 0 0 0,0 1 0 0 0,0-1 1 0 0,0 0-1 0 0,-3 3 0 0 0,4-5 44 0 0,1 0 1 0 0,0 0-1 0 0,0 0 0 0 0,-1 0 1 0 0,1 1-1 0 0,0-1 0 0 0,-1 0 0 0 0,1 0 1 0 0,0 0-1 0 0,0 0 0 0 0,-1 0 1 0 0,1 0-1 0 0,0 0 0 0 0,-1 0 1 0 0,1 0-1 0 0,0 0 0 0 0,0 0 1 0 0,-1 0-1 0 0,1 0 0 0 0,0 0 0 0 0,-1-1 1 0 0,1 1-1 0 0,0 0 0 0 0,0 0 1 0 0,-1 0-1 0 0,1-1 0 0 0,-8-2-24 0 0,0 0 0 0 0,1-1-1 0 0,-1 0 1 0 0,1-1 0 0 0,0 0-1 0 0,0 0 1 0 0,1 0 0 0 0,-1-1-1 0 0,1 0 1 0 0,1 0 0 0 0,-7-8-1 0 0,-19-27-76 0 0,2 0 0 0 0,-36-70 0 0 0,-36-101-76 0 0,-91-284 312 0 0,190 489-276 0 0,-19-64 269 0 0,19 63-543 0 0,1 0 0 0 0,0-1 0 0 0,0 1 0 0 0,1-1 0 0 0,0 1 0 0 0,1-12 0 0 0,2 15-3369 0 0,7-8 274 0 0,-10 13 3316 0 0,0-1 0 0 0,1 1 0 0 0,-1 0 0 0 0,0-1 0 0 0,1 1 0 0 0,-1 0-1 0 0,0 0 1 0 0,1-1 0 0 0,-1 1 0 0 0,0 0 0 0 0,1 0 0 0 0,-1 0 0 0 0,0-1 0 0 0,1 1 0 0 0,-1 0 0 0 0,1 0 0 0 0,-1 0 0 0 0,0 0 0 0 0,1 0 0 0 0,-1 0 0 0 0,1 0 0 0 0,27-7-6667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3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740 1 5657 0 0,'-11'32'10588'0'0,"5"4"-6051"0"0,6 39-3432 0 0,1-36 376 0 0,3 91-167 0 0,-1-69-1639 0 0,-2 1 0 0 0,-11 89 0 0 0,10-150 299 0 0,0 0 1 0 0,0 0-1 0 0,0 0 1 0 0,0-1-1 0 0,-1 1 1 0 0,1 0-1 0 0,0 0 1 0 0,0-1-1 0 0,-1 1 1 0 0,1 0-1 0 0,-1 0 1 0 0,1-1-1 0 0,-1 1 1 0 0,1-1-1 0 0,-1 1 0 0 0,0 1 1 0 0,-1-1-25 0 0,1 2-20 0 0,-5-6 36 0 0,-2-1 76 0 0,-1 0 0 0 0,1-1 0 0 0,1 0 0 0 0,-1 0 0 0 0,1-1-1 0 0,-9-8 1 0 0,4 1 153 0 0,-1 0-1 0 0,-1 1 0 0 0,0 0 1 0 0,-16-9-1 0 0,25 19-120 0 0,1-1 1 0 0,0 1-1 0 0,-1 0 0 0 0,0 0 1 0 0,1 0-1 0 0,-1 1 1 0 0,0 0-1 0 0,0 0 0 0 0,0 0 1 0 0,0 0-1 0 0,0 1 0 0 0,1 0 1 0 0,-1 0-1 0 0,0 0 0 0 0,0 1 1 0 0,0-1-1 0 0,0 1 1 0 0,0 0-1 0 0,0 1 0 0 0,-5 1 1 0 0,-5 5-2 0 0,1 0 1 0 0,-1 1 0 0 0,2 0-1 0 0,-1 1 1 0 0,2 0-1 0 0,-1 1 1 0 0,1 1 0 0 0,-16 20-1 0 0,-74 112-281 0 0,66-86-148 0 0,15-23-397 0 0,-1 0 1 0 0,-2-2-1 0 0,-29 32 0 0 0,30-45-2241 0 0,14-14-508 0 0,0 0-1 0 0,-11 5 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4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43 5416 0 0,'-8'-15'11411'0'0,"0"-3"-8074"0"0,5 10-1625 0 0,2 6 205 0 0,10 6-1861 0 0,8 2-74 0 0,0 0 1 0 0,-1 2-1 0 0,18 11 1 0 0,25 20 544 0 0,-1 3 1 0 0,92 89-1 0 0,-97-79-76 0 0,-3 4 0 0 0,-2 1 0 0 0,79 123-1 0 0,-117-161-929 0 0,10 21-1 0 0,-10-10-2414 0 0,-6-1-4332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4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2816 0 0,'0'23'10461'0'0,"-3"8"-6524"0"0,3 6-833 0 0,0 12-1100 0 0,-2 2-740 0 0,-2 6-652 0 0,2 3-480 0 0,-2 1-924 0 0,-5 1-4148 0 0,3-8 1335 0 0,4-10-71 0 0,-2-15-4881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5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51 6297 0 0,'-1'-3'9517'0'0,"0"0"-8489"0"0,0 1 0 0 0,1-1 0 0 0,0 0 0 0 0,-1 1 0 0 0,1-1 0 0 0,0 0-1 0 0,1-4 1 0 0,-1-5-899 0 0,4 10-103 0 0,12-5-44 0 0,-8 6-5 0 0,-3 1 12 0 0,17 5-61 0 0,14 5 62 0 0,0 3-1 0 0,-1 0 1 0 0,62 35-1 0 0,-75-35 129 0 0,0 1-1 0 0,-1 0 1 0 0,-1 2-1 0 0,-1 1 0 0 0,0 0 1 0 0,-1 1-1 0 0,15 21 1 0 0,-19-21 54 0 0,-2 1 0 0 0,16 29 0 0 0,-24-40-119 0 0,0 1 1 0 0,-1-1-1 0 0,1 1 1 0 0,-2 0-1 0 0,0 0 1 0 0,0 0-1 0 0,0 1 1 0 0,0 12-1 0 0,-2-21-42 0 0,0 1 0 0 0,-1 0 0 0 0,1-1 0 0 0,0 1 0 0 0,0-1 0 0 0,-1 1 0 0 0,1-1 0 0 0,-1 1 0 0 0,1-1 0 0 0,-1 1 0 0 0,1-1 0 0 0,-1 1 0 0 0,-1 1 0 0 0,-1 2 23 0 0,2-3-23 0 0,-1 1 1 0 0,0-1-1 0 0,0 1 1 0 0,0-1-1 0 0,0 1 0 0 0,0-1 1 0 0,0 0-1 0 0,-1 0 1 0 0,1 0-1 0 0,-1 0 0 0 0,1 0 1 0 0,-4 1-1 0 0,3-1-5 0 0,-8 4 31 0 0,-1 0-1 0 0,1-1 1 0 0,-1 0 0 0 0,0-1 0 0 0,-1 0-1 0 0,-20 3 1 0 0,-79 4-50 0 0,85-9 32 0 0,-170 18-105 0 0,145-11-73 0 0,-87 25 0 0 0,122-28 107 0 0,0 0 0 0 0,-25 15 0 0 0,36-19 8 0 0,1 1-1 0 0,0 0 1 0 0,1 1-1 0 0,-1-1 1 0 0,1 1-1 0 0,-1 0 1 0 0,1 0 0 0 0,0 1-1 0 0,1-1 1 0 0,-1 1-1 0 0,-3 7 1 0 0,4-8-147 0 0,1 1 1 0 0,0 0-1 0 0,1 0 0 0 0,-1 0 1 0 0,-1 8-1 0 0,3-13 160 0 0,0 2-691 0 0,1 4-910 0 0,4 8-783 0 0,5 14-7119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5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 8853 0 0,'0'-2'5366'0'0,"0"9"1991"0"0,-1 8-3614 0 0,-5 95-3364 0 0,2-50-1168 0 0,-1 1-2422 0 0,1-22-8350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5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0 8153 0 0,'0'0'5459'0'0,"-5"0"-2318"0"0,1 0-2674 0 0,0 0 1 0 0,-1 1-1 0 0,1-1 1 0 0,0 1 0 0 0,-1 0-1 0 0,1 0 1 0 0,0 1-1 0 0,0-1 1 0 0,0 1-1 0 0,0 0 1 0 0,0 0-1 0 0,-5 3 1 0 0,-3 4-291 0 0,1 0 0 0 0,0 1 0 0 0,1 0 0 0 0,0 0 0 0 0,0 1 0 0 0,1 1 0 0 0,1-1 0 0 0,-14 24 0 0 0,11-13-88 0 0,1 0-1 0 0,1 1 0 0 0,0 0 1 0 0,-6 33-1 0 0,14-49-67 0 0,0-1 0 0 0,1 1 0 0 0,0 0 0 0 0,0 0 0 0 0,1-1 0 0 0,-1 1 0 0 0,1 0-1 0 0,1-1 1 0 0,2 10 0 0 0,2 0-12 0 0,0-1 1 0 0,12 24-1 0 0,-4-15 18 0 0,2 0 0 0 0,0-2 0 0 0,1 1 1 0 0,22 20-1 0 0,87 74-1252 0 0,-83-78-434 0 0,-41-37 1441 0 0,6 5-1488 0 0,-1 0-1 0 0,2 0 0 0 0,-1-1 1 0 0,1 0-1 0 0,0 0 1 0 0,11 5-1 0 0,-5-7-5724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6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929 35 960 0 0,'2'-4'3850'0'0,"1"-1"-2489"0"0,2-2 320 0 0,-1-1 2533 0 0,-1 6-1901 0 0,18-4 3309 0 0,-15 4-5590 0 0,-3 1 2323 0 0,2 2-2030 0 0,16 3-20 0 0,-16-3 427 0 0,-3 2-363 0 0,1 3-126 0 0,1 0 0 0 0,-1 0 0 0 0,0 0 0 0 0,-1 1 0 0 0,1-1 0 0 0,0 9 0 0 0,-1 3 196 0 0,-1 0 1 0 0,-1 0 0 0 0,-2 25 0 0 0,-1 11-107 0 0,2 1-79 0 0,1 47-70 0 0,7-28 407 0 0,22 105 1 0 0,-29-177-586 0 0,23 115 480 0 0,-20-92-334 0 0,0-1-1 0 0,-3 45 1 0 0,0-63-115 0 0,-1 0 1 0 0,1 0-1 0 0,-2-1 0 0 0,1 1 0 0 0,0 0 0 0 0,-1-1 1 0 0,0 1-1 0 0,-1-1 0 0 0,1 1 0 0 0,-1-1 0 0 0,0 0 1 0 0,0 0-1 0 0,-1 0 0 0 0,1-1 0 0 0,-1 1 0 0 0,0-1 1 0 0,-9 8-1 0 0,6-8 14 0 0,0 1 0 0 0,0-1 0 0 0,-1 0 1 0 0,1 0-1 0 0,-1-1 0 0 0,0 0 0 0 0,0 0 0 0 0,-1-1 1 0 0,1 0-1 0 0,0-1 0 0 0,-18 2 0 0 0,3-3-170 0 0,-1-1 0 0 0,0 0-1 0 0,1-2 1 0 0,0-1 0 0 0,-30-8-1 0 0,4-3-489 0 0,-66-30 0 0 0,7-6-2112 0 0,-129-81 0 0 0,128 60-2472 0 0,7-5-3661 0 0,63 45 1273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6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500 1 9541 0 0,'-3'1'113'0'0,"-59"25"9876"0"0,43-14-8835 0 0,0 1-1 0 0,1 0 1 0 0,1 1-1 0 0,-19 20 0 0 0,-55 69 368 0 0,66-73-977 0 0,9-12-363 0 0,-23 26 210 0 0,2 3-1 0 0,-54 89 1 0 0,68-83-568 0 0,22-52 134 0 0,1 0 0 0 0,-1 0 0 0 0,1 1 1 0 0,0-1-1 0 0,-1 0 0 0 0,1 1 1 0 0,0-1-1 0 0,0 0 0 0 0,0 0 0 0 0,0 1 1 0 0,0-1-1 0 0,0 0 0 0 0,0 1 0 0 0,1 1 1 0 0,0 1-129 0 0,-1-3 75 0 0,0 1 0 0 0,0-1 0 0 0,0 1 0 0 0,0-1 0 0 0,0 1 0 0 0,0-1 0 0 0,1 1 0 0 0,-1-1 0 0 0,1 0 0 0 0,-1 1 0 0 0,1-1 0 0 0,-1 1 0 0 0,1-1 0 0 0,1 2 0 0 0,2 2-231 0 0,-3-1-382 0 0,1 0-1 0 0,1 0 1 0 0,-1 0 0 0 0,1-1 0 0 0,-1 1 0 0 0,1-1 0 0 0,0 0 0 0 0,0 0-1 0 0,0 0 1 0 0,1 0 0 0 0,-1-1 0 0 0,1 1 0 0 0,-1-1 0 0 0,1 0 0 0 0,0 0-1 0 0,0 0 1 0 0,0 0 0 0 0,0-1 0 0 0,0 0 0 0 0,7 2 0 0 0,19 2-7711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7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3 10821 0 0,'-3'-1'4861'0'0,"2"1"-4422"0"0,-1-1 0 0 0,1 1 0 0 0,-1 0 0 0 0,1 0 0 0 0,-1 0 0 0 0,1 0 0 0 0,0 0 0 0 0,-1 0 0 0 0,1 0 1 0 0,-1 1-1 0 0,1-1 0 0 0,-1 1 0 0 0,1-1 0 0 0,0 1 0 0 0,-1-1 0 0 0,-1 2 0 0 0,0 0-41 0 0,1 0 0 0 0,-1 0 1 0 0,1 0-1 0 0,-1 0 0 0 0,1 1 1 0 0,0-1-1 0 0,-3 3 0 0 0,-3 7-66 0 0,1 1 1 0 0,-10 21-1 0 0,10-21 250 0 0,-7 20-510 0 0,0 1-1 0 0,2 0 1 0 0,2 1-1 0 0,1 0 1 0 0,-7 57 0 0 0,0 182-973 0 0,11-129-44 0 0,4-124 91 0 0,-6 25 1 0 0,-1-14-2295 0 0,-4-5-3411 0 0,7-23 2071 0 0,-10 5-3345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7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2152 0 0,'-4'1'6459'0'0,"0"0"-4745"0"0,-9 1 13181 0 0,20 1-14525 0 0,24 12 52 0 0,-18-10 21 0 0,15-2-123 0 0,0 1 1 0 0,0 2-1 0 0,-1 1 0 0 0,0 1 0 0 0,38 17 1 0 0,-49-17-242 0 0,1 0 0 0 0,-1 1 0 0 0,-1 1 1 0 0,0 1-1 0 0,0 0 0 0 0,-1 0 1 0 0,-1 2-1 0 0,0 0 0 0 0,21 26 0 0 0,-21-20-55 0 0,0 1 0 0 0,-1 1-1 0 0,-1 0 1 0 0,16 44-1 0 0,-22-51-294 0 0,-1 1 0 0 0,-1 0-1 0 0,0 0 1 0 0,-1 0 0 0 0,0 0 0 0 0,-1 0-1 0 0,-1 0 1 0 0,-4 29 0 0 0,3-39-103 0 0,0-1 0 0 0,0 1 1 0 0,-1-1-1 0 0,0 1 0 0 0,-3 5 1 0 0,1 0-1636 0 0,-1-7-2105 0 0,-11 3 357 0 0,16-6 3534 0 0,-1 1 1 0 0,1-1-1 0 0,-1 0 0 0 0,1 0 1 0 0,0 0-1 0 0,-1 0 0 0 0,1 0 1 0 0,-1 0-1 0 0,1 0 0 0 0,-1 0 1 0 0,1 0-1 0 0,0 0 1 0 0,-1 0-1 0 0,1 0 0 0 0,-1 0 1 0 0,1 0-1 0 0,-1 0 0 0 0,1 0 1 0 0,-1-1-1 0 0,-25-6-7288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17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14 4240 0 0,'0'0'14106'0'0,"0"-14"-5878"0"0,-15 64-7411 0 0,12-14-641 0 0,0 13-609 0 0,3 9-1643 0 0,0 2-3232 0 0,6-2 1307 0 0,4-6 537 0 0,7-7-6061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20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45 1424 0 0,'-2'-17'15621'0'0,"5"3"-13514"0"0,-1 8-780 0 0,-1-1 2506 0 0,3 14-3364 0 0,0 0-342 0 0,-1 0 0 0 0,1 0 1 0 0,-1 0-1 0 0,-1 1 0 0 0,1-1 0 0 0,1 13 1 0 0,1 12 113 0 0,55 326 1227 0 0,-35-241-1973 0 0,41 116 0 0 0,-28-137-836 0 0,-28-77-1488 0 0,13 20-1 0 0,-20-35 1886 0 0,-1-1 0 0 0,1 1 0 0 0,0-1-1 0 0,0 0 1 0 0,0 0 0 0 0,1 0 0 0 0,-1 0 0 0 0,8 5 0 0 0,5-1-7170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21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0 2432 0 0,'0'0'13972'0'0,"11"1"-12574"0"0,4 0-934 0 0,-8-1-204 0 0,0 0 0 0 0,0 1 0 0 0,0 0 0 0 0,0 0 0 0 0,0 1 0 0 0,10 3 0 0 0,10 4 273 0 0,0 2 1 0 0,-1 1 0 0 0,-1 0-1 0 0,0 2 1 0 0,-1 2 0 0 0,0 0-1 0 0,-1 1 1 0 0,23 22 0 0 0,-20-13-162 0 0,-1 1 0 0 0,-1 1 0 0 0,-1 1 0 0 0,-2 1 0 0 0,34 62-1 0 0,-31-42-42 0 0,-1 1-1 0 0,-3 0 0 0 0,-3 2 0 0 0,-1 1 1 0 0,12 83-1 0 0,-24-116-313 0 0,-2 0 1 0 0,-1 1-1 0 0,-1-1 0 0 0,-3 35 0 0 0,2-49-58 0 0,0 0 0 0 0,-1 0 0 0 0,1 0 0 0 0,-1 0 0 0 0,-1 0 0 0 0,1 0 0 0 0,-1-1 0 0 0,0 1 0 0 0,-1-1 0 0 0,0 0 0 0 0,0 0 1 0 0,0 0-1 0 0,0-1 0 0 0,-1 1 0 0 0,0-1 0 0 0,0 0 0 0 0,-9 6 0 0 0,10-8 1 0 0,1-1 1 0 0,-1 0-1 0 0,0 0 1 0 0,0-1-1 0 0,0 1 1 0 0,-1-1-1 0 0,1 0 1 0 0,0 0-1 0 0,0 0 1 0 0,-1-1-1 0 0,-6 0 1 0 0,4 0-24 0 0,-1-1 1 0 0,0 1 0 0 0,1-2-1 0 0,-1 1 1 0 0,-14-6-1 0 0,3-1-62 0 0,1-1-1 0 0,0-1 0 0 0,-32-22 1 0 0,16 6 113 0 0,0-2-1 0 0,2-1 1 0 0,1-2 0 0 0,1-1-1 0 0,2-1 1 0 0,-34-53 0 0 0,-117-234 1819 0 0,122 195-696 0 0,47 98-686 0 0,0-1 0 0 0,-9-49 1 0 0,18 74-419 0 0,1-1 1 0 0,-1 0 0 0 0,1 0 0 0 0,0 0 0 0 0,0 1 0 0 0,1-1 0 0 0,-1 0 0 0 0,1 0 0 0 0,-1 0 0 0 0,3-6 0 0 0,-2 8-64 0 0,0 1 0 0 0,0-1 0 0 0,0 0 0 0 0,0 0 0 0 0,1 1 0 0 0,-1-1 0 0 0,0 1-1 0 0,1-1 1 0 0,-1 1 0 0 0,1-1 0 0 0,-1 1 0 0 0,1 0 0 0 0,-1 0 0 0 0,1 0 0 0 0,0 0 0 0 0,0 0 0 0 0,0 0 0 0 0,0 0 0 0 0,0 1 0 0 0,-1-1-1 0 0,5 0 1 0 0,2 0-278 0 0,-1 0-1 0 0,1 1 0 0 0,-1 0 0 0 0,1 0 1 0 0,12 3-1 0 0,40 10-2567 0 0,-36-7 1022 0 0,117 26-10763 0 0,-93-24 4987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22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2496 0 0,'0'0'13923'0'0,"8"5"-12090"0"0,-3-2-1565 0 0,0 1 0 0 0,0-1 1 0 0,0 1-1 0 0,-1 0 0 0 0,1 1 0 0 0,-1-1 1 0 0,0 1-1 0 0,0 0 0 0 0,-1 0 0 0 0,1 0 1 0 0,-1 0-1 0 0,4 9 0 0 0,11 30 976 0 0,1 1-314 0 0,13 49 1 0 0,-14-26-136 0 0,81 362 2408 0 0,-42-58-3556 0 0,-55-359-28 0 0,10 53-499 0 0,-10-58-314 0 0,0 1 0 0 0,1-1 0 0 0,0 0 0 0 0,0 1 0 0 0,6 7 1 0 0,-9-14 648 0 0,1-1 0 0 0,0 0 0 0 0,0 0 0 0 0,0 0 0 0 0,0 0 0 0 0,1 0 0 0 0,-1 0 0 0 0,0 0 0 0 0,0 0 0 0 0,1 0 0 0 0,-1 0 0 0 0,0-1 0 0 0,1 1 0 0 0,-1 0 0 0 0,3 0 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22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2576 0 0,'0'0'14557'0'0,"4"12"-12606"0"0,3 9-1039 0 0,-1 0-1 0 0,7 39 1 0 0,7 145 1767 0 0,-7-62-1786 0 0,-10-111-722 0 0,42 289 1425 0 0,18-52-1203 0 0,-40-188-2361 0 0,43 100-1 0 0,-64-176 1329 0 0,2 5-876 0 0,0-1 1 0 0,0 0 0 0 0,1 0-1 0 0,0 0 1 0 0,1 0 0 0 0,0-1-1 0 0,10 11 1 0 0,4-4-6576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24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6175 540 2368 0 0,'-16'-17'12061'0'0,"-8"2"-8618"0"0,10 7-2139 0 0,-6-1-640 0 0,1 0-1 0 0,-1 2 0 0 0,-32-8 0 0 0,51 15-661 0 0,-33-8 198 0 0,-1 1-1 0 0,0 2 1 0 0,-1 1-1 0 0,-59 2 0 0 0,50 5-69 0 0,1 1-1 0 0,-1 3 1 0 0,-54 15-1 0 0,35-4-20 0 0,-22 5-26 0 0,-111 17 0 0 0,112-31-93 0 0,-91-4-1 0 0,-85-14 71 0 0,-88 1 123 0 0,0 33-187 0 0,106-1-107 0 0,171-21 141 0 0,-101-9 1 0 0,-193-55 579 0 0,6-31 250 0 0,299 75-736 0 0,-304-64 684 0 0,276 68-577 0 0,0 4 1 0 0,-109 3-1 0 0,168 7-239 0 0,-187 1-345 0 0,0-15 8 0 0,114-2 189 0 0,-115-32-1 0 0,-94-45-146 0 0,-16-4-215 0 0,102 51 299 0 0,180 39 149 0 0,0 2 1 0 0,-91 6 0 0 0,98 6 163 0 0,34-7-59 0 0,-6 5 59 0 0,9-5-81 0 0,0 0 25 0 0,-1 2 14 0 0,3-3-38 0 0,-1 1-2 0 0,1 0-1 0 0,-1 0 0 0 0,0 0 1 0 0,0 0-1 0 0,0 0 1 0 0,1-1-1 0 0,-1 1 0 0 0,0 0 1 0 0,0 0-1 0 0,0-1 1 0 0,0 1-1 0 0,-2 0 0 0 0,3 1 60 0 0,-1 3-4 0 0,0-1-4 0 0,1-1 1 0 0,-1 0-1 0 0,1 0 0 0 0,0 1 0 0 0,0-1 0 0 0,0 0 1 0 0,1 0-1 0 0,-1 0 0 0 0,1 5 0 0 0,71 349 1053 0 0,-61-289-1080 0 0,15 166 129 0 0,-18 2-277 0 0,-7-195 30 0 0,-3 185 26 0 0,1 27-54 0 0,30 114-292 0 0,-13-193 446 0 0,3-32-148 0 0,-17-126 67 0 0,2 0 0 0 0,0 0 0 0 0,1 0 0 0 0,0 0 0 0 0,13 23 0 0 0,-3-10-34 0 0,35 48 1 0 0,-22-38 197 0 0,35 46-339 0 0,-53-74 144 0 0,1 0-1 0 0,0-1 1 0 0,0 0 0 0 0,1-1-1 0 0,21 12 1 0 0,-22-15 32 0 0,0-1 0 0 0,0 0 0 0 0,1-1-1 0 0,0 0 1 0 0,0 0 0 0 0,0-2 0 0 0,0 1 0 0 0,18 0 0 0 0,93-5-196 0 0,1 1 243 0 0,216 29 68 0 0,-201-14-29 0 0,362 14 472 0 0,-101-9 268 0 0,413 58-361 0 0,-359-31-484 0 0,626 58 1476 0 0,218 104-164 0 0,-508-76-1212 0 0,-715-125-124 0 0,1-2 1 0 0,-1-4-1 0 0,1-3 1 0 0,82-13-1 0 0,-113 6-446 0 0,-2-8 411 0 0,-40 16 195 0 0,-3-3-140 0 0,0-10 63 0 0,0 11-14 0 0,-4-2 6 0 0,-36-40 165 0 0,2-2 1 0 0,3-1-1 0 0,-38-67 0 0 0,13 17 6 0 0,54 85-130 0 0,-68-126 165 0 0,-91-208-15 0 0,119 248-57 0 0,-166-399 148 0 0,96 127 30 0 0,-42-253 132 0 0,131 510-416 0 0,2 14-869 0 0,-13-59-2867 0 0,29 111 1401 0 0,-5-64-1 0 0,14 99 766 0 0,-1 1-1 0 0,1-1 0 0 0,1 1 0 0 0,0 0 0 0 0,6-23 0 0 0,12-10-8135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02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190 179 5144 0 0,'-1'-4'4065'0'0,"-1"-11"-1144"0"0,2 14-2783 0 0,0 0-1 0 0,0 0 0 0 0,0 0 0 0 0,0 1 1 0 0,-1-1-1 0 0,1 0 0 0 0,0 0 0 0 0,-1 0 0 0 0,1 1 1 0 0,0-1-1 0 0,-1 0 0 0 0,1 0 0 0 0,-1 1 1 0 0,1-1-1 0 0,-1 0 0 0 0,1 1 0 0 0,-1-1 1 0 0,0 1-1 0 0,-1-2 0 0 0,1 1 214 0 0,-6-7 104 0 0,0 1 0 0 0,0 0 1 0 0,-1 1-1 0 0,0 0 0 0 0,-15-10 0 0 0,-1 0 280 0 0,-68-57 2211 0 0,92 73-2934 0 0,0 0-1 0 0,0 0 1 0 0,0 0-1 0 0,0 0 1 0 0,0 0-1 0 0,0 0 1 0 0,0 0 0 0 0,0 0-1 0 0,0 0 1 0 0,0 0-1 0 0,0 0 1 0 0,0-1 0 0 0,0 1-1 0 0,1 0 1 0 0,-1 0-1 0 0,0 0 1 0 0,0 0-1 0 0,0 0 1 0 0,0 0 0 0 0,0 0-1 0 0,0 0 1 0 0,0 0-1 0 0,0 0 1 0 0,0 0-1 0 0,0 0 1 0 0,0 0 0 0 0,0 0-1 0 0,0 0 1 0 0,0-1-1 0 0,0 1 1 0 0,0 0 0 0 0,0 0-1 0 0,0 0 1 0 0,0 0-1 0 0,0 0 1 0 0,0 0-1 0 0,0 0 1 0 0,0 0 0 0 0,0 0-1 0 0,0 0 1 0 0,0 0-1 0 0,0 0 1 0 0,0 0-1 0 0,0-1 1 0 0,0 1 0 0 0,0 0-1 0 0,0 0 1 0 0,0 0-1 0 0,0 0 1 0 0,-1 0 0 0 0,1 0-1 0 0,0 0 1 0 0,0 0-1 0 0,0 0 1 0 0,0 0-1 0 0,0 0 1 0 0,0 0 0 0 0,0 0-1 0 0,0 0 1 0 0,0 0-1 0 0,0 0 1 0 0,0 0-1 0 0,11 2 115 0 0,-9-1-128 0 0,1 1 1 0 0,0-1-1 0 0,0 1 1 0 0,-1-1-1 0 0,1 1 1 0 0,-1 0 0 0 0,1 0-1 0 0,-1 0 1 0 0,0 0-1 0 0,4 4 1 0 0,10 18 36 0 0,-1 0-1 0 0,20 45 1 0 0,15 56 139 0 0,-25-58 104 0 0,25 73 408 0 0,40 177 0 0 0,-38-38-251 0 0,-28-132-318 0 0,-3-3-174 0 0,4 164-1 0 0,-25-198 94 0 0,-18 139-1 0 0,7-135-91 0 0,9-82 6 0 0,-11 258-77 0 0,43 19 157 0 0,-20-238-33 0 0,16 98-28 0 0,-9-46-98 0 0,-7-53 86 0 0,21 172 113 0 0,40 220-215 0 0,-27-270-18 0 0,60 182-269 0 0,11 52 98 0 0,-85-276 109 0 0,29 126 171 0 0,61 164-34 0 0,-54-221-458 0 0,14 56 397 0 0,33 283 6 0 0,-108-530 143 0 0,15 70 33 0 0,5-1 0 0 0,4-2 0 0 0,61 138 0 0 0,-45-130 58 0 0,128 281-206 0 0,-111-249 171 0 0,-6 3 0 0 0,-7 2 1 0 0,47 215-1 0 0,-49-2 148 0 0,-36-242-289 0 0,46 241 152 0 0,-33-220-88 0 0,17 67 159 0 0,91 262-1 0 0,-33-108 1446 0 0,-78-249-962 0 0,11 157 0 0 0,-8-42-1586 0 0,-17-176 800 0 0,3 0-1 0 0,2-1 0 0 0,16 41 0 0 0,37 67 13 0 0,7 15 181 0 0,2 57-27 0 0,-63-187 16 0 0,25 100 53 0 0,5 18-92 0 0,1-15-505 0 0,30 85-1126 0 0,113 222 48 0 0,-110-270 1958 0 0,-8-14-716 0 0,-10-26 172 0 0,15 32-696 0 0,-20-59-6540 0 0,-30-70 3708 0 0,-1-5-1708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04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1 139 3368 0 0,'4'0'12163'0'0,"9"-1"-6400"0"0,98-6-4906 0 0,-17 4-485 0 0,132-1-116 0 0,266 7-90 0 0,-443-2-177 0 0,182 5-125 0 0,99-6 50 0 0,-277-1 103 0 0,172-10 123 0 0,0 0 74 0 0,372-19 548 0 0,167-15-572 0 0,-544 29-188 0 0,101 8 27 0 0,0 15 71 0 0,-301-6-90 0 0,413-10 523 0 0,-197-1-160 0 0,-185 10-527 0 0,1 2 1 0 0,69 12-1 0 0,-27 5-5862 0 0,-33-5-2231 0 0,-29-10 649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06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1062 135 2496 0 0,'5'-11'2827'0'0,"1"1"0"0"0,-1-1 0 0 0,6-22-1 0 0,-3 7-66 0 0,-5 21-2141 0 0,-1-1-1 0 0,1 1 1 0 0,0 0 0 0 0,0 0-1 0 0,1 0 1 0 0,5-6 0 0 0,-8 10-288 0 0,0 8-353 0 0,1 1 16 0 0,-1-4 24 0 0,0 0-1 0 0,0 1 1 0 0,-1-1 0 0 0,0 1 0 0 0,0 6-1 0 0,12 201 513 0 0,22 129-656 0 0,45 252 824 0 0,23 129-1080 0 0,-78-436 385 0 0,-18 2 0 0 0,-25 124-113 0 0,1-17-105 0 0,16 0 32 0 0,45 77-859 0 0,40-8 757 0 0,25-5 544 0 0,-81-346-267 0 0,128 490-402 0 0,-64-282 368 0 0,-12-51 15 0 0,-14 46 152 0 0,-22 4-674 0 0,-19-135 122 0 0,15 142-404 0 0,98 660-289 0 0,-86-629 1636 0 0,-36-242-522 0 0,12 333 649 0 0,-38 5 158 0 0,10-435-817 0 0,-4 216-150 0 0,24 296 1598 0 0,-15-472-1487 0 0,41 697-2008 0 0,-41-648 2238 0 0,-14 153 1 0 0,-37 92 459 0 0,10-82 349 0 0,-2 5-805 0 0,11-112-341 0 0,2-24 604 0 0,12-46 174 0 0,4 1 1 0 0,4 151-1 0 0,7-208-573 0 0,-1 12-91 0 0,-1-44 83 0 0,0 0 1 0 0,0 0-1 0 0,-1 0 1 0 0,1-1-1 0 0,-1 1 0 0 0,0 0 1 0 0,-1-1-1 0 0,1 1 1 0 0,-1-1-1 0 0,0 0 1 0 0,-1 0-1 0 0,-6 8 1 0 0,-3 6 212 0 0,-21 25 814 0 0,18-24-499 0 0,15-18-424 0 0,-1 0-27 0 0,-1 1 143 0 0,0-1 0 0 0,0 1 0 0 0,1 0 0 0 0,-1 0-1 0 0,-3 5 1 0 0,11-5-136 0 0,13 7-75 0 0,-13-8-18 0 0,-4 1-245 0 0,2 10 132 0 0,-2-10-51 0 0,-2 1-675 0 0,-7 13 645 0 0,6-12 66 0 0,-1-3 22 0 0,-14 19 38 0 0,-1-1 0 0 0,-35 31 0 0 0,43-43 58 0 0,-1 0 0 0 0,1-1 0 0 0,-1 0 0 0 0,-1-1 1 0 0,1 0-1 0 0,-1-1 0 0 0,0 0 0 0 0,-16 4 0 0 0,3-4-1 0 0,0-2 1 0 0,-1 0 0 0 0,0-1 0 0 0,-32-2-1 0 0,-106-16-109 0 0,101 9 53 0 0,-11 0-87 0 0,-1 3 1 0 0,1 4-1 0 0,-143 18 0 0 0,-55 37-290 0 0,39-6-85 0 0,172-39-2284 0 0,-116 3-1 0 0,-20-24-5316 0 0,96-1 794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09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89 4328 0 0,'0'0'4398'0'0,"-4"1"-1258"0"0,1 0-2386 0 0,-11 0 2582 0 0,8-3-2673 0 0,-7-3 45 0 0,-23-12 1 0 0,13-2 263 0 0,6 2-131 0 0,11 12-603 0 0,0-2 779 0 0,-1 1-1 0 0,-10-8 0 0 0,12 19-603 0 0,-4 4-228 0 0,1 1-1 0 0,1 0 0 0 0,-1 0 0 0 0,2 1 0 0 0,-6 11 0 0 0,-35 75 737 0 0,-11 23 87 0 0,40-88-900 0 0,-1 0 0 0 0,-24 30 0 0 0,32-48-170 0 0,0-1 1 0 0,-1-1 0 0 0,0 0 0 0 0,-1 0 0 0 0,-1-1 0 0 0,-24 15-1 0 0,28-20-303 0 0,0-2-1 0 0,0 1 1 0 0,-1-1-1 0 0,0-1 1 0 0,1 0-1 0 0,-1 0 1 0 0,0-1-1 0 0,-1-1 1 0 0,1 0 0 0 0,-13 0-1 0 0,13-2-1441 0 0,1 0-1 0 0,-1 0 1 0 0,1-1-1 0 0,-1 0 1 0 0,1-1-1 0 0,-16-6 1 0 0,4 0-5239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1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6489 0 0,'7'-1'1360'0'0,"1"0"1"0"0,-1 1-1 0 0,1 0 1 0 0,-1 1 0 0 0,1 0-1 0 0,-1 0 1 0 0,14 4-1 0 0,-11-2-687 0 0,0 1 0 0 0,-1 0 0 0 0,1 1 0 0 0,-1 0 0 0 0,9 6 0 0 0,5 7-97 0 0,0 1 0 0 0,-2 1 0 0 0,21 24 0 0 0,111 138 1610 0 0,-19-20-3218 0 0,-34-62-4765 0 0,-85-87 2998 0 0,0-1 1 0 0,23 14-1 0 0,-5-8-5117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10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7465 0 0,'0'0'9709'0'0,"6"15"-5597"0"0,-9 9-2956 0 0,0-5-352 0 0,3 34-1172 0 0,0-23-4412 0 0,0 1 1347 0 0,9-3-335 0 0,5-3-4369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11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 2752 0 0,'24'41'11666'0'0,"-4"1"-7133"0"0,-16-30-4005 0 0,-1-1 0 0 0,0 1 0 0 0,0 0 1 0 0,-1 0-1 0 0,1 20 0 0 0,-3-3-378 0 0,-2 1 0 0 0,-1-1 0 0 0,-2-1 0 0 0,0 1 0 0 0,-2-1 0 0 0,-1 0 0 0 0,-1 0 0 0 0,-20 40 0 0 0,23-55-894 0 0,-2 1-1 0 0,0-1 0 0 0,0-1 1 0 0,-1 1-1 0 0,-19 19 0 0 0,17-24-2811 0 0,8-7 2484 0 0,-4 0-5955 0 0,-15-4 2440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11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8525 0 0,'6'-1'1263'0'0,"0"0"-1"0"0,-1 0 1 0 0,1 1 0 0 0,0 0 0 0 0,0 0 0 0 0,9 1 0 0 0,-8 0-593 0 0,-1 1 1 0 0,1 0-1 0 0,-1 0 1 0 0,0 0-1 0 0,11 6 1 0 0,-2 1-78 0 0,0 0 1 0 0,-1 1-1 0 0,-1 1 1 0 0,1 0-1 0 0,12 15 1 0 0,55 70 625 0 0,-57-66-1264 0 0,16 22-526 0 0,19 22-2358 0 0,-48-61 895 0 0,2-1 0 0 0,0 0 0 0 0,19 14 0 0 0,-2-5-2393 0 0,0-2-2873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11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4928 0 0,'8'-1'2617'0'0,"-1"0"65"0"0,0 1 2557 0 0,-1 4-2909 0 0,0 0-1847 0 0,-1-1-167 0 0,-1 0-1 0 0,1 1 1 0 0,-1-1-1 0 0,0 1 1 0 0,0 0-1 0 0,-1 0 1 0 0,7 8-1 0 0,11 21 601 0 0,0 2 1 0 0,-3-1-1 0 0,25 66 0 0 0,-39-91-830 0 0,-1 1-1 0 0,-1-1 1 0 0,1 0-1 0 0,-2 1 1 0 0,1-1-1 0 0,-1 1 1 0 0,-1 9-1 0 0,1-14-56 0 0,0-3-11 0 0,-1-1-1 0 0,0 1 1 0 0,0 0-1 0 0,0-1 1 0 0,0 1-1 0 0,0 0 1 0 0,0-1 0 0 0,0 1-1 0 0,-1-1 1 0 0,1 1-1 0 0,-2 3 1 0 0,2-4-21 0 0,-8 22 277 0 0,7-22-241 0 0,1 1 0 0 0,-1-1 0 0 0,0 0 0 0 0,0 1 0 0 0,0-1-1 0 0,0 0 1 0 0,0 0 0 0 0,0 1 0 0 0,0-1 0 0 0,0 0 0 0 0,0 0-1 0 0,-1 0 1 0 0,1 0 0 0 0,0-1 0 0 0,-1 1 0 0 0,-2 1 0 0 0,-4-1 27 0 0,0 0 0 0 0,1 0 1 0 0,-10-1-1 0 0,-2-3-238 0 0,-26-6-1 0 0,21 4-43 0 0,22 5-412 0 0,4 2 177 0 0,12 3-29 0 0,35 13 493 0 0,1-1-101 0 0,6 5 135 0 0,121 42-3039 0 0,-145-55-49 0 0,0-1 0 0 0,1-1-1 0 0,51 3 1 0 0,-43-9-3267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12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565 1 7641 0 0,'2'2'5066'0'0,"0"0"-4213"0"0,-1-1-489 0 0,1 0 1 0 0,-1 1-1 0 0,0-1 0 0 0,0 1 0 0 0,0-1 1 0 0,0 1-1 0 0,0-1 0 0 0,0 1 0 0 0,-1-1 0 0 0,1 1 1 0 0,0 0-1 0 0,-1 0 0 0 0,1-1 0 0 0,-1 1 1 0 0,0 0-1 0 0,0 0 0 0 0,1 0 0 0 0,-1 2 1 0 0,0 1-18 0 0,-4 20 1085 0 0,-27 86 295 0 0,3-37-966 0 0,-46 87 1 0 0,62-139-828 0 0,-1 0 0 0 0,-1-1 0 0 0,-1 0-1 0 0,-1-1 1 0 0,0-1 0 0 0,-1-1 0 0 0,-2 0 0 0 0,-20 16 0 0 0,34-31 28 0 0,1 1 0 0 0,-1-1 0 0 0,-1 0 0 0 0,1 0 0 0 0,0 0 0 0 0,-1-1 0 0 0,1 1 0 0 0,-1-1 0 0 0,0-1 0 0 0,1 1 0 0 0,-1-1 0 0 0,0 0 0 0 0,0-1 0 0 0,0 1 0 0 0,0-1 0 0 0,0 0 0 0 0,0-1 0 0 0,0 1 0 0 0,0-1 0 0 0,0 0 0 0 0,0-1 0 0 0,1 1 0 0 0,-1-1 0 0 0,0 0 0 0 0,1-1 0 0 0,0 1 0 0 0,-1-1 0 0 0,1 0 0 0 0,0-1 0 0 0,0 1 0 0 0,1-1 1 0 0,-6-5-1 0 0,1 1 57 0 0,1-1 1 0 0,0 0-1 0 0,-13-20 1 0 0,13 16-1003 0 0,1 0 0 0 0,1 0-1 0 0,0 0 1 0 0,0-1 0 0 0,2 0 0 0 0,-1-1 0 0 0,2 1 0 0 0,0-1 0 0 0,-1-24-1 0 0,3 25 732 0 0,3-25 0 0 0,0 27 1246 0 0,0 0 0 0 0,5-15 0 0 0,-5 20-584 0 0,1-1 0 0 0,0 1 0 0 0,0 1-1 0 0,1-1 1 0 0,0 0 0 0 0,0 1 0 0 0,0 0 0 0 0,1 0-1 0 0,0 0 1 0 0,0 0 0 0 0,1 1 0 0 0,-1 0-1 0 0,7-4 1 0 0,-8 6-219 0 0,0 1 0 0 0,0 0-1 0 0,0 0 1 0 0,0 0 0 0 0,0 0 0 0 0,0 1-1 0 0,1-1 1 0 0,-1 1 0 0 0,0 0 0 0 0,1 0-1 0 0,-1 1 1 0 0,1 0 0 0 0,-1-1 0 0 0,0 1-1 0 0,1 1 1 0 0,-1-1 0 0 0,1 1 0 0 0,-1 0-1 0 0,1 0 1 0 0,-1 0 0 0 0,0 0 0 0 0,0 1-1 0 0,7 3 1 0 0,-1 1 23 0 0,0 0 1 0 0,0 1-1 0 0,-1 0 1 0 0,0 1-1 0 0,0 0 0 0 0,9 12 1 0 0,42 58 398 0 0,98 199-2218 0 0,-139-243-695 0 0,26 39 0 0 0,-30-52-1580 0 0,1-1-1 0 0,34 33 1 0 0,-20-28-4329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12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2984 0 0,'3'-3'11097'0'0,"9"-8"-8797"0"0,-9 8-721 0 0,1 4-315 0 0,14 1-278 0 0,-17-2-945 0 0,-1 0-1 0 0,1 0 1 0 0,-1 0 0 0 0,1 0 0 0 0,-1 1-1 0 0,1-1 1 0 0,0 0 0 0 0,-1 0 0 0 0,1 0-1 0 0,-1 1 1 0 0,1-1 0 0 0,-1 0 0 0 0,0 1-1 0 0,1-1 1 0 0,-1 0 0 0 0,1 1 0 0 0,0 0-1 0 0,18 16 394 0 0,0 2 0 0 0,-2 0 0 0 0,24 33 0 0 0,40 77 619 0 0,-76-121-949 0 0,-1 1 1 0 0,1 0-1 0 0,-2 0 1 0 0,1 1 0 0 0,-1-1-1 0 0,0 0 1 0 0,-1 1-1 0 0,0 0 1 0 0,0 13 0 0 0,-2-22-87 0 0,0 0 0 0 0,0 0 0 0 0,0 0 0 0 0,0 0 1 0 0,-1 0-1 0 0,1 0 0 0 0,0-1 0 0 0,-1 1 0 0 0,1 0 0 0 0,0 0 1 0 0,-1 0-1 0 0,1-1 0 0 0,-2 3 0 0 0,-2 3 235 0 0,1-5-20 0 0,-12 2 373 0 0,9-7-468 0 0,-1-1-82 0 0,2 1 1 0 0,1 1 0 0 0,-1-1 0 0 0,1 1 0 0 0,0-1 0 0 0,-5-6 0 0 0,-11-14 132 0 0,18 22 0 0 0,10 5-141 0 0,-4-1-46 0 0,4 2-1 0 0,0 0 0 0 0,-1 1 0 0 0,1 0 0 0 0,-1 0 0 0 0,10 9 0 0 0,5 7 50 0 0,31 38-1 0 0,-48-52-47 0 0,0 0 0 0 0,0 1 1 0 0,0-1-1 0 0,-1 1 0 0 0,0 0 0 0 0,-1 0 1 0 0,0 0-1 0 0,0 1 0 0 0,-1-1 0 0 0,3 15 0 0 0,-5-20-47 0 0,0 0 0 0 0,0 0 0 0 0,0-1 0 0 0,0 1 0 0 0,0 0-1 0 0,-1 0 1 0 0,1 0 0 0 0,-1-1 0 0 0,0 1 0 0 0,0 0-1 0 0,0-1 1 0 0,0 1 0 0 0,0-1 0 0 0,0 1 0 0 0,-1-1-1 0 0,1 1 1 0 0,-1-1 0 0 0,0 0 0 0 0,1 0 0 0 0,-1 0-1 0 0,0 0 1 0 0,-1 0 0 0 0,1 0 0 0 0,0-1 0 0 0,0 1-1 0 0,-1-1 1 0 0,1 1 0 0 0,-1-1 0 0 0,1 0 0 0 0,-4 1-1 0 0,-1 1-670 0 0,-1-1 0 0 0,0 0 0 0 0,0-1 0 0 0,0 0-1 0 0,0 0 1 0 0,0 0 0 0 0,0-1 0 0 0,0-1 0 0 0,-12-1-1 0 0,2-1-2044 0 0,-1-1-1 0 0,-33-11 1 0 0,8-5-4907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13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24 3024 0 0,'14'-17'15870'0'0,"-10"10"-10948"0"0,-7 16-4698 0 0,-2 3-144 0 0,1-4-8 0 0,1 1 0 0 0,0 0 0 0 0,0-1 0 0 0,-1 10 0 0 0,1 0 83 0 0,-33 134 1055 0 0,26-117-934 0 0,-1-1 0 0 0,-21 43-1 0 0,22-59-294 0 0,0 0-1 0 0,-1 0 1 0 0,-1-1-1 0 0,-21 23 0 0 0,25-31-423 0 0,-1 0-1 0 0,0-1 1 0 0,0 0 0 0 0,0-1-1 0 0,-1 0 1 0 0,0-1-1 0 0,-1 0 1 0 0,1 0-1 0 0,-14 4 1 0 0,18-8-1026 0 0,4-1 985 0 0,-1 0-1 0 0,1 0 1 0 0,-1 0 0 0 0,1-1 0 0 0,-1 1-1 0 0,-3 0 1 0 0,-16-5-6755 0 0,-13-7-43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14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2792 0 0,'21'-22'11784'0'0,"-13"15"-9281"0"0,-8 7-2311 0 0,1-1 0 0 0,0 0-1 0 0,0 0 1 0 0,0 1 0 0 0,0-1 0 0 0,0 1 0 0 0,0-1 0 0 0,0 1 0 0 0,0-1-1 0 0,0 1 1 0 0,0-1 0 0 0,0 1 0 0 0,0 0 0 0 0,1-1 0 0 0,2 1 255 0 0,4-1 727 0 0,-1 4-955 0 0,-1-1 1 0 0,1 1-1 0 0,-1 0 1 0 0,1 0-1 0 0,-1 1 0 0 0,0 0 1 0 0,0 0-1 0 0,0 1 1 0 0,6 5-1 0 0,48 56 349 0 0,-37-40-465 0 0,128 127-2664 0 0,-96-107-1839 0 0,3-4-3420 0 0,-34-26 918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14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 1040 0 0,'0'0'16688'0'0,"-5"5"-15213"0"0,-2 2-1080 0 0,0 0 0 0 0,1 1 0 0 0,0 0 0 0 0,0 0 0 0 0,0 0-1 0 0,-5 12 1 0 0,-9 34 682 0 0,20-53-1052 0 0,-1 0-1 0 0,0 1 1 0 0,1-1-1 0 0,0 1 0 0 0,-1-1 1 0 0,1 0-1 0 0,0 1 1 0 0,0-1-1 0 0,-1 1 1 0 0,1-1-1 0 0,0 1 1 0 0,1 2-1 0 0,-1 0 35 0 0,-1 6 134 0 0,1-9-177 0 0,0 0 0 0 0,0 1 0 0 0,0-1 0 0 0,0 0 0 0 0,0 1 0 0 0,0-1 0 0 0,0 0 0 0 0,0 0 0 0 0,0 1 0 0 0,1-1 0 0 0,-1 0 0 0 0,1 0 0 0 0,-1 0 0 0 0,1 1 0 0 0,-1-1 0 0 0,2 1 0 0 0,-2 0 6 0 0,1 0 11 0 0,-1-1 0 0 0,1 1 0 0 0,0 0 1 0 0,0 0-1 0 0,0 0 0 0 0,0-1 0 0 0,0 1 0 0 0,0 0 0 0 0,0-1 0 0 0,1 1 0 0 0,-1-1 0 0 0,1 1 0 0 0,-1-1 0 0 0,1 0 0 0 0,-1 0 0 0 0,1 0 0 0 0,0 0 0 0 0,2 2 0 0 0,-1-2 4 0 0,0 0-16 0 0,-1 0 0 0 0,0 0 0 0 0,1 0 0 0 0,-1 0 0 0 0,1-1 0 0 0,-1 1 0 0 0,1-1 0 0 0,0 0 0 0 0,-1 1 0 0 0,1-1 0 0 0,-1 0 0 0 0,1-1 0 0 0,0 1 0 0 0,2-1 0 0 0,10-3-46 0 0,0-1 0 0 0,0 0 0 0 0,0-2-1 0 0,-1 1 1 0 0,14-10 0 0 0,-4-2-33 0 0,-1-1 0 0 0,28-30-1 0 0,-12 12 535 0 0,-26 27 40 0 0,-11 8 54 0 0,1 9-484 0 0,1 7-88 0 0,0 0-1 0 0,-1 0 1 0 0,0 0 0 0 0,1 28 0 0 0,-1 42-504 0 0,2 42-1926 0 0,-6-41-3265 0 0,0-2-2214 0 0,1-48 1018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16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1 128 384 0 0,'0'0'16282'0'0,"1"-5"-14920"0"0,8-15 1526 0 0,22-39 0 0 0,-29 56-2768 0 0,1-1 0 0 0,1 1 0 0 0,-1 0 0 0 0,0 0-1 0 0,1 0 1 0 0,0 1 0 0 0,-1-1 0 0 0,1 1 0 0 0,0 0-1 0 0,0 0 1 0 0,1 0 0 0 0,-1 0 0 0 0,9-2 0 0 0,-5 2 49 0 0,1 1 1 0 0,-1 0 0 0 0,1 0-1 0 0,-1 0 1 0 0,16 2 0 0 0,148 28 591 0 0,-124-18-700 0 0,1-3-1 0 0,69 4 1 0 0,134-23 58 0 0,-110 2-74 0 0,-94 8-9 0 0,0 3 0 0 0,57 8 0 0 0,93 26 62 0 0,-16-3 33 0 0,-59-18 359 0 0,1-6 0 0 0,207-10-1 0 0,-213-6-221 0 0,299-8 397 0 0,74 37-190 0 0,-52-1-49 0 0,-3-26-518 0 0,-220-12-1273 0 0,20-15-2887 0 0,-3-20-10122 0 0,-167 32 5970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18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1 448 0 0,'0'0'7611'0'0,"-4"0"-5205"0"0,-39 0 4663 0 0,40 0-5755 0 0,1 2-1015 0 0,-6 8 1054 0 0,11-3-1010 0 0,17 45 969 0 0,-1-8-478 0 0,18 68 1 0 0,6 54-453 0 0,-6-21-146 0 0,-1-1-68 0 0,18 58 78 0 0,36 177 575 0 0,-37 4-363 0 0,-31-175-367 0 0,12 288 99 0 0,-12 91-254 0 0,50-5 418 0 0,-46-447-186 0 0,35 212-119 0 0,-34-140 168 0 0,26 178-211 0 0,-9-166-29 0 0,-25-132 22 0 0,52 222 293 0 0,6 32-101 0 0,-16 2 74 0 0,-18-73-124 0 0,-5-35-390 0 0,24 153 245 0 0,-45-286 54 0 0,18 88-14 0 0,-8-53 13 0 0,8 49-350 0 0,24 145 479 0 0,-15 4 21 0 0,-11 272-467 0 0,-18-264 215 0 0,-7-193-69 0 0,23 368 263 0 0,21-1-401 0 0,-10-101 203 0 0,-20 4-676 0 0,8 48 631 0 0,-9-161 123 0 0,-1 153-434 0 0,-5-96-16 0 0,3-149 697 0 0,-9-111-259 0 0,-3-45-82 0 0,4 69 177 0 0,-10-82-44 0 0,-2 0-1 0 0,-8 49 0 0 0,7-78-36 0 0,-30 132 126 0 0,30-137-107 0 0,1 0 0 0 0,0 1 0 0 0,-1 15-1 0 0,1-13 16 0 0,2 30 251 0 0,5 191 187 0 0,7-43-964 0 0,3-74 344 0 0,4 39-24 0 0,-22 148 55 0 0,-3-114 967 0 0,-4 83 547 0 0,9-253-2124 0 0,-1-1 1 0 0,-5 22-1 0 0,7-42 486 0 0,0 0 1 0 0,0-1-1 0 0,-1 1 1 0 0,1-1-1 0 0,0 1 1 0 0,0-1-1 0 0,0 1 1 0 0,0-1-1 0 0,-1 1 1 0 0,1-1-1 0 0,0 0 1 0 0,0 1 0 0 0,-1-1-1 0 0,1 1 1 0 0,0-1-1 0 0,-1 1 1 0 0,1-1-1 0 0,0 0 1 0 0,-1 1-1 0 0,1-1 1 0 0,-1 0-1 0 0,1 1 1 0 0,-1-1-1 0 0,1 0 1 0 0,-1 0-1 0 0,0 1-919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19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133 796 5056 0 0,'2'5'303'0'0,"6"11"14123"0"0,-4-11-12657 0 0,-3-3-618 0 0,0-1-1058 0 0,0 0 0 0 0,0-1 1 0 0,0 1-1 0 0,0-1 0 0 0,0 1 1 0 0,0-1-1 0 0,0 1 0 0 0,0-1 1 0 0,0 0-1 0 0,0 1 0 0 0,0-1 0 0 0,0 0 1 0 0,1 0-1 0 0,-1 0 0 0 0,0 0 1 0 0,1 0-1 0 0,14 0 280 0 0,-12 0 33 0 0,0-2-224 0 0,12-6 16 0 0,-16 8-186 0 0,1-1 0 0 0,-1 1 0 0 0,1 0 0 0 0,-1-1-1 0 0,1 1 1 0 0,-1 0 0 0 0,1-1 0 0 0,-1 1 0 0 0,0 0-1 0 0,1-1 1 0 0,-1 1 0 0 0,1-1 0 0 0,-1 1 0 0 0,0 0-1 0 0,1-1 1 0 0,-1 1 0 0 0,0-1 0 0 0,0 0 0 0 0,1 1-1 0 0,-1-1 1 0 0,0 1 0 0 0,0-1 0 0 0,0 1 0 0 0,0-1-1 0 0,0 1 1 0 0,0-2 0 0 0,0 1 33 0 0,2-3 27 0 0,-1-1-1 0 0,0-1 1 0 0,0 1 0 0 0,-1 0-1 0 0,0 0 1 0 0,0 0-1 0 0,0 0 1 0 0,0 0-1 0 0,-1-1 1 0 0,0 1-1 0 0,0 0 1 0 0,-3-9-1 0 0,-3-15 133 0 0,-25-73 310 0 0,-32-44 229 0 0,33 78-474 0 0,25 54-221 0 0,-44-106 539 0 0,45 104-612 0 0,0 0 0 0 0,2-1 0 0 0,-1 1 0 0 0,2-1 0 0 0,-1-23 0 0 0,3 34 17 0 0,0 0 1 0 0,0 0-1 0 0,1 0 1 0 0,0 0-1 0 0,0 0 1 0 0,1 1-1 0 0,0-1 1 0 0,0 0-1 0 0,0 1 1 0 0,0-1-1 0 0,1 1 1 0 0,0 0-1 0 0,0 0 1 0 0,0 0-1 0 0,1 0 1 0 0,7-7-1 0 0,-8 9 4 0 0,1 0 1 0 0,-1 0-1 0 0,1 1 0 0 0,0-1 1 0 0,0 1-1 0 0,0 0 0 0 0,0 0 1 0 0,1 0-1 0 0,-1 1 0 0 0,0 0 1 0 0,1-1-1 0 0,-1 2 0 0 0,1-1 1 0 0,0 0-1 0 0,-1 1 0 0 0,1 0 1 0 0,-1 0-1 0 0,1 0 0 0 0,0 1 1 0 0,8 1-1 0 0,-6 0 9 0 0,0 0 0 0 0,0 0 0 0 0,0 1 0 0 0,-1 0 0 0 0,1 0 0 0 0,-1 1 0 0 0,0 0 0 0 0,0 0 0 0 0,11 9 0 0 0,-9-5 19 0 0,-1 0 1 0 0,1 0 0 0 0,-1 1-1 0 0,-1 0 1 0 0,11 19 0 0 0,-8-9 44 0 0,-1 1 0 0 0,0 0 0 0 0,-1 1 0 0 0,-2-1 0 0 0,0 1 0 0 0,2 26 0 0 0,-5-32-53 0 0,-1 1 1 0 0,-1-1-1 0 0,0 0 1 0 0,-5 30 0 0 0,4-36-20 0 0,-1-1 1 0 0,-1 1 0 0 0,0-1 0 0 0,0 0 0 0 0,0 0 0 0 0,-1 0 0 0 0,0 0-1 0 0,-1 0 1 0 0,-9 12 0 0 0,11-17 26 0 0,0 0-1 0 0,0-1 1 0 0,0 1-1 0 0,0-1 1 0 0,0 1 0 0 0,-1-1-1 0 0,1 0 1 0 0,-1 0-1 0 0,1-1 1 0 0,-1 1 0 0 0,0-1-1 0 0,0 1 1 0 0,1-1-1 0 0,-1-1 1 0 0,0 1-1 0 0,0 0 1 0 0,0-1 0 0 0,0 0-1 0 0,0 0 1 0 0,-8-1-1 0 0,9 1 11 0 0,0-1 0 0 0,-1 0-1 0 0,1 0 1 0 0,0 0 0 0 0,0-1-1 0 0,0 1 1 0 0,-1-1-1 0 0,2 0 1 0 0,-6-3 0 0 0,5 3-13 0 0,2 1-28 0 0,0 1 0 0 0,0-1-1 0 0,0 0 1 0 0,1 1 0 0 0,-1-1-1 0 0,0 0 1 0 0,0 0-1 0 0,0 0 1 0 0,1 1 0 0 0,-1-1-1 0 0,1 0 1 0 0,-1 0 0 0 0,1 0-1 0 0,-1 0 1 0 0,1 0-1 0 0,-1-2 1 0 0,6-2-98 0 0,-1 2 73 0 0,-2 1 14 0 0,0 0 0 0 0,0 0 0 0 0,0 1 1 0 0,0-1-1 0 0,0 1 0 0 0,0 0 0 0 0,1-1 0 0 0,-1 1 0 0 0,0 0 0 0 0,1 0 0 0 0,-1 1 0 0 0,1-1 0 0 0,-1 0 0 0 0,1 1 0 0 0,-1 0 0 0 0,1-1 1 0 0,-1 1-1 0 0,1 0 0 0 0,2 1 0 0 0,23 2-107 0 0,0 1 0 0 0,38 11 0 0 0,55 23 50 0 0,52 27-193 0 0,196 102 0 0 0,-185-66-1622 0 0,-64-29-4689 0 0,-25-17-2219 0 0,-66-42 82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0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548 43 64 0 0,'0'0'11539'0'0,"1"-7"-9701"0"0,0-1-1394 0 0,3-20 2393 0 0,0 29-2413 0 0,12 0-49 0 0,-12-1-32 0 0,0 2-23 0 0,13 10-130 0 0,-1 1 0 0 0,0 0-1 0 0,-1 1 1 0 0,-1 1 0 0 0,0 0 0 0 0,-1 1-1 0 0,0 1 1 0 0,-2-1 0 0 0,0 2-1 0 0,-1 0 1 0 0,0 0 0 0 0,-2 1 0 0 0,0 0-1 0 0,10 38 1 0 0,-11-31-47 0 0,-1-2 103 0 0,7 45 0 0 0,-13-67-242 0 0,3 16 79 0 0,-2 0 0 0 0,0 0 1 0 0,-1 0-1 0 0,-5 36 0 0 0,0-33 50 0 0,0-1-1 0 0,-1 0 0 0 0,-1 0 1 0 0,-1 0-1 0 0,-1-1 0 0 0,-1 0 1 0 0,0-1-1 0 0,-1 0 0 0 0,-1 0 1 0 0,-22 23-1 0 0,5-9 19 0 0,-1-2 1 0 0,-44 33 0 0 0,56-49-151 0 0,0-2-1 0 0,-1 0 1 0 0,0-1 0 0 0,-1-1 0 0 0,0 0 0 0 0,-25 7 0 0 0,35-15-14 0 0,1 1 1 0 0,-1-1 0 0 0,0-1 0 0 0,1 0-1 0 0,-1 0 1 0 0,0-1 0 0 0,0-1 0 0 0,0 1-1 0 0,1-1 1 0 0,-1-1 0 0 0,-13-3 0 0 0,11 1 9 0 0,1-1 0 0 0,-1 0 0 0 0,1 0-1 0 0,0-1 1 0 0,0-1 0 0 0,1 1 0 0 0,-1-2 0 0 0,-10-9 0 0 0,7 3 72 0 0,0-1 1 0 0,1 0-1 0 0,0-1 0 0 0,1 0 0 0 0,1-1 0 0 0,1 0 1 0 0,0-1-1 0 0,1 0 0 0 0,1-1 0 0 0,-11-36 0 0 0,13 28 45 0 0,1-1 0 0 0,1 0 0 0 0,1 0 0 0 0,1 0 1 0 0,2-1-1 0 0,1 1 0 0 0,1 0 0 0 0,2 0 0 0 0,0 0 0 0 0,2 0 0 0 0,1 1 0 0 0,1 0 0 0 0,2 0 0 0 0,0 1 0 0 0,23-40 0 0 0,-25 52-122 0 0,2 0 0 0 0,0 1 0 0 0,0 0 0 0 0,1 1 0 0 0,0 0 0 0 0,1 1 0 0 0,25-18 0 0 0,-27 21-56 0 0,1 2 0 0 0,0 0 0 0 0,0 0 0 0 0,0 1 0 0 0,1 0 0 0 0,0 1-1 0 0,0 0 1 0 0,0 1 0 0 0,0 0 0 0 0,25-1 0 0 0,-18 4-286 0 0,1 0 0 0 0,0 2 0 0 0,0 0 0 0 0,-1 2 0 0 0,36 10 0 0 0,91 42-7089 0 0,-60-20 1825 0 0,-16-10-2117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1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 4736 0 0,'0'0'12434'0'0,"-1"8"-11256"0"0,-3 23-180 0 0,4-29-872 0 0,0 0 0 0 0,0 0 0 0 0,1 0 0 0 0,-1 0 0 0 0,0 1-1 0 0,1-1 1 0 0,-1 0 0 0 0,1 0 0 0 0,0 0 0 0 0,-1 0 0 0 0,1 0 0 0 0,0 0 0 0 0,0 0 0 0 0,1 0 0 0 0,-1-1 0 0 0,0 1 0 0 0,1 0 0 0 0,-1-1 0 0 0,1 1 0 0 0,-1-1 0 0 0,3 2 0 0 0,2 4 129 0 0,29 28 294 0 0,1 0 0 0 0,45 31 0 0 0,-12-10-146 0 0,21 24 466 0 0,-70-60-414 0 0,-2 0 1 0 0,25 34 0 0 0,-35-43-298 0 0,-1 0-1 0 0,0 1 1 0 0,-1 0 0 0 0,-1 0 0 0 0,0 1 0 0 0,6 23-1 0 0,-9-26-149 0 0,0 0-1 0 0,-1 0 1 0 0,-1 0-1 0 0,1 0 0 0 0,-2 1 1 0 0,1-1-1 0 0,-1 0 1 0 0,-1 0-1 0 0,0 0 0 0 0,-4 11 1 0 0,4-12-12 0 0,-1 0 1 0 0,-1-1-1 0 0,0 1 0 0 0,0-1 0 0 0,0 0 1 0 0,-1 0-1 0 0,-1 0 0 0 0,1-1 1 0 0,-1 1-1 0 0,0-1 0 0 0,-1-1 1 0 0,0 1-1 0 0,0-1 0 0 0,0-1 1 0 0,0 1-1 0 0,-1-1 0 0 0,0 0 1 0 0,0-1-1 0 0,-1 0 0 0 0,1 0 1 0 0,-1-1-1 0 0,0 0 0 0 0,0 0 1 0 0,0-1-1 0 0,0-1 0 0 0,0 1 1 0 0,-1-1-1 0 0,1-1 0 0 0,0 0 1 0 0,-17-1-1 0 0,7-3-8 0 0,0 0 0 0 0,1-1 0 0 0,0 0 0 0 0,0-2-1 0 0,-26-13 1 0 0,16 5-8 0 0,1-1 0 0 0,-39-29 0 0 0,50 31 58 0 0,1 0 0 0 0,0-1 0 0 0,1-1 0 0 0,0 0 0 0 0,1-1 0 0 0,1-1 1 0 0,1 1-1 0 0,0-2 0 0 0,2 0 0 0 0,0 0 0 0 0,1 0 0 0 0,0-1 0 0 0,-6-35 1 0 0,9 36 6 0 0,2 0 0 0 0,1 0 0 0 0,0-1 1 0 0,1 1-1 0 0,1-1 0 0 0,1 1 1 0 0,1-1-1 0 0,1 1 0 0 0,0 0 0 0 0,1 0 1 0 0,1 0-1 0 0,1 0 0 0 0,1 1 1 0 0,16-32-1 0 0,-17 41-182 0 0,0 0 1 0 0,0 0-1 0 0,1 0 1 0 0,0 1-1 0 0,0 0 1 0 0,1 1-1 0 0,0-1 1 0 0,0 1-1 0 0,13-8 1 0 0,-13 11-743 0 0,1-1 1 0 0,-1 1 0 0 0,1 1-1 0 0,-1 0 1 0 0,1 0 0 0 0,0 0-1 0 0,9-1 1 0 0,5 2-3547 0 0,39-1 1 0 0,-16 4-4385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1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 3304 0 0,'50'14'9123'0'0,"-5"5"-4578"0"0,-27-9-3759 0 0,-1 0 1 0 0,0 2-1 0 0,0 0 1 0 0,-1 1-1 0 0,19 20 1 0 0,12 16-113 0 0,-2 2 0 0 0,-3 1 0 0 0,-2 3 0 0 0,-2 1 0 0 0,-3 2 1 0 0,41 93-1 0 0,-41-59-276 0 0,-30-79-310 0 0,-2 2 0 0 0,0-1 0 0 0,-1 0 0 0 0,1 26 0 0 0,-3-35-73 0 0,0 0 0 0 0,0 0 0 0 0,-1-1 0 0 0,0 1 0 0 0,0 0 0 0 0,0-1 0 0 0,0 1 0 0 0,-1-1 0 0 0,0 1 0 0 0,0-1 0 0 0,0 0 0 0 0,0 1 0 0 0,-1-1-1 0 0,0 0 1 0 0,1-1 0 0 0,-1 1 0 0 0,-1 0 0 0 0,1-1 0 0 0,-1 0 0 0 0,1 0 0 0 0,-1 0 0 0 0,0 0 0 0 0,0 0 0 0 0,0-1 0 0 0,0 0 0 0 0,-1 0-1 0 0,1 0 1 0 0,0 0 0 0 0,-1-1 0 0 0,0 0 0 0 0,1 1 0 0 0,-1-2 0 0 0,0 1 0 0 0,1-1 0 0 0,-1 1 0 0 0,0-1 0 0 0,0 0 0 0 0,-8-2 0 0 0,-8-2 5 0 0,0 0 0 0 0,0-2 1 0 0,1 0-1 0 0,0-1 0 0 0,-27-14 1 0 0,-92-58-50 0 0,83 44 62 0 0,-99-84 0 0 0,121 89 20 0 0,2-2 0 0 0,2-1-1 0 0,-47-65 1 0 0,67 83-21 0 0,1 1 0 0 0,0-2-1 0 0,1 1 1 0 0,1-2 0 0 0,0 1-1 0 0,1 0 1 0 0,-7-33 0 0 0,12 46-58 0 0,1-1 1 0 0,0 1-1 0 0,-1 0 1 0 0,1 0 0 0 0,0-1-1 0 0,1 1 1 0 0,-1 0-1 0 0,1 0 1 0 0,-1 0 0 0 0,1 0-1 0 0,0 0 1 0 0,0-1-1 0 0,0 1 1 0 0,0 1 0 0 0,1-1-1 0 0,-1 0 1 0 0,1 0-1 0 0,3-3 1 0 0,-3 3-29 0 0,1 0 1 0 0,0 1 0 0 0,0 0-1 0 0,0 0 1 0 0,0 0-1 0 0,0 0 1 0 0,0 0 0 0 0,1 0-1 0 0,-1 1 1 0 0,0 0-1 0 0,1-1 1 0 0,-1 1-1 0 0,1 1 1 0 0,0-1 0 0 0,4 0-1 0 0,10 0-923 0 0,0 2-1 0 0,0 0 1 0 0,-1 0 0 0 0,1 2 0 0 0,34 9-1 0 0,-25-5-833 0 0,128 30-6707 0 0,-75-15 354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1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1 1832 0 0,'102'68'12544'0'0,"-11"11"-7918"0"0,-47-33-3064 0 0,69 93 0 0 0,118 215 686 0 0,-102-149-1713 0 0,-103-165-462 0 0,73 119 695 0 0,-82-128-447 0 0,-2 0 0 0 0,0 1-1 0 0,12 45 1 0 0,-25-68-236 0 0,0 1 0 0 0,0 0 0 0 0,0 0 1 0 0,-1 0-1 0 0,-1 0 0 0 0,0 0 0 0 0,0 0 0 0 0,-1 0 0 0 0,0 0 0 0 0,-1 0 0 0 0,0 0 0 0 0,0-1 1 0 0,-7 16-1 0 0,6-18-55 0 0,0-1 1 0 0,-1 1-1 0 0,0-1 0 0 0,0 1 1 0 0,0-1-1 0 0,-1-1 1 0 0,0 1-1 0 0,0-1 0 0 0,-1 0 1 0 0,0 0-1 0 0,0 0 1 0 0,0-1-1 0 0,0 0 1 0 0,0 0-1 0 0,-1 0 0 0 0,0-1 1 0 0,0 0-1 0 0,-11 3 1 0 0,7-3-30 0 0,1-1 0 0 0,-1-1 0 0 0,0 0 0 0 0,0 0 0 0 0,0-1 0 0 0,1 0 0 0 0,-1-1 0 0 0,-19-3 0 0 0,7-1-2 0 0,1-2-1 0 0,0 0 1 0 0,-22-10 0 0 0,5-1 17 0 0,1-3 0 0 0,1-1 0 0 0,1-1 0 0 0,0-3 1 0 0,2 0-1 0 0,-48-50 0 0 0,3-6-53 0 0,-129-177 0 0 0,171 204 115 0 0,3-2 0 0 0,1-1 0 0 0,4-2 0 0 0,2-1 0 0 0,3-1 0 0 0,-26-103 0 0 0,45 144-47 0 0,1-1-1 0 0,1 0 1 0 0,1 0 0 0 0,1 0-1 0 0,1 0 1 0 0,0 0 0 0 0,7-34 0 0 0,-5 47-51 0 0,0 0 0 0 0,1 1 0 0 0,0-1 0 0 0,0 1 0 0 0,1 0 0 0 0,0 0 0 0 0,0 1 0 0 0,1-1 0 0 0,7-9 0 0 0,-7 12-44 0 0,0 0 0 0 0,0 0-1 0 0,0 1 1 0 0,1 0-1 0 0,-1 0 1 0 0,1 0-1 0 0,0 1 1 0 0,0-1 0 0 0,1 1-1 0 0,-1 1 1 0 0,1-1-1 0 0,-1 1 1 0 0,10-2 0 0 0,-1 2-479 0 0,1 0 0 0 0,-1 1 1 0 0,1 1-1 0 0,0 0 0 0 0,30 4 0 0 0,79 23-6282 0 0,-79-15 4816 0 0,49 10-2604 0 0,-2 0-4460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2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43 1320 0 0,'-2'-1'7321'0'0,"-8"-6"362"0"0,10 4-5667 0 0,0-7-404 0 0,0 7 501 0 0,5 0-1435 0 0,13-9-229 0 0,-18 11-437 0 0,1 1 0 0 0,-1 0-1 0 0,0-1 1 0 0,1 1 0 0 0,-1 0-1 0 0,1 0 1 0 0,-1-1 0 0 0,1 1-1 0 0,-1 0 1 0 0,0 0 0 0 0,1 0 0 0 0,-1 0-1 0 0,1 0 1 0 0,-1-1 0 0 0,1 1-1 0 0,-1 0 1 0 0,1 0 0 0 0,-1 0-1 0 0,1 0 1 0 0,20 1 50 0 0,-1 1 0 0 0,0 1 0 0 0,0 0 0 0 0,0 2 0 0 0,-1 0 1 0 0,1 1-1 0 0,-1 1 0 0 0,0 1 0 0 0,-1 1 0 0 0,0 0 0 0 0,-1 1 0 0 0,1 1 0 0 0,26 23 0 0 0,-22-15 166 0 0,0 2 0 0 0,-2 0-1 0 0,0 1 1 0 0,-2 1 0 0 0,0 0 0 0 0,-1 2 0 0 0,-2 0-1 0 0,24 53 1 0 0,-28-52-81 0 0,0 1-1 0 0,-3 1 0 0 0,0 0 1 0 0,-1 0-1 0 0,-2 0 1 0 0,-1 1-1 0 0,-1 0 1 0 0,-2 49-1 0 0,-2-63-275 0 0,-1 0 1 0 0,0 0-1 0 0,-1 0 0 0 0,-1 0 0 0 0,0 0 0 0 0,-1 0 0 0 0,-13 25 1 0 0,16-36 72 0 0,-1 1 1 0 0,1-1-1 0 0,-1 0 1 0 0,0 0-1 0 0,0-1 1 0 0,0 1 0 0 0,-1-1-1 0 0,1 1 1 0 0,-1-1-1 0 0,0 0 1 0 0,0 0-1 0 0,0-1 1 0 0,0 1 0 0 0,0-1-1 0 0,-1 0 1 0 0,1 0-1 0 0,-1 0 1 0 0,0-1-1 0 0,1 1 1 0 0,-1-1-1 0 0,0 0 1 0 0,0-1 0 0 0,0 1-1 0 0,1-1 1 0 0,-1 0-1 0 0,0 0 1 0 0,0 0-1 0 0,-9-3 1 0 0,0 0 47 0 0,1-1 1 0 0,1-1-1 0 0,-1 0 0 0 0,1 0 0 0 0,-1-2 1 0 0,1 1-1 0 0,1-2 0 0 0,0 1 0 0 0,0-1 1 0 0,-16-16-1 0 0,6 3 139 0 0,1-1 0 0 0,1-1 0 0 0,-30-46 0 0 0,25 26 100 0 0,2 0 0 0 0,2-1 0 0 0,2-1 0 0 0,1-1 0 0 0,3 0 0 0 0,-9-53 0 0 0,20 86-146 0 0,1 0-1 0 0,0-1 1 0 0,1 0-1 0 0,1 1 1 0 0,0-1 0 0 0,0 0-1 0 0,6-25 1 0 0,-5 33-92 0 0,1 1 1 0 0,0-1-1 0 0,0 0 0 0 0,0 1 1 0 0,1-1-1 0 0,0 1 1 0 0,0 0-1 0 0,0 0 0 0 0,1 0 1 0 0,-1 0-1 0 0,1 1 1 0 0,0 0-1 0 0,1-1 0 0 0,-1 1 1 0 0,1 1-1 0 0,0-1 1 0 0,0 1-1 0 0,0 0 0 0 0,10-5 1 0 0,-4 4-155 0 0,0 0 1 0 0,0 1-1 0 0,0 1 0 0 0,0-1 1 0 0,0 2-1 0 0,0 0 1 0 0,1 0-1 0 0,14 2 0 0 0,6 1-1703 0 0,53 12 0 0 0,109 35-7237 0 0,-133-33 5878 0 0,28 8-4145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3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36 4496 0 0,'24'4'3941'0'0,"0"1"-1"0"0,24 9 1 0 0,-30-7-2745 0 0,-1 0 1 0 0,0 1 0 0 0,18 11 0 0 0,-22-11-910 0 0,-1 1 0 0 0,0 0 0 0 0,-1 0 0 0 0,0 1 0 0 0,0 1-1 0 0,-1 0 1 0 0,0 1 0 0 0,-1-1 0 0 0,-1 2 0 0 0,0-1 0 0 0,7 16 0 0 0,-8-13-71 0 0,0 2-1 0 0,-1-1 1 0 0,-1 0 0 0 0,0 1 0 0 0,-2 0 0 0 0,0 0 0 0 0,1 29 0 0 0,-3-23-33 0 0,-2-1 1 0 0,-1 0-1 0 0,-1 0 0 0 0,-1 0 1 0 0,-10 33-1 0 0,11-45-162 0 0,0 1 1 0 0,-2-1-1 0 0,1 0 0 0 0,-1 0 1 0 0,-1 0-1 0 0,1-1 0 0 0,-2 1 0 0 0,1-1 1 0 0,-1-1-1 0 0,-1 0 0 0 0,0 0 0 0 0,0 0 1 0 0,0-1-1 0 0,-1 0 0 0 0,0 0 1 0 0,0-1-1 0 0,-1-1 0 0 0,1 1 0 0 0,-2-2 1 0 0,1 1-1 0 0,0-1 0 0 0,-1-1 1 0 0,1 0-1 0 0,-1 0 0 0 0,0-1 0 0 0,0 0 1 0 0,0-1-1 0 0,0-1 0 0 0,0 0 0 0 0,-1 0 1 0 0,1-1-1 0 0,0 0 0 0 0,-17-5 1 0 0,6 0-39 0 0,2-2 0 0 0,-1 0 1 0 0,1-1-1 0 0,1-2 0 0 0,-1 0 1 0 0,2 0-1 0 0,-22-18 0 0 0,11 4 18 0 0,1-1 0 0 0,1 0 0 0 0,-31-42 0 0 0,40 46-17 0 0,1-1 0 0 0,2-1 0 0 0,0 0 0 0 0,2-1 0 0 0,1-1 0 0 0,0 0 0 0 0,-9-34 0 0 0,19 49-12 0 0,-1-1 0 0 0,2 1 0 0 0,-1 0 0 0 0,1-1-1 0 0,1 1 1 0 0,0-1 0 0 0,1 1 0 0 0,0-1 0 0 0,1 1 0 0 0,5-18 0 0 0,-5 21 18 0 0,1 1 0 0 0,0 0 1 0 0,0 0-1 0 0,0 0 0 0 0,1 0 1 0 0,0 0-1 0 0,1 1 0 0 0,-1 0 1 0 0,1 0-1 0 0,0 0 0 0 0,1 1 1 0 0,-1-1-1 0 0,1 1 0 0 0,0 0 1 0 0,1 1-1 0 0,11-7 0 0 0,-7 6-75 0 0,0 1-1 0 0,1 0 0 0 0,-1 0 1 0 0,1 1-1 0 0,0 1 0 0 0,0 0 1 0 0,0 1-1 0 0,25 0 1 0 0,-5 2-402 0 0,0 2 1 0 0,39 9 0 0 0,23 12-5559 0 0,131 50-1 0 0,-175-56 3665 0 0,38 13-5525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4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49 5505 0 0,'0'0'8242'0'0,"4"1"-6595"0"0,13 6-725 0 0,-13-5-498 0 0,3 3-6397 0 0,-2-3 3997 0 0,11 8-266 0 0,1-4 9100 0 0,-1-3-4239 0 0,-11-3-2158 0 0,6 3 474 0 0,-1 0 0 0 0,-1 1 1 0 0,1 0-1 0 0,0 0 0 0 0,15 11 1 0 0,-17-9-597 0 0,0 0 0 0 0,0 0 1 0 0,0 1-1 0 0,-1 0 0 0 0,9 12 0 0 0,-8-8-251 0 0,-1 1-1 0 0,0-1 0 0 0,0 1 1 0 0,-1 1-1 0 0,-1-1 0 0 0,0 1 1 0 0,-1 0-1 0 0,-1 0 0 0 0,3 17 1 0 0,0 8 96 0 0,-1 0 1 0 0,-2 56 0 0 0,-4-69-114 0 0,-1 0 0 0 0,-1 0 0 0 0,-1 0 0 0 0,-13 43 0 0 0,14-62-45 0 0,1 1 0 0 0,-1-1 0 0 0,0 0 0 0 0,0 0 0 0 0,-1 0 0 0 0,1 0 0 0 0,-2-1 0 0 0,1 1 0 0 0,-7 6 0 0 0,5-10 74 0 0,4-1-90 0 0,0-1 0 0 0,-1 0-1 0 0,1 1 1 0 0,0-1 0 0 0,-1 0 0 0 0,1-1-1 0 0,-4 1 1 0 0,-2-3 10 0 0,-1 0 0 0 0,1 0 0 0 0,0-1 1 0 0,0 0-1 0 0,0-1 0 0 0,1 1 0 0 0,-1-2 0 0 0,1 1 0 0 0,1-1 0 0 0,-9-7 0 0 0,-63-74 5 0 0,71 79-19 0 0,-27-34 1 0 0,1-2-1 0 0,-28-53 1 0 0,44 66 62 0 0,1 0 0 0 0,2-1-1 0 0,2 0 1 0 0,-13-49 0 0 0,22 69-11 0 0,1 0 0 0 0,0 0-1 0 0,1-1 1 0 0,0 1 0 0 0,2-22 0 0 0,-1 31-77 0 0,0-1 1 0 0,1 1 0 0 0,-1-1-1 0 0,1 1 1 0 0,0 0 0 0 0,0-1-1 0 0,0 1 1 0 0,0 0-1 0 0,1 0 1 0 0,-1 0 0 0 0,1 0-1 0 0,0 0 1 0 0,0 0 0 0 0,0 0-1 0 0,0 0 1 0 0,0 1 0 0 0,1-1-1 0 0,-1 1 1 0 0,1 0 0 0 0,0 0-1 0 0,0 0 1 0 0,-1 0 0 0 0,1 0-1 0 0,0 1 1 0 0,5-3-1 0 0,0 2-112 0 0,0 1-1 0 0,0-1 1 0 0,0 1 0 0 0,0 1-1 0 0,-1 0 1 0 0,1 0-1 0 0,0 0 1 0 0,0 1-1 0 0,13 3 1 0 0,9 3-652 0 0,32 14 0 0 0,-50-17 531 0 0,290 123-13820 0 0,-230-94 7196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4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6529 0 0,'6'2'6294'0'0,"-2"0"-5710"0"0,1 0 1 0 0,0 0-1 0 0,0 1 1 0 0,-1 0-1 0 0,0 0 1 0 0,1 0-1 0 0,-1 1 1 0 0,0-1 0 0 0,-1 1-1 0 0,1 0 1 0 0,-1 0-1 0 0,6 9 1 0 0,0 4 224 0 0,0 0-1 0 0,-2 1 1 0 0,9 28 0 0 0,10 59 543 0 0,0 21-572 0 0,49 199 283 0 0,47 40-434 0 0,-112-340-653 0 0,38 117-1396 0 0,-47-136 920 0 0,1-1 0 0 0,-1 1 0 0 0,0 0 0 0 0,-1-1 1 0 0,0 1-1 0 0,0 8 0 0 0,0-12-96 0 0,0 0 1 0 0,-1 1 0 0 0,1-1-1 0 0,-1 0 1 0 0,0 0 0 0 0,0 0-1 0 0,1 0 1 0 0,-1 0 0 0 0,-1 0-1 0 0,1 0 1 0 0,0 0 0 0 0,0 0-1 0 0,-1 0 1 0 0,1 0 0 0 0,-1-1-1 0 0,1 1 1 0 0,-1-1 0 0 0,0 1-1 0 0,-2 1 1 0 0,-9 4-7276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5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 3136 0 0,'0'0'12045'0'0,"6"4"-9515"0"0,13 10-397 0 0,22 21 0 0 0,16 24-1144 0 0,-30-25-872 0 0,43 68 0 0 0,-65-93-18 0 0,54 96 1136 0 0,-52-90-909 0 0,-1 1 1 0 0,0-1-1 0 0,-1 1 0 0 0,5 33 1 0 0,-9-44-266 0 0,0 0 0 0 0,-1 0 0 0 0,0-1 0 0 0,0 1 0 0 0,-1 0 0 0 0,0 0 0 0 0,1 0 0 0 0,-4 9 0 0 0,3-9-6 0 0,-1 1-26 0 0,0-1-1 0 0,1 1 0 0 0,-2-1 0 0 0,1 1 0 0 0,-1-1 0 0 0,0 0 0 0 0,0 0 0 0 0,-7 8 0 0 0,8-10-27 0 0,0-1 0 0 0,-1 1-1 0 0,1-1 1 0 0,-1 0-1 0 0,0 0 1 0 0,0 0 0 0 0,0-1-1 0 0,0 1 1 0 0,0-1-1 0 0,0 1 1 0 0,0-1 0 0 0,0 0-1 0 0,0 0 1 0 0,-1-1 0 0 0,-5 2-1 0 0,-1-4-89 0 0,-8-3 55 0 0,1-1 0 0 0,0 0 0 0 0,0-2 0 0 0,0 0 0 0 0,1 0 0 0 0,1-2 0 0 0,-1 0 0 0 0,2-1 0 0 0,-15-13 0 0 0,0-2 5 0 0,1-2 0 0 0,1-1 0 0 0,-30-42 0 0 0,41 49 29 0 0,-25-47 0 0 0,36 58-3 0 0,0-1 0 0 0,0 0 0 0 0,1 0 0 0 0,1 0 0 0 0,0 0-1 0 0,-2-17 1 0 0,5 24 7 0 0,-1 0 0 0 0,1-1 0 0 0,0 1 0 0 0,1 0 0 0 0,-1 0 0 0 0,1 0 0 0 0,0 0 0 0 0,1 0 0 0 0,-1 0 0 0 0,1 0 0 0 0,0 1 0 0 0,0-1-1 0 0,4-6 1 0 0,-2 6 8 0 0,-1 0-1 0 0,2 0 0 0 0,-1 0 0 0 0,1 0 0 0 0,-1 1 1 0 0,1 0-1 0 0,0 0 0 0 0,1 0 0 0 0,8-4 0 0 0,0 1-114 0 0,1 1 0 0 0,1 0 0 0 0,-1 1 0 0 0,1 1 1 0 0,0 0-1 0 0,0 1 0 0 0,25-1 0 0 0,5 2-1042 0 0,0 3 1 0 0,49 5 0 0 0,88 22-6502 0 0,-88-13 2893 0 0,-14-4-2465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6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3904 0 0,'41'-4'9062'0'0,"0"3"-4086"0"0,-25 1-4254 0 0,1 0 1 0 0,-1 2-1 0 0,1 0 1 0 0,-1 1-1 0 0,21 6 1 0 0,-10 1-468 0 0,0 1 0 0 0,-1 1 0 0 0,47 29 0 0 0,68 59 77 0 0,-136-95-312 0 0,49 36 327 0 0,62 63 0 0 0,-93-81-41 0 0,-1 2-1 0 0,-1 0 1 0 0,-2 1-1 0 0,31 54 0 0 0,-46-72-190 0 0,0 1-1 0 0,0 0 0 0 0,-1 0 1 0 0,0 1-1 0 0,0-1 0 0 0,-1 1 1 0 0,0-1-1 0 0,-1 1 1 0 0,0 0-1 0 0,-1 14 0 0 0,0-18-74 0 0,-1 0 0 0 0,0-1 0 0 0,0 1 1 0 0,-1 0-1 0 0,1-1 0 0 0,-1 1 0 0 0,-1-1 0 0 0,1 0 0 0 0,-1 0 0 0 0,1 0 0 0 0,-1 0 0 0 0,-1 0 0 0 0,1 0 0 0 0,-1-1 1 0 0,0 1-1 0 0,0-1 0 0 0,0 0 0 0 0,-10 6 0 0 0,6-5-31 0 0,-1 0 0 0 0,0 0 0 0 0,0-1-1 0 0,0 0 1 0 0,-1-1 0 0 0,1 0 0 0 0,-1-1 0 0 0,0 0 0 0 0,0 0 0 0 0,0-1 0 0 0,0 0 0 0 0,0-1-1 0 0,0 0 1 0 0,0 0 0 0 0,0-1 0 0 0,-9-3 0 0 0,-4-1-96 0 0,0 0 1 0 0,1-2-1 0 0,0-1 0 0 0,0 0 1 0 0,-37-22-1 0 0,17 5 2 0 0,0-2-1 0 0,-49-41 1 0 0,65 45 5 0 0,1-1 1 0 0,1 0-1 0 0,1-2 1 0 0,-21-31-1 0 0,37 48 24 0 0,1 0-1 0 0,1-1 1 0 0,0 0 0 0 0,0 0 0 0 0,1 0-1 0 0,0 0 1 0 0,1-1 0 0 0,0 0-1 0 0,1 0 1 0 0,-2-20 0 0 0,4 25-21 0 0,0 0 1 0 0,0 0 0 0 0,1 0 0 0 0,-1 0 0 0 0,2 0 0 0 0,-1 0-1 0 0,1 0 1 0 0,0 1 0 0 0,0-1 0 0 0,0 0 0 0 0,1 1-1 0 0,0 0 1 0 0,0-1 0 0 0,0 1 0 0 0,1 0 0 0 0,0 1 0 0 0,-1-1-1 0 0,2 1 1 0 0,-1 0 0 0 0,1 0 0 0 0,6-5 0 0 0,-1 2-770 0 0,1 1 0 0 0,-1 1 0 0 0,2-1 0 0 0,-1 2 0 0 0,1-1 0 0 0,-1 2 0 0 0,18-4 0 0 0,7 1-2847 0 0,45-3 0 0 0,1 5-3965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6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80 0 0,'0'0'20767'0'0,"4"12"-19769"0"0,60 170 1307 0 0,72 199-149 0 0,-59-184-3220 0 0,-72-182 95 0 0,7 19-3342 0 0,2-5-4995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6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 5721 0 0,'3'0'5022'0'0,"1"0"-3757"0"0,0-1 0 0 0,0 1 1 0 0,1 1-1 0 0,-1-1 0 0 0,5 1 0 0 0,19 9 1574 0 0,-15-4-2328 0 0,-1 1-1 0 0,19 14 1 0 0,-13-6-217 0 0,-1 0 0 0 0,0 1 0 0 0,-1 0 0 0 0,-1 2 0 0 0,18 25 0 0 0,53 100 779 0 0,-67-105-842 0 0,-1 0 0 0 0,-3 1 0 0 0,-1 1 0 0 0,-2 1 0 0 0,-2 0 0 0 0,-1 0 0 0 0,-2 1 0 0 0,1 42 0 0 0,-8-73-233 0 0,0 0-1 0 0,0 0 1 0 0,-1 0-1 0 0,-1 0 1 0 0,0 0-1 0 0,0 0 1 0 0,-8 19-1 0 0,9-27-3 0 0,0-1 0 0 0,0 1-1 0 0,-1 0 1 0 0,1 0 0 0 0,-1 0-1 0 0,0-1 1 0 0,1 1 0 0 0,-1-1 0 0 0,-1 0-1 0 0,1 1 1 0 0,0-1 0 0 0,0 0-1 0 0,-1 0 1 0 0,1-1 0 0 0,-1 1 0 0 0,0 0-1 0 0,0-1 1 0 0,1 1 0 0 0,-1-1-1 0 0,0 0 1 0 0,0 0 0 0 0,0 0-1 0 0,0-1 1 0 0,0 1 0 0 0,0-1 0 0 0,-1 1-1 0 0,1-1 1 0 0,0 0 0 0 0,0 0-1 0 0,0-1 1 0 0,-5 0 0 0 0,-5-2-2 0 0,0-1 0 0 0,1 0 1 0 0,0-1-1 0 0,0 0 0 0 0,0-1 0 0 0,-19-12 1 0 0,4-1-10 0 0,-35-31 1 0 0,34 25 210 0 0,2-1 0 0 0,1-1 0 0 0,2-1-1 0 0,0-1 1 0 0,-30-53 0 0 0,39 57-42 0 0,2-1 0 0 0,0-1-1 0 0,2 0 1 0 0,1 0 0 0 0,1-1 0 0 0,1 0 0 0 0,-5-47 0 0 0,12 68-170 0 0,-1-1 0 0 0,2 1 1 0 0,-1-1-1 0 0,1 1 1 0 0,0-1-1 0 0,0 1 0 0 0,1 0 1 0 0,5-13-1 0 0,-6 15-209 0 0,1 1-1 0 0,0 0 0 0 0,1 0 1 0 0,-1 0-1 0 0,1 0 1 0 0,-1 1-1 0 0,1-1 1 0 0,0 1-1 0 0,0-1 1 0 0,1 1-1 0 0,-1 0 1 0 0,1 0-1 0 0,0 0 1 0 0,-1 1-1 0 0,7-3 1 0 0,3-1-2575 0 0,0 2-1 0 0,1 0 1 0 0,0 0 0 0 0,22-2 0 0 0,7 0-6319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7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3408 0 0,'0'0'11271'0'0,"7"0"-8888"0"0,51 11 1511 0 0,-37-5-3362 0 0,-1 2 0 0 0,0 0 0 0 0,23 15 0 0 0,53 36 51 0 0,-80-48-440 0 0,17 11 247 0 0,-1 2 0 0 0,-1 1 0 0 0,48 50 0 0 0,-61-55-179 0 0,-1 1 0 0 0,-1 1 1 0 0,-1 0-1 0 0,-1 1 0 0 0,-1 0 0 0 0,15 38 0 0 0,-17-35-248 0 0,-2 2-1 0 0,6 29 1 0 0,-13-44 43 0 0,0 0-1 0 0,-1 0 1 0 0,0 0-1 0 0,-1 0 1 0 0,-1 0-1 0 0,-3 24 0 0 0,3-33-50 0 0,0 0 0 0 0,0 0-1 0 0,0 0 1 0 0,0 0-1 0 0,0 0 1 0 0,-1 0 0 0 0,0 0-1 0 0,0-1 1 0 0,0 1-1 0 0,0-1 1 0 0,0 0-1 0 0,-1 1 1 0 0,0-1 0 0 0,1 0-1 0 0,-1 0 1 0 0,0-1-1 0 0,-1 1 1 0 0,1-1-1 0 0,0 1 1 0 0,-1-1 0 0 0,1 0-1 0 0,-1 0 1 0 0,0-1-1 0 0,1 1 1 0 0,-1-1 0 0 0,0 1-1 0 0,0-1 1 0 0,0-1-1 0 0,0 1 1 0 0,0 0-1 0 0,-8-1 1 0 0,-1-1-106 0 0,0-1 0 0 0,0 0 1 0 0,1-1-1 0 0,-1 0 0 0 0,1-1 0 0 0,0-1 1 0 0,0 0-1 0 0,0 0 0 0 0,-11-8 0 0 0,-6-5-184 0 0,1-1 1 0 0,-34-31-1 0 0,37 27 342 0 0,1 0-1 0 0,1-2 1 0 0,-27-37 0 0 0,35 42 82 0 0,2-1 1 0 0,1-1-1 0 0,0 0 1 0 0,2 0-1 0 0,-12-33 1 0 0,20 47-77 0 0,0 0 0 0 0,0 0 1 0 0,1 0-1 0 0,-1 0 0 0 0,2 0 1 0 0,-1 0-1 0 0,2-14 0 0 0,0 18-202 0 0,-1-1-1 0 0,1 1 0 0 0,1 0 0 0 0,-1-1 0 0 0,1 1 0 0 0,2-6 1 0 0,-1 6-470 0 0,-1 0 0 0 0,1 0 1 0 0,0 0-1 0 0,0 1 0 0 0,0-1 1 0 0,7-5-1 0 0,0 2-1316 0 0,0-1 0 0 0,1 1 0 0 0,17-8 0 0 0,9-1-4905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8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 2216 0 0,'11'4'3475'0'0,"0"2"0"0"0,15 9 0 0 0,-15-7-1489 0 0,0 0-1 0 0,9 9 0 0 0,-8-4-1075 0 0,0 0-1 0 0,0 1 0 0 0,-1 0 0 0 0,9 17 1 0 0,-3 0-670 0 0,-2 0-1 0 0,0 1 1 0 0,-3 1 0 0 0,11 41 0 0 0,-10-24 88 0 0,-2 1-1 0 0,-3 0 1 0 0,-1 1 0 0 0,-3 0-1 0 0,-4 85 1 0 0,-2-120-202 0 0,0 0-1 0 0,0-1 1 0 0,-6 20 0 0 0,6-31-108 0 0,0 0 1 0 0,0 0 0 0 0,0 1 0 0 0,-1-1 0 0 0,1-1 0 0 0,-1 1 0 0 0,0 0 0 0 0,-1-1 0 0 0,1 1-1 0 0,-1-1 1 0 0,0 0 0 0 0,-6 5 0 0 0,3-7 22 0 0,0-3-45 0 0,0 0 1 0 0,0 0-1 0 0,0-1 1 0 0,0 0 0 0 0,0 0-1 0 0,1-1 1 0 0,-1 0-1 0 0,1 0 1 0 0,0-1-1 0 0,0 1 1 0 0,0-1-1 0 0,0 0 1 0 0,1-1-1 0 0,-8-6 1 0 0,-8-10-5 0 0,1-1-1 0 0,-20-27 1 0 0,17 18 133 0 0,2-1-1 0 0,1 0 1 0 0,1-2 0 0 0,2-1 0 0 0,1 0-1 0 0,2 0 1 0 0,1-2 0 0 0,-14-69-1 0 0,25 90-89 0 0,0 1-1 0 0,0 0 0 0 0,2-1 0 0 0,0 1 1 0 0,2-18-1 0 0,-1 27-123 0 0,0 1 0 0 0,0-1-1 0 0,1 1 1 0 0,-1-1 0 0 0,1 1 0 0 0,0 0 0 0 0,1 0 0 0 0,-1 0 0 0 0,1 0 0 0 0,0 0 0 0 0,0 1 0 0 0,1-1 0 0 0,-1 1-1 0 0,1 0 1 0 0,0 0 0 0 0,0 0 0 0 0,6-4 0 0 0,-3 4-749 0 0,0 0-1 0 0,1 0 1 0 0,-1 1-1 0 0,1-1 1 0 0,0 2-1 0 0,0-1 1 0 0,0 1-1 0 0,13-1 1 0 0,6 0-3140 0 0,35 2 1 0 0,-3 1-4507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9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2792 0 0,'0'0'16089'0'0,"3"5"-14583"0"0,1 3-1085 0 0,0 0-1 0 0,0 0 1 0 0,-1 1 0 0 0,0-1-1 0 0,-1 1 1 0 0,2 12-1 0 0,5 63 854 0 0,-6-47-893 0 0,6 72 396 0 0,6 56-776 0 0,6-55-3608 0 0,-21-108 2935 0 0,1 1-1 0 0,-1-1 1 0 0,1 1-1 0 0,0-1 0 0 0,0 0 1 0 0,0 1-1 0 0,0-1 0 0 0,1 0 1 0 0,-1 0-1 0 0,1 0 1 0 0,-1 0-1 0 0,1 0 0 0 0,-1 0 1 0 0,1 0-1 0 0,0 0 0 0 0,0-1 1 0 0,4 3-1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5:59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3904 0 0,'0'0'11777'0'0,"0"-4"-9221"0"0,0-9-679 0 0,0 9 1370 0 0,1 15-2666 0 0,15 197 574 0 0,3 57-1114 0 0,-8 185-1946 0 0,-12-431 1160 0 0,0-10-2135 0 0,1 1-6948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00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33 3136 0 0,'3'2'6991'0'0,"22"16"1185"0"0,7 6-3594 0 0,-18-13-3530 0 0,17 17 1 0 0,-27-25-976 0 0,-1 1 1 0 0,0 0 0 0 0,0 0 0 0 0,0 0 0 0 0,0 0 0 0 0,-1 0-1 0 0,1 1 1 0 0,-1-1 0 0 0,0 1 0 0 0,1 4 0 0 0,-1-4-40 0 0,-1-1 26 0 0,1 0 0 0 0,-1 1 1 0 0,0-1-1 0 0,0 0 0 0 0,0 0 1 0 0,0 1-1 0 0,-1-1 0 0 0,0 0 1 0 0,0 1-1 0 0,0-1 0 0 0,-1 6 1 0 0,0 1 15 0 0,-1 7 137 0 0,-1-1 1 0 0,-8 30 0 0 0,5-29-63 0 0,0-1-1 0 0,-2 0 1 0 0,-15 26 0 0 0,19-38-136 0 0,1 1-1 0 0,-1-1 0 0 0,0 0 0 0 0,-1 0 0 0 0,1 0 0 0 0,-1-1 0 0 0,0 0 0 0 0,0 0 0 0 0,0 0 0 0 0,-1 0 0 0 0,0-1 0 0 0,1 0 0 0 0,-12 5 0 0 0,11-7-14 0 0,1 0 0 0 0,0 0-1 0 0,-1-1 1 0 0,1 0-1 0 0,0 0 1 0 0,-1 0 0 0 0,1 0-1 0 0,-1-1 1 0 0,1 0 0 0 0,0 0-1 0 0,0 0 1 0 0,-1-1-1 0 0,1 0 1 0 0,0 0 0 0 0,0 0-1 0 0,-8-5 1 0 0,2 0 0 0 0,1 0 0 0 0,0-1 0 0 0,0 0 0 0 0,1 0 0 0 0,0-1 0 0 0,-9-10 0 0 0,1-3 50 0 0,0-1 1 0 0,2 0-1 0 0,0-1 1 0 0,2-1 0 0 0,0 0-1 0 0,2-1 1 0 0,1 0-1 0 0,-12-51 1 0 0,20 66 0 0 0,1 0 0 0 0,0-22 0 0 0,1 24-15 0 0,0 8-37 0 0,0-1-1 0 0,0 0 1 0 0,0 0-1 0 0,0 0 1 0 0,1 1-1 0 0,-1-1 0 0 0,1 0 1 0 0,-1 0-1 0 0,1 1 1 0 0,-1-1-1 0 0,1 0 1 0 0,1-1-1 0 0,0-2-15 0 0,0 3-3 0 0,-1 0-1 0 0,1-1 1 0 0,-1 1-1 0 0,1 0 1 0 0,-1 0-1 0 0,1 0 1 0 0,0 0-1 0 0,0 0 1 0 0,0 0-1 0 0,0 1 1 0 0,1-1-1 0 0,-1 1 1 0 0,0-1 0 0 0,1 1-1 0 0,-1 0 1 0 0,1 0-1 0 0,-1 0 1 0 0,1 0-1 0 0,-1 0 1 0 0,1 1-1 0 0,0-1 1 0 0,-1 1-1 0 0,1 0 1 0 0,0 0-1 0 0,3 0 1 0 0,6 0-71 0 0,1 1 1 0 0,-1 1-1 0 0,23 5 0 0 0,28 11-792 0 0,99 44 0 0 0,-41-14-3624 0 0,-83-35-1228 0 0,49 10-1 0 0,-44-14-2075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02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6249 0 0,'19'8'5644'0'0,"28"14"1"0"0,-35-15-4929 0 0,-1 1 0 0 0,0 0 1 0 0,0 0-1 0 0,0 1 1 0 0,16 18-1 0 0,13 20-93 0 0,-3 2 0 0 0,-1 2 0 0 0,-3 0 0 0 0,44 93 0 0 0,-63-112-268 0 0,-1 0 1 0 0,-1 0-1 0 0,-2 1 1 0 0,-2 1-1 0 0,0 0 1 0 0,3 48-1 0 0,-11-78-406 0 0,0 0-1 0 0,0 0 1 0 0,0 0 0 0 0,0 1-1 0 0,0-1 1 0 0,-1 0 0 0 0,0 0-1 0 0,0 0 1 0 0,0 1-1 0 0,-1-1 1 0 0,1 0 0 0 0,-1-1-1 0 0,0 1 1 0 0,0 0 0 0 0,0 0-1 0 0,0-1 1 0 0,-6 7-1 0 0,6-9 19 0 0,0 0-1 0 0,1 0 0 0 0,-1 0 0 0 0,0 0 0 0 0,0 0 0 0 0,0 0 0 0 0,0-1 0 0 0,0 1 1 0 0,0 0-1 0 0,0-1 0 0 0,0 0 0 0 0,0 1 0 0 0,0-1 0 0 0,0 0 0 0 0,0 0 0 0 0,-1 0 1 0 0,1-1-1 0 0,0 1 0 0 0,0 0 0 0 0,0-1 0 0 0,0 1 0 0 0,0-1 0 0 0,0 0 0 0 0,0 0 0 0 0,-2-1 1 0 0,-6-3-32 0 0,1 0 0 0 0,0-1 0 0 0,-12-9 0 0 0,21 14 60 0 0,-21-16-19 0 0,0-1-1 0 0,2-2 1 0 0,0 0 0 0 0,1-1 0 0 0,2 0-1 0 0,-20-33 1 0 0,14 16 258 0 0,2-1 0 0 0,1-2 0 0 0,-15-50-1 0 0,0-26 522 0 0,32 104-719 0 0,0 0 1 0 0,0 0 0 0 0,1 0 0 0 0,1 0 0 0 0,0 0 0 0 0,1 0-1 0 0,3-17 1 0 0,-3 26-106 0 0,0 0-1 0 0,1-1 0 0 0,-1 1 1 0 0,1 0-1 0 0,0 0 0 0 0,0 0 1 0 0,4-5-1 0 0,-3 5-414 0 0,-1 1 0 0 0,1 0 1 0 0,0 0-1 0 0,1 0 0 0 0,-1 0 0 0 0,0 0 0 0 0,5-2 0 0 0,-2 2-692 0 0,1-1-1 0 0,0 1 1 0 0,0 1 0 0 0,1-1-1 0 0,-1 1 1 0 0,0 0-1 0 0,1 1 1 0 0,-1 0-1 0 0,10 0 1 0 0,29-1-7055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03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2 7105 0 0,'4'0'4919'0'0,"-1"-1"-3863"0"0,-2 1-832 0 0,0 0-1 0 0,0 0 1 0 0,0-1-1 0 0,0 1 1 0 0,0 0 0 0 0,0 0-1 0 0,0 0 1 0 0,0 0-1 0 0,1 0 1 0 0,-1 1-1 0 0,0-1 1 0 0,0 0-1 0 0,0 0 1 0 0,0 1-1 0 0,0-1 1 0 0,0 1-1 0 0,1 0 1 0 0,9 5 336 0 0,0 1 1 0 0,-1 0 0 0 0,0 0-1 0 0,0 1 1 0 0,-1 1 0 0 0,0-1 0 0 0,0 2-1 0 0,-1-1 1 0 0,10 16 0 0 0,59 104 772 0 0,-45-71-793 0 0,-3 2 0 0 0,-2 0 0 0 0,19 68 0 0 0,-45-123-527 0 0,0-1 0 0 0,0 0 0 0 0,0 1 0 0 0,-1-1 1 0 0,1 0-1 0 0,-1 1 0 0 0,0-1 0 0 0,0 1 0 0 0,-1-1 1 0 0,1 0-1 0 0,-1 1 0 0 0,0-1 0 0 0,0 0 0 0 0,-1 0 1 0 0,1 1-1 0 0,-1-1 0 0 0,0 0 0 0 0,0 0 0 0 0,0-1 1 0 0,-1 1-1 0 0,1 0 0 0 0,-1-1 0 0 0,0 1 0 0 0,0-1 1 0 0,0 0-1 0 0,0 0 0 0 0,-1 0 0 0 0,1-1 0 0 0,-1 1 0 0 0,1-1 1 0 0,-1 0-1 0 0,0 0 0 0 0,0 0 0 0 0,0 0 0 0 0,0-1 1 0 0,-1 1-1 0 0,1-1 0 0 0,0 0 0 0 0,-1 0 0 0 0,1-1 1 0 0,-9 1-1 0 0,0-2-39 0 0,0 0 1 0 0,0 0 0 0 0,0-1-1 0 0,0 0 1 0 0,1-1 0 0 0,-1-1-1 0 0,1 0 1 0 0,-23-11 0 0 0,11 2 56 0 0,1-1 0 0 0,0-1 1 0 0,-25-21-1 0 0,33 24 8 0 0,2 0 0 0 0,-1-2-1 0 0,2 0 1 0 0,0 0 0 0 0,-14-22 0 0 0,19 26 35 0 0,1-1-1 0 0,0 0 1 0 0,1 0 0 0 0,0 0-1 0 0,1-1 1 0 0,1 0 0 0 0,-1 0 0 0 0,2 0-1 0 0,-2-14 1 0 0,4 20-2 0 0,0 0 1 0 0,0 0-1 0 0,1 0 0 0 0,0 0 0 0 0,0 1 1 0 0,1-1-1 0 0,-1 0 0 0 0,1 0 0 0 0,1 1 1 0 0,-1-1-1 0 0,1 1 0 0 0,5-8 0 0 0,-2 4-83 0 0,0 0 0 0 0,1 1 0 0 0,0 0 0 0 0,1 0-1 0 0,-1 1 1 0 0,11-8 0 0 0,2 2-697 0 0,24-12 0 0 0,4-3-7506 0 0,-41 23 3314 0 0,-4 0 3191 0 0,-1 2-12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05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 6313 0 0,'58'41'9437'0'0,"23"26"-4595"0"0,28 21-3167 0 0,-70-59-780 0 0,46 43 1 0 0,-80-67-816 0 0,0 0 0 0 0,0 0 0 0 0,-1 1 0 0 0,0-1 0 0 0,0 1 0 0 0,0 0 0 0 0,-1 0 0 0 0,0 1 0 0 0,0-1 0 0 0,-1 1 0 0 0,0-1 0 0 0,0 1 0 0 0,1 10 0 0 0,-2-7 9 0 0,0 0 1 0 0,-1 0 0 0 0,0 0 0 0 0,-1 0 0 0 0,-1 0 0 0 0,1 0 0 0 0,-1 0 0 0 0,-7 17-1 0 0,2-6-51 0 0,-2 0 0 0 0,0-1 0 0 0,-1 0-1 0 0,-2-1 1 0 0,-22 31 0 0 0,25-38-93 0 0,-1-1-1 0 0,-1 0 1 0 0,0-1 0 0 0,0 0 0 0 0,-1 0 0 0 0,0-1 0 0 0,0-1-1 0 0,-1 0 1 0 0,-17 7 0 0 0,25-13 34 0 0,-1 0-1 0 0,1 0 1 0 0,0 0 0 0 0,-1-1-1 0 0,1 0 1 0 0,-1 0 0 0 0,0 0-1 0 0,1-1 1 0 0,-1 0 0 0 0,0 0-1 0 0,1 0 1 0 0,-1-1 0 0 0,1 0-1 0 0,-7-2 1 0 0,5 1 11 0 0,0-1 0 0 0,0 0 0 0 0,0 0 0 0 0,0-1 0 0 0,1 0 1 0 0,-1 0-1 0 0,1 0 0 0 0,0-1 0 0 0,-7-8 0 0 0,0-1 88 0 0,1-1-1 0 0,1 0 1 0 0,0 0 0 0 0,1-1-1 0 0,1-1 1 0 0,0 0-1 0 0,-9-27 1 0 0,9 19 107 0 0,2 0 1 0 0,0 0-1 0 0,2-1 0 0 0,1 0 0 0 0,1 0 1 0 0,1 0-1 0 0,2 0 0 0 0,0-1 1 0 0,2 1-1 0 0,5-28 0 0 0,-5 43-81 0 0,0 0 1 0 0,1 1-1 0 0,1 0 0 0 0,0-1 0 0 0,0 1 0 0 0,10-15 0 0 0,-12 21-130 0 0,1 0 0 0 0,-1 1 1 0 0,1-1-1 0 0,0 1 0 0 0,0 0 0 0 0,1 0 0 0 0,-1 0 0 0 0,1 1 0 0 0,-1-1 0 0 0,1 1 0 0 0,0-1 0 0 0,0 1 0 0 0,0 1 0 0 0,0-1 1 0 0,0 0-1 0 0,1 1 0 0 0,-1 0 0 0 0,9-1 0 0 0,-2 1-311 0 0,1 1 0 0 0,-1 0-1 0 0,1 1 1 0 0,-1 0 0 0 0,0 0 0 0 0,12 4 0 0 0,66 24-5396 0 0,-31-9 181 0 0,-16-8 1123 0 0,3-1-2875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05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6081 0 0,'2'1'815'0'0,"0"0"0"0"0,0 0 0 0 0,0 0 0 0 0,0 0 0 0 0,-1 0 0 0 0,1 0 0 0 0,0 0 1 0 0,0 1-1 0 0,-1-1 0 0 0,1 1 0 0 0,-1-1 0 0 0,1 1 0 0 0,-1-1 0 0 0,2 3 0 0 0,0 1-98 0 0,-1-1-1 0 0,0 1 0 0 0,0-1 1 0 0,0 1-1 0 0,2 8 0 0 0,0 5-313 0 0,-1 0 0 0 0,1 25-1 0 0,-4-36 148 0 0,14 250 1763 0 0,26 311-3538 0 0,-34-500-1985 0 0,-2-1-5507 0 0,-3-53 6156 0 0,0 3-5642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04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0 2896 0 0,'0'0'7308'0'0,"1"4"-5132"0"0,1 11-655 0 0,-1-11 992 0 0,1-1-2034 0 0,8 9 139 0 0,-8-9 101 0 0,1-2 41 0 0,65 22 3088 0 0,-55-18-3652 0 0,-1 1 1 0 0,0 1-1 0 0,0 0 0 0 0,-1 0 1 0 0,0 1-1 0 0,12 11 0 0 0,-10-7-7 0 0,-1 1 0 0 0,-1 1 0 0 0,0 0 0 0 0,0 0 0 0 0,-2 1 1 0 0,15 30-1 0 0,-10-12-11 0 0,-1 1 1 0 0,12 47-1 0 0,-17-48 59 0 0,-1 0-1 0 0,-1 1 0 0 0,1 62 1 0 0,-6-82-130 0 0,-2 0 1 0 0,0 0-1 0 0,-1 0 0 0 0,0 0 1 0 0,-1 0-1 0 0,0 0 0 0 0,-1-1 1 0 0,-1 1-1 0 0,0-1 1 0 0,-1 0-1 0 0,-15 23 0 0 0,18-32-79 0 0,0 0 1 0 0,0 0-1 0 0,-1 0 0 0 0,1 0 0 0 0,-1 0 0 0 0,0-1 0 0 0,-1 0 1 0 0,1 0-1 0 0,0 0 0 0 0,-1 0 0 0 0,0-1 0 0 0,0 0 0 0 0,1 1 1 0 0,-12 1-1 0 0,10-3-24 0 0,0 0 0 0 0,0 0-1 0 0,0-1 1 0 0,0 0 0 0 0,-1 0 0 0 0,1 0 0 0 0,0-1 0 0 0,0 0 0 0 0,0 0-1 0 0,0-1 1 0 0,0 1 0 0 0,-10-6 0 0 0,-5-3-47 0 0,1-1-1 0 0,1 0 1 0 0,0-2 0 0 0,1 0 0 0 0,0-2-1 0 0,-28-29 1 0 0,-83-111 60 0 0,62 59 77 0 0,60 85 137 0 0,1-1 0 0 0,0 0 0 0 0,1-1 0 0 0,1 1 0 0 0,0-1 0 0 0,-4-22 0 0 0,8 34-207 0 0,0-1 0 0 0,-1 1 0 0 0,1 0 1 0 0,0-1-1 0 0,1 1 0 0 0,-1-1 0 0 0,0 1 0 0 0,0-1 0 0 0,0 1 0 0 0,1-1 0 0 0,-1 1 0 0 0,1-1 0 0 0,-1 1 0 0 0,2-2 0 0 0,0-1 18 0 0,-1 1-73 0 0,1 0-1 0 0,-1 0 1 0 0,1 0-1 0 0,0 0 1 0 0,-1 1 0 0 0,2-1-1 0 0,-1 0 1 0 0,0 1-1 0 0,0 0 1 0 0,1-1-1 0 0,-1 1 1 0 0,1 0 0 0 0,0 1-1 0 0,-1-1 1 0 0,1 0-1 0 0,0 1 1 0 0,5-2 0 0 0,1-1-229 0 0,1 1 0 0 0,0 0 0 0 0,0 1 0 0 0,13-2 0 0 0,9 2-1023 0 0,1 0 1 0 0,40 5 0 0 0,67 11-6492 0 0,-116-11 6447 0 0,56 7-3230 0 0,-2 0-3919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07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605 5 2728 0 0,'4'0'5771'0'0,"11"-4"2230"0"0,-11 4-6769 0 0,33 3 2421 0 0,-33-3-3069 0 0,0 1-464 0 0,-3-1-118 0 0,6 0 126 0 0,0 1 1 0 0,0 1-1 0 0,0-1 0 0 0,0 1 0 0 0,-1 1 0 0 0,1-1 1 0 0,9 6-1 0 0,0 4 99 0 0,-1 0 0 0 0,0 1 0 0 0,0 1 0 0 0,-2 1 0 0 0,1 0 0 0 0,-2 0 0 0 0,0 2 0 0 0,-1-1 0 0 0,15 32 0 0 0,-16-24-84 0 0,-1 0 0 0 0,0 0-1 0 0,-2 1 1 0 0,-1 0 0 0 0,-1 0 0 0 0,-2 1 0 0 0,0-1-1 0 0,-1 1 1 0 0,-2 0 0 0 0,-1 0 0 0 0,0 0-1 0 0,-2-1 1 0 0,-1 1 0 0 0,-2-1 0 0 0,0 0 0 0 0,-1 0-1 0 0,-16 34 1 0 0,18-48-111 0 0,-1 0-1 0 0,-1 0 1 0 0,1 0-1 0 0,-2-1 0 0 0,0 0 1 0 0,-15 15-1 0 0,18-20-24 0 0,0-1-1 0 0,0 0 1 0 0,0 0 0 0 0,-1-1-1 0 0,1 0 1 0 0,-1 0-1 0 0,0 0 1 0 0,0 0-1 0 0,0-1 1 0 0,0 0-1 0 0,0 0 1 0 0,0-1-1 0 0,-1 0 1 0 0,1 0-1 0 0,-8 0 1 0 0,-2-2-12 0 0,1 0 1 0 0,0-1-1 0 0,0-1 1 0 0,0-1-1 0 0,1 0 0 0 0,-1 0 1 0 0,-17-10-1 0 0,-5-4-17 0 0,-50-31-1 0 0,29 9 95 0 0,1-3-1 0 0,3-1 1 0 0,2-3 0 0 0,-83-96 0 0 0,117 122-16 0 0,2 0 1 0 0,-18-30-1 0 0,27 40-54 0 0,1-1-1 0 0,0-1 0 0 0,1 1 1 0 0,1-1-1 0 0,0 1 1 0 0,-4-22-1 0 0,7 30-9 0 0,1-1 0 0 0,-1 1 0 0 0,1 0 1 0 0,0-1-1 0 0,1 1 0 0 0,-1 0 0 0 0,1-1 0 0 0,0 1 0 0 0,0 0 0 0 0,0 0 0 0 0,0 0 1 0 0,1 0-1 0 0,0 0 0 0 0,0 0 0 0 0,0 0 0 0 0,0 0 0 0 0,1 1 0 0 0,-1-1 1 0 0,1 1-1 0 0,0-1 0 0 0,0 1 0 0 0,0 0 0 0 0,0 0 0 0 0,1 1 0 0 0,-1-1 1 0 0,1 1-1 0 0,6-4 0 0 0,3 0-109 0 0,0 0 0 0 0,0 1 0 0 0,0 0 0 0 0,1 1-1 0 0,-1 1 1 0 0,1 0 0 0 0,19-1 0 0 0,11 1-897 0 0,1 2 0 0 0,61 6-1 0 0,89 21-6934 0 0,-171-23 6531 0 0,56 10-3077 0 0,2 1-3421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02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3584 0 0,'0'0'16028'0'0,"-1"6"-15079"0"0,-1 17-144 0 0,2-22-772 0 0,0-1 0 0 0,-1 0 0 0 0,1 1 0 0 0,0-1 0 0 0,0 1-1 0 0,0-1 1 0 0,0 0 0 0 0,0 1 0 0 0,0-1 0 0 0,0 1 0 0 0,0-1 0 0 0,0 0 0 0 0,1 1 0 0 0,-1-1 0 0 0,0 1 0 0 0,0-1-1 0 0,0 0 1 0 0,0 1 0 0 0,0-1 0 0 0,1 0 0 0 0,-1 1 0 0 0,5 7 245 0 0,0 1 0 0 0,-1-1 0 0 0,0 1 0 0 0,-1 0 0 0 0,0 0 0 0 0,3 14 1 0 0,7 61 250 0 0,-9-52-347 0 0,15 143 17 0 0,-15-125-718 0 0,-3-41-418 0 0,1 1 0 0 0,-1 0-1 0 0,5 12 1 0 0,-4-17-1309 0 0,0 0 0 0 0,0-1 0 0 0,1 1 0 0 0,3 5 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05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7449 0 0,'0'0'5493'0'0,"2"9"-2260"0"0,37 142 2011 0 0,5 91-4104 0 0,-22-110-1870 0 0,-10-57-83 0 0,8 40 134 0 0,-16-96-331 0 0,1 0 1 0 0,2-1-1 0 0,14 34 0 0 0,-20-50 466 0 0,0 0-1 0 0,1-1 1 0 0,-1 1 0 0 0,0 0-1 0 0,1 0 1 0 0,-1-1-1 0 0,1 1 1 0 0,-1-1 0 0 0,1 1-1 0 0,0-1 1 0 0,2 2 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07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4432 0 0,'0'0'6794'0'0,"2"9"-2687"0"0,29 146 2718 0 0,-15 12-4603 0 0,13 80-1484 0 0,-24-217-908 0 0,1 6-237 0 0,12 40 1 0 0,-15-66 148 0 0,1-1 0 0 0,0 1 1 0 0,0-1-1 0 0,0 0 0 0 0,1 0 1 0 0,1 0-1 0 0,0 0 1 0 0,12 13-1 0 0,-16-20 78 0 0,0 0-376 0 0,0 1-1 0 0,1-1 1 0 0,0 0-1 0 0,-1 0 1 0 0,1 0 0 0 0,5 3-1 0 0,-6-5-179 0 0,-1 1 1 0 0,1 0-1 0 0,-1-1 0 0 0,1 1 0 0 0,0-1 0 0 0,0 0 1 0 0,-1 0-1 0 0,1 0 0 0 0,0 0 0 0 0,0 0 0 0 0,2 0 0 0 0,24-5-5415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08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5416 0 0,'0'0'15673'0'0,"-2"10"-14799"0"0,-7 35 38 0 0,-4 48 1 0 0,2 291 613 0 0,11-357-1707 0 0,2 0 1 0 0,1-1-1 0 0,1 0 1 0 0,14 45 0 0 0,-8-50-2230 0 0,5-6-4556 0 0,-10-13 2482 0 0,12 0-3308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09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7785 0 0,'4'-5'2146'0'0,"11"-17"5229"0"0,-14 21-7095 0 0,0 0 0 0 0,0 0 0 0 0,0-1 0 0 0,0 1 0 0 0,0 0 0 0 0,0 0 0 0 0,1 1 0 0 0,-1-1 0 0 0,0 0 0 0 0,0 0 1 0 0,1 1-1 0 0,-1-1 0 0 0,0 0 0 0 0,3 0 0 0 0,2 1-89 0 0,0 1 1 0 0,1 0 0 0 0,-1 0-1 0 0,0 0 1 0 0,0 0 0 0 0,0 1-1 0 0,0 0 1 0 0,0 1 0 0 0,0-1-1 0 0,0 1 1 0 0,-1 0 0 0 0,1 1-1 0 0,-1-1 1 0 0,6 6 0 0 0,11 9 104 0 0,35 39 0 0 0,-56-56-278 0 0,54 60 314 0 0,-2 3 0 0 0,71 114 0 0 0,-91-124-131 0 0,-3 2 1 0 0,-3 1 0 0 0,-2 1 0 0 0,17 62-1 0 0,-34-93-68 0 0,8 55 0 0 0,-14-69-138 0 0,-1 1 0 0 0,-1-1 1 0 0,0 1-1 0 0,-1-1 0 0 0,-1 1 1 0 0,-2 13-1 0 0,3-23-10 0 0,0-1 0 0 0,0 1 0 0 0,0-1 0 0 0,-1 1 0 0 0,1-1 0 0 0,-1 0 0 0 0,0 0 0 0 0,0 1 0 0 0,0-1 0 0 0,0 0 0 0 0,0-1 0 0 0,-1 1 0 0 0,-4 4 0 0 0,5-5 10 0 0,0-1 1 0 0,-1 0-1 0 0,1 0 1 0 0,0 0-1 0 0,0 0 0 0 0,-1 0 1 0 0,1-1-1 0 0,0 1 1 0 0,-1-1-1 0 0,1 1 1 0 0,-1-1-1 0 0,1 0 1 0 0,-1 0-1 0 0,1 0 0 0 0,0 0 1 0 0,-1 0-1 0 0,1-1 1 0 0,-1 1-1 0 0,1-1 1 0 0,0 1-1 0 0,-5-3 0 0 0,-5-2 7 0 0,1-1 0 0 0,-1 0 0 0 0,1-1 0 0 0,0 0 0 0 0,1-1 0 0 0,-11-10-1 0 0,-56-59 38 0 0,76 76-39 0 0,-43-49 62 0 0,1-2 0 0 0,-37-60 0 0 0,59 78 99 0 0,1-1 0 0 0,2 0 0 0 0,1-2 1 0 0,-21-66-1 0 0,38 102-157 0 0,-12-51 324 0 0,12 48-315 0 0,-1 0 1 0 0,1-1 0 0 0,0 1 0 0 0,0 0-1 0 0,0-1 1 0 0,1 1 0 0 0,-1-1 0 0 0,1 1 0 0 0,2-6-1 0 0,-2 8-87 0 0,0 0 0 0 0,1 0-1 0 0,-1 0 1 0 0,0 0-1 0 0,1 0 1 0 0,-1 0 0 0 0,1 1-1 0 0,0-1 1 0 0,0 0-1 0 0,-1 1 1 0 0,1 0 0 0 0,0-1-1 0 0,0 1 1 0 0,0 0-1 0 0,0 0 1 0 0,1 0 0 0 0,-1 0-1 0 0,0 0 1 0 0,0 1-1 0 0,1-1 1 0 0,-1 1 0 0 0,0 0-1 0 0,0-1 1 0 0,1 1 0 0 0,3 0-1 0 0,7 1-1308 0 0,0-1-1 0 0,0 2 1 0 0,17 3-1 0 0,-23-3 409 0 0,97 17-7722 0 0,-48-9 166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10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459 1 6761 0 0,'30'28'8291'0'0,"-4"2"-4240"0"0,-5-2-2991 0 0,24 43 0 0 0,-16-24-154 0 0,-15-26 161 0 0,22 46 0 0 0,-28-45-708 0 0,0 0 0 0 0,-2 1 1 0 0,0 0-1 0 0,-2 0 0 0 0,0 0 0 0 0,-2 1 1 0 0,0 43-1 0 0,-4-39-240 0 0,0-1 1 0 0,-2 1 0 0 0,-1-1 0 0 0,-1 0-1 0 0,-1-1 1 0 0,-16 39 0 0 0,19-55-82 0 0,-1-1 0 0 0,0 0 0 0 0,0 0 0 0 0,-1 0 0 0 0,0-1 0 0 0,0 1 0 0 0,-1-2 0 0 0,0 1 0 0 0,-1-1 0 0 0,-11 9 0 0 0,14-12-21 0 0,0-1-1 0 0,0 0 1 0 0,0-1 0 0 0,0 1 0 0 0,-1-1-1 0 0,1 0 1 0 0,-1 0 0 0 0,0 0 0 0 0,1-1-1 0 0,-1 0 1 0 0,0 0 0 0 0,0-1 0 0 0,0 1-1 0 0,0-1 1 0 0,0-1 0 0 0,0 1 0 0 0,1-1-1 0 0,-1 0 1 0 0,-11-3 0 0 0,6-1 0 0 0,1 1 0 0 0,0-1 0 0 0,0-1 1 0 0,0 1-1 0 0,0-2 0 0 0,-13-11 0 0 0,-1-3 39 0 0,-23-27-1 0 0,2-3-45 0 0,-65-97 0 0 0,87 111 1 0 0,1 0 0 0 0,3-2 1 0 0,-28-74-1 0 0,40 90-4 0 0,0 0-1 0 0,-6-46 1 0 0,12 58-24 0 0,0 0 0 0 0,1 1-1 0 0,0-1 1 0 0,1 0 0 0 0,0 0 0 0 0,1 1 0 0 0,0-1 0 0 0,6-18 0 0 0,-5 24-102 0 0,-1-1 1 0 0,1 1-1 0 0,0 0 0 0 0,1 0 1 0 0,-1 0-1 0 0,1 0 1 0 0,0 1-1 0 0,0-1 0 0 0,0 1 1 0 0,0 0-1 0 0,1 1 0 0 0,0-1 1 0 0,0 1-1 0 0,0-1 1 0 0,0 2-1 0 0,0-1 0 0 0,1 0 1 0 0,-1 1-1 0 0,1 0 0 0 0,0 1 1 0 0,0-1-1 0 0,9-1 1 0 0,3 1-990 0 0,-1 1 1 0 0,0 0-1 0 0,1 2 1 0 0,-1 0-1 0 0,1 0 1 0 0,29 8 0 0 0,113 32-7077 0 0,-76-17 718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11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3240 0 0,'2'1'5184'0'0,"7"7"3112"0"0,-8-6-7441 0 0,0-2-359 0 0,3 6-758 0 0,-6 5 5060 0 0,-1-2-4437 0 0,1 0-1 0 0,-1 1 1 0 0,-1 17 0 0 0,9 89 1940 0 0,30 169 0 0 0,-31-255-2290 0 0,22 101-1138 0 0,-4-67-1041 0 0,-17-51 238 0 0,1 0 0 0 0,13 18 0 0 0,-16-26 706 0 0,1 0 1 0 0,0 0-1 0 0,0 0 1 0 0,0-1 0 0 0,1 1-1 0 0,8 5 1 0 0,7 3-7031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11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2368 0 0,'5'45'12372'0'0,"-6"22"-7446"0"0,1-5-2638 0 0,1 0-967 0 0,7 91-475 0 0,-5-131-1453 0 0,0 0-1 0 0,2 0 0 0 0,0 0 1 0 0,17 38-1 0 0,-21-56-148 0 0,1-1 1 0 0,0 1-1 0 0,0-1 0 0 0,0 0 0 0 0,1 1 0 0 0,3 3 1 0 0,5 6-6502 0 0,2 3 1481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12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5721 0 0,'22'11'6409'0'0,"-17"-9"-2644"0"0,-2 1-1416 0 0,0-1-1638 0 0,-1-1-482 0 0,-1 0-1 0 0,1 0 0 0 0,-1 0 0 0 0,0 0 1 0 0,1 0-1 0 0,-1 0 0 0 0,0 1 0 0 0,0-1 1 0 0,0 1-1 0 0,0-1 0 0 0,0 0 0 0 0,0 1 1 0 0,0 0-1 0 0,0-1 0 0 0,0 4 0 0 0,8 19 382 0 0,-2 2 0 0 0,-1-1 0 0 0,5 38 0 0 0,0 85-1140 0 0,4 25-3635 0 0,-8-131-1496 0 0,15 54-1 0 0,-7-53-607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15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1960 0 0,'1'0'7765'0'0,"10"6"3324"0"0,-10-5-10920 0 0,0-1-1 0 0,0 1 1 0 0,1 0 0 0 0,-1-1 0 0 0,0 1-1 0 0,0-1 1 0 0,1 0 0 0 0,-1 1-1 0 0,0-1 1 0 0,1 0 0 0 0,-1 0 0 0 0,0 0-1 0 0,1 0 1 0 0,-1 0 0 0 0,0 0-1 0 0,3-1 1 0 0,6 1-203 0 0,-3 0 212 0 0,11 3 18 0 0,-13-2-106 0 0,5 2-3 0 0,0 1 1 0 0,0 0-1 0 0,-1 0 0 0 0,0 1 1 0 0,0 0-1 0 0,0 0 0 0 0,0 1 0 0 0,-1 0 1 0 0,0 1-1 0 0,0 0 0 0 0,-1 0 1 0 0,0 1-1 0 0,0 0 0 0 0,-1 0 0 0 0,0 0 1 0 0,0 1-1 0 0,-1 0 0 0 0,0 0 1 0 0,0 0-1 0 0,-1 1 0 0 0,-1-1 0 0 0,4 12 1 0 0,-5-8-17 0 0,0 1 0 0 0,0-1 0 0 0,-1 0 0 0 0,-1 0 0 0 0,0 0 0 0 0,-1 1 0 0 0,0-1 0 0 0,-5 22 0 0 0,4-26-112 0 0,-1 0 0 0 0,0-1 0 0 0,0 1 0 0 0,0-1 0 0 0,-1 0 0 0 0,-1 0 0 0 0,1 0 0 0 0,-1-1 0 0 0,0 1 0 0 0,-1-1 0 0 0,0 0 0 0 0,0-1-1 0 0,-11 10 1 0 0,14-14 23 0 0,1-1 0 0 0,0 0 0 0 0,-1 1 0 0 0,0-1 0 0 0,1 0 0 0 0,-1 0 0 0 0,0 0 0 0 0,1-1 0 0 0,-1 1 0 0 0,0-1 0 0 0,0 1 0 0 0,0-1 0 0 0,1 0 0 0 0,-1 0 0 0 0,0 0 0 0 0,0 0 0 0 0,0-1 0 0 0,0 1 0 0 0,1-1 0 0 0,-1 0 0 0 0,0 0 0 0 0,1 0 0 0 0,-1 0-1 0 0,0 0 1 0 0,1 0 0 0 0,0-1 0 0 0,-1 1 0 0 0,-2-3 0 0 0,-5-4 10 0 0,-1-1 0 0 0,1 0 0 0 0,0 0 0 0 0,-11-16 0 0 0,7 7 99 0 0,0-1 0 0 0,2 0 0 0 0,0-1 0 0 0,2-1 0 0 0,0 0 0 0 0,-9-30 0 0 0,17 45 9 0 0,1-1 1 0 0,-1 0-1 0 0,2 1 0 0 0,-1-1 0 0 0,1 0 0 0 0,0 0 0 0 0,0 1 0 0 0,2-9 0 0 0,-1 10-87 0 0,0 0 0 0 0,1 1 0 0 0,-1 0 0 0 0,1-1 0 0 0,0 1 0 0 0,1 0 0 0 0,-1 0 0 0 0,1 0 0 0 0,-1 0 0 0 0,1 0 0 0 0,0 1 0 0 0,1-1 0 0 0,-1 1 0 0 0,7-5 0 0 0,1 0-364 0 0,1 0 1 0 0,0 1-1 0 0,19-8 1 0 0,-19 10-978 0 0,0 0-1 0 0,22-5 1 0 0,-16 6-2622 0 0,1 1-1 0 0,35-1 0 0 0,-22 4-3404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16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7425 0 0,'0'0'4781'0'0,"3"-2"-1722"0"0,63-32 3610 0 0,-32 14-5609 0 0,3 7 122 0 0,-36 13-1131 0 0,1-1 0 0 0,-1 1 0 0 0,0-1 0 0 0,1 1 1 0 0,-1 0-1 0 0,1 0 0 0 0,-1 0 0 0 0,0 0 0 0 0,1 0 0 0 0,-1 0 0 0 0,0 0 0 0 0,3 0 0 0 0,0 1 83 0 0,-2-1-59 0 0,0 0-1 0 0,0 0 0 0 0,0 0 1 0 0,0 0-1 0 0,0 1 0 0 0,0-1 1 0 0,-1 0-1 0 0,1 1 1 0 0,0 0-1 0 0,0-1 0 0 0,3 3 1 0 0,2 0 102 0 0,0 0-55 0 0,0 0 1 0 0,0 1-1 0 0,0 0 0 0 0,-1 0 1 0 0,1 1-1 0 0,-1-1 1 0 0,0 1-1 0 0,-1 1 0 0 0,1-1 1 0 0,5 8-1 0 0,-4-4-30 0 0,-1 1-1 0 0,0-1 0 0 0,-1 1 1 0 0,0 0-1 0 0,0 0 0 0 0,4 17 1 0 0,-4-9-85 0 0,-1 1 1 0 0,-1-1 0 0 0,0 1-1 0 0,-2-1 1 0 0,0 1 0 0 0,-1 0-1 0 0,-1-1 1 0 0,-4 23 0 0 0,-9 19-812 0 0,14-59 785 0 0,-1 0-1 0 0,1 0 1 0 0,0 0 0 0 0,-1 1-1 0 0,1-1 1 0 0,-1 0 0 0 0,1 0-1 0 0,-1 0 1 0 0,0 0 0 0 0,1 0-1 0 0,-1 0 1 0 0,0 0 0 0 0,0 0-1 0 0,-1 0 1 0 0,0 2-32 0 0,-4 1-93 0 0,-6 0 10 0 0,11-4 135 0 0,1 0-1 0 0,-1 0 0 0 0,1 0 0 0 0,0 0 0 0 0,-1 0 0 0 0,1 0 1 0 0,0 0-1 0 0,-1 0 0 0 0,1 0 0 0 0,0 0 0 0 0,-1 0 0 0 0,1 0 0 0 0,0 0 1 0 0,-1 0-1 0 0,1 0 0 0 0,-1-1 0 0 0,1 1 0 0 0,0 0 0 0 0,0 0 1 0 0,-1 0-1 0 0,1-1 0 0 0,0 1 0 0 0,-1 0 0 0 0,1 0 0 0 0,-1-1 0 0 0,-6-4 45 0 0,0-1 0 0 0,0 1 0 0 0,0-1 0 0 0,1-1 0 0 0,0 1 0 0 0,0-1 0 0 0,-7-11 0 0 0,1-4 51 0 0,0 0 0 0 0,1-1 0 0 0,1-1 1 0 0,1 0-1 0 0,1 0 0 0 0,-4-27 0 0 0,11 50-142 0 0,1 0 0 0 0,0 0 0 0 0,0 0 0 0 0,0-1 0 0 0,0 1 0 0 0,0 0-1 0 0,0 0 1 0 0,0 0 0 0 0,0-1 0 0 0,0 1 0 0 0,0 0 0 0 0,1 0 0 0 0,-1 0 0 0 0,1-2 0 0 0,0-1-148 0 0,3-3-747 0 0,9-7-960 0 0,-8 11 456 0 0,-1 0 0 0 0,0 1 0 0 0,1-1 1 0 0,-1 1-1 0 0,1 0 0 0 0,0 0 0 0 0,0 0 0 0 0,8-1 0 0 0,13-3-6777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16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79 3088 0 0,'23'-17'8395'0'0,"-1"1"-4146"0"0,-7 7-2575 0 0,0 0 1 0 0,26-11 0 0 0,-36 18-1463 0 0,0 1 1 0 0,-1-1-1 0 0,1 1 0 0 0,0 0 1 0 0,0 1-1 0 0,0-1 0 0 0,0 1 1 0 0,5 1-1 0 0,-6-1-151 0 0,5 0 169 0 0,0 1 1 0 0,-1 1-1 0 0,1 0 0 0 0,0 0 1 0 0,-1 0-1 0 0,1 1 0 0 0,13 7 1 0 0,-5-2 41 0 0,2 0-82 0 0,0 1 1 0 0,-2 1-1 0 0,1 0 1 0 0,-1 2-1 0 0,0 0 1 0 0,-1 1-1 0 0,-1 0 0 0 0,0 1 1 0 0,-1 1-1 0 0,-1 1 1 0 0,17 24-1 0 0,-15-18-82 0 0,-1 1 0 0 0,-1 1 0 0 0,-2 0 0 0 0,0 1 0 0 0,-2 0 0 0 0,0 1 0 0 0,-2 0 1 0 0,5 32-1 0 0,-11-48-115 0 0,0 0 0 0 0,0-1 0 0 0,-1 1 0 0 0,-2 16 0 0 0,2-23-29 0 0,-1 0 0 0 0,1 1 0 0 0,-1-1 0 0 0,0 0 0 0 0,0 0 0 0 0,0 0-1 0 0,0 1 1 0 0,-1-1 0 0 0,1 0 0 0 0,-1-1 0 0 0,0 1 0 0 0,0 0-1 0 0,0 0 1 0 0,0-1 0 0 0,0 1 0 0 0,-3 2 0 0 0,4-5 17 0 0,1 0 1 0 0,-1 1 0 0 0,0-1-1 0 0,0 0 1 0 0,1 1-1 0 0,-1-1 1 0 0,0 0 0 0 0,0 0-1 0 0,1 0 1 0 0,-1 0-1 0 0,0 1 1 0 0,0-1 0 0 0,1 0-1 0 0,-1 0 1 0 0,0 0-1 0 0,0-1 1 0 0,-1 1 0 0 0,1 0-31 0 0,-8-4-94 0 0,-4-4 166 0 0,2-2 0 0 0,-1 1 0 0 0,1-1 0 0 0,1-1 0 0 0,0 0 0 0 0,0-1 0 0 0,1 0-1 0 0,1 0 1 0 0,0-1 0 0 0,-7-13 0 0 0,4 2 174 0 0,1 0 0 0 0,2 0 0 0 0,0 0 0 0 0,1-1 0 0 0,1-1 0 0 0,2 1 1 0 0,0-1-1 0 0,0-30 0 0 0,5 50-207 0 0,-1-1 0 0 0,1 1 1 0 0,-1 0-1 0 0,2 0 0 0 0,-1-1 1 0 0,1 1-1 0 0,0 0 1 0 0,3-6-1 0 0,-3 8-312 0 0,0 0 0 0 0,0 1-1 0 0,0 0 1 0 0,0-1 0 0 0,5-3 0 0 0,-5 5-505 0 0,1-1-1 0 0,-1 2 1 0 0,1-1-1 0 0,-1 0 1 0 0,1 0-1 0 0,-1 1 1 0 0,6-3-1 0 0,0 4-3398 0 0,19 2-361 0 0,4 4-4155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18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3496 0 0,'0'0'5129'0'0,"5"1"-1552"0"0,26 6-421 0 0,29 9 1 0 0,82 39-927 0 0,-122-46-1828 0 0,0 2-1 0 0,-2 0 1 0 0,1 1 0 0 0,-1 1 0 0 0,-1 1 0 0 0,0 0 0 0 0,24 28 0 0 0,-34-33-299 0 0,-1-1 0 0 0,0 1 0 0 0,0 0 0 0 0,-1 0 0 0 0,-1 0 0 0 0,1 1 0 0 0,-1-1-1 0 0,-1 1 1 0 0,0 0 0 0 0,2 13 0 0 0,-2-6 51 0 0,-1 1-1 0 0,-1-1 1 0 0,0 1 0 0 0,-1-1-1 0 0,-4 22 1 0 0,2-21 5 0 0,-1 0 0 0 0,-11 33 1 0 0,12-45-122 0 0,0 0 0 0 0,0-1 1 0 0,-1 1-1 0 0,1-1 0 0 0,-1 1 0 0 0,-1-1 1 0 0,1 0-1 0 0,-1-1 0 0 0,0 1 0 0 0,0-1 1 0 0,0 1-1 0 0,-6 4 0 0 0,9-9-39 0 0,0 1 0 0 0,0 0 0 0 0,0-1 0 0 0,0 1 0 0 0,0-1 1 0 0,0 0-1 0 0,1 1 0 0 0,-1-1 0 0 0,0 0 0 0 0,0 1 0 0 0,0-1 0 0 0,0 0 0 0 0,0 0 0 0 0,-2 0 0 0 0,0 0-10 0 0,-6-1-12 0 0,2-1 34 0 0,0-1 0 0 0,1-1-1 0 0,-1 1 1 0 0,1-1 0 0 0,-1 0 0 0 0,1-1-1 0 0,0 1 1 0 0,1-1 0 0 0,-8-8-1 0 0,1 0 38 0 0,1-1 0 0 0,0-1-1 0 0,1 0 1 0 0,1 0-1 0 0,0-1 1 0 0,1 0-1 0 0,1-1 1 0 0,-9-31 0 0 0,11 32-137 0 0,-1-4 217 0 0,1 0 1 0 0,0-1 0 0 0,2 0-1 0 0,-2-25 1 0 0,5 41-314 0 0,0-1 1 0 0,0 1-1 0 0,1-1 0 0 0,0 1 1 0 0,0 0-1 0 0,0-1 0 0 0,0 1 1 0 0,1 0-1 0 0,0 0 0 0 0,0 0 1 0 0,0 0-1 0 0,1 0 1 0 0,0 0-1 0 0,0 1 0 0 0,0-1 1 0 0,0 1-1 0 0,1 0 0 0 0,-1 0 1 0 0,1 0-1 0 0,0 0 0 0 0,8-4 1 0 0,-1 1-1902 0 0,1 1 0 0 0,0 0 0 0 0,0 1 0 0 0,0 1 0 0 0,15-4 0 0 0,-24 8 1669 0 0,35-11-7859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19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75 118 4096 0 0,'10'-17'8753'0'0,"-9"15"-6771"0"0,12-26 1711 0 0,-11 26-3045 0 0,7-7 84 0 0,-7 7 990 0 0,10-7 837 0 0,-8 14-2314 0 0,0-1-187 0 0,0 1 0 0 0,0-1 0 0 0,0 1 1 0 0,-1 0-1 0 0,0 0 0 0 0,0 1 0 0 0,0-1 1 0 0,-1 1-1 0 0,3 6 0 0 0,1 10 135 0 0,-1 1 0 0 0,-1-1-1 0 0,-1 1 1 0 0,0 31 0 0 0,-3-14-33 0 0,-10 66 1 0 0,-4-42-7 0 0,14-63-145 0 0,0 0-1 0 0,-1 1 0 0 0,1-1 1 0 0,0 0-1 0 0,-1 1 1 0 0,1-1-1 0 0,-1 0 1 0 0,1 0-1 0 0,-1 1 1 0 0,0-1-1 0 0,1 0 1 0 0,-1 0-1 0 0,-1 1 1 0 0,-1 2 18 0 0,3-4-14 0 0,0 1 0 0 0,-1-1-1 0 0,1 1 1 0 0,0-1 0 0 0,-1 1-1 0 0,1-1 1 0 0,-1 1 0 0 0,1-1 0 0 0,-1 1-1 0 0,1-1 1 0 0,-1 0 0 0 0,1 1-1 0 0,-1-1 1 0 0,1 0 0 0 0,-1 1 0 0 0,0-1-1 0 0,1 0 1 0 0,-1 0 0 0 0,1 0 0 0 0,-1 0-1 0 0,0 1 1 0 0,1-1 0 0 0,-1 0-1 0 0,-1 0 1 0 0,-5-6 102 0 0,-2 0-25 0 0,1 0-1 0 0,-1-1 0 0 0,1-1 0 0 0,1 1 0 0 0,-1-1 0 0 0,-11-18 1 0 0,10 10 22 0 0,1 0 0 0 0,0-1 0 0 0,1 0 0 0 0,1-1 0 0 0,1 1 0 0 0,0-1 0 0 0,1 0 0 0 0,-2-36 0 0 0,5 44-307 0 0,1 0 1 0 0,0 0-1 0 0,1 0 0 0 0,0 0 0 0 0,0 1 0 0 0,1-1 0 0 0,0 0 0 0 0,1 1 0 0 0,0-1 0 0 0,1 1 0 0 0,0 0 0 0 0,0 0 0 0 0,1 1 0 0 0,0-1 0 0 0,1 1 0 0 0,-1 0 0 0 0,2 0 1 0 0,10-10-1 0 0,-14 15-374 0 0,25-19-3674 0 0,-1 10-5583 0 0,1 3 2264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19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3840 0 0,'0'0'18216'0'0,"3"11"-17691"0"0,-1 3-342 0 0,-1-8-68 0 0,0 1 0 0 0,0-1-1 0 0,1 0 1 0 0,0 1 0 0 0,0-1-1 0 0,4 7 1 0 0,17 40 632 0 0,-3 0 0 0 0,24 106 0 0 0,-1-1-7472 0 0,-38-143 3924 0 0,1 0-1 0 0,14 26 1 0 0,-3-17-5118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22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15 1320 0 0,'0'0'22070'0'0,"12"1"-21541"0"0,37 1-141 0 0,-48-2-372 0 0,0 0 1 0 0,0-1-1 0 0,-1 1 0 0 0,1 0 1 0 0,0 0-1 0 0,-1 0 0 0 0,1 0 1 0 0,0 0-1 0 0,0 1 1 0 0,-1-1-1 0 0,1 0 0 0 0,0 0 1 0 0,-1 0-1 0 0,1 0 0 0 0,0 1 1 0 0,-1-1-1 0 0,1 0 1 0 0,0 1-1 0 0,0 0 0 0 0,9 9 201 0 0,-1 0 0 0 0,0 0 0 0 0,0 1 0 0 0,-1 0 0 0 0,-1 0 0 0 0,0 1 0 0 0,7 16 0 0 0,-8-11-71 0 0,-1 0 1 0 0,-1 1-1 0 0,-1-1 1 0 0,0 1-1 0 0,0 20 0 0 0,-2-30-98 0 0,0 1-1 0 0,-1 0 0 0 0,0 0 0 0 0,-1 0 1 0 0,0 0-1 0 0,-2 11 0 0 0,2-17-36 0 0,1 0-1 0 0,-1 1 1 0 0,0-1 0 0 0,0 0-1 0 0,0 0 1 0 0,0 0-1 0 0,0-1 1 0 0,-3 5-1 0 0,2-3-6 0 0,-2 3-59 0 0,-7 3-5 0 0,9-9 42 0 0,-1 0 1 0 0,1 0 0 0 0,-1 0-1 0 0,1 0 1 0 0,-1-1 0 0 0,1 1-1 0 0,-1-1 1 0 0,0 1 0 0 0,1-1-1 0 0,-1 0 1 0 0,0 0 0 0 0,1-1-1 0 0,-5 0 1 0 0,5 1 24 0 0,0 0-8 0 0,0 0 0 0 0,0 0 0 0 0,0-1 0 0 0,0 1 0 0 0,0-1 0 0 0,0 1 0 0 0,0-1 0 0 0,0 0 0 0 0,0 1 0 0 0,1-1 0 0 0,-4-2-1 0 0,-2-1-6 0 0,-8-4 13 0 0,0 0 1 0 0,1-1-1 0 0,0-1 1 0 0,1 0-1 0 0,0-1 0 0 0,-20-21 1 0 0,24 22-22 0 0,0-1 1 0 0,0 0-1 0 0,2 0 1 0 0,-1-1-1 0 0,1 0 0 0 0,1-1 1 0 0,0 1-1 0 0,-6-20 1 0 0,10 22-404 0 0,1 0 0 0 0,-1 0 0 0 0,1 0 0 0 0,1-12 1 0 0,2 13-2219 0 0,0 4 1611 0 0,1-1 0 0 0,0 0-1 0 0,0 1 1 0 0,0 0-1 0 0,1 0 1 0 0,0 0-1 0 0,-1 0 1 0 0,2 0 0 0 0,-1 1-1 0 0,1 0 1 0 0,6-5-1 0 0,17-10-6369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23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1 144 0 0,'0'0'20497'0'0,"-1"6"-19763"0"0,-2 0-517 0 0,3-4-118 0 0,-1 1 0 0 0,0-1 0 0 0,0 1 1 0 0,1-1-1 0 0,-1 1 0 0 0,1-1 0 0 0,0 1 0 0 0,0-1 0 0 0,0 5 0 0 0,0 78 1082 0 0,2 8-390 0 0,-1-82-772 0 0,0 0 0 0 0,0 0-1 0 0,4 15 1 0 0,2-4-9641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23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4032 0 0,'3'-2'9005'0'0,"6"-6"-6816"0"0,-6 6-704 0 0,-1 0-269 0 0,8-2-191 0 0,-7 3-139 0 0,0 0-177 0 0,9-3-205 0 0,-9 3-147 0 0,0 2 50 0 0,40 2 794 0 0,-18 0-534 0 0,43 11 0 0 0,-56-11-507 0 0,-1 1 0 0 0,1 0 1 0 0,-1 1-1 0 0,0 0 1 0 0,0 0-1 0 0,-1 1 0 0 0,18 14 1 0 0,-23-16-89 0 0,0 1-1 0 0,1 0 1 0 0,-1 0 0 0 0,-1 0 0 0 0,1 1 0 0 0,-1 0-1 0 0,0 0 1 0 0,0 0 0 0 0,-1 0 0 0 0,0 0 0 0 0,0 1-1 0 0,0 0 1 0 0,-1-1 0 0 0,2 9 0 0 0,-2-1 40 0 0,0-1 1 0 0,-1 1-1 0 0,0-1 1 0 0,-1 1-1 0 0,-1 0 1 0 0,0-1 0 0 0,-6 25-1 0 0,4-28-104 0 0,0 1-1 0 0,0-1 1 0 0,-2 0-1 0 0,1 0 1 0 0,-1 0-1 0 0,0-1 1 0 0,-1 1 0 0 0,0-1-1 0 0,-1-1 1 0 0,-8 11-1 0 0,12-17-4 0 0,0 1-1 0 0,0 0 1 0 0,-1-1-1 0 0,1 1 1 0 0,0-1-1 0 0,-1 0 1 0 0,0 0 0 0 0,1 0-1 0 0,-1-1 1 0 0,-5 2-1 0 0,8-3 9 0 0,0 1-1 0 0,-1-1 1 0 0,1 0 0 0 0,0 0-1 0 0,0 1 1 0 0,0-1 0 0 0,-1 0-1 0 0,1 0 1 0 0,0-1 0 0 0,0 1-1 0 0,-1 0 1 0 0,1 0-1 0 0,-2-1 1 0 0,-1 0 21 0 0,-5-2 140 0 0,1-2-139 0 0,0 0 1 0 0,1 0-1 0 0,-1-1 1 0 0,1 0-1 0 0,0 0 1 0 0,1 0 0 0 0,0-1-1 0 0,0 0 1 0 0,0 0-1 0 0,-5-11 1 0 0,3 4 6 0 0,1-1 1 0 0,0 0-1 0 0,1 0 1 0 0,1 0-1 0 0,1-1 1 0 0,0 0-1 0 0,1 0 1 0 0,1 0-1 0 0,0 0 1 0 0,1-1-1 0 0,1 1 1 0 0,0 0-1 0 0,1-1 1 0 0,1 1 0 0 0,1 0-1 0 0,0 0 1 0 0,1 0-1 0 0,7-16 1 0 0,-7 23-721 0 0,0 0 1 0 0,9-11 0 0 0,-9 14-23 0 0,-4 6 424 0 0,0-1 1 0 0,1 0-1 0 0,-1 1 0 0 0,1-1 0 0 0,-1 0 0 0 0,1 1 1 0 0,-1-1-1 0 0,1 1 0 0 0,-1-1 0 0 0,1 1 0 0 0,0-1 1 0 0,-1 1-1 0 0,1-1 0 0 0,0 1 0 0 0,-1 0 1 0 0,1-1-1 0 0,0 1 0 0 0,-1 0 0 0 0,2-1 0 0 0,0 1-945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24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0 680 0 0,'0'0'21049'0'0,"6"6"-20372"0"0,17 15-145 0 0,-17-15 356 0 0,-3 11-500 0 0,-2-14-228 0 0,-1 1-15 0 0,1 11 355 0 0,-2 24-1 0 0,1 26 287 0 0,1-41-935 0 0,-2-10-402 0 0,2 0-1 0 0,0 0 0 0 0,1 0 0 0 0,3 14 1 0 0,2-4-1277 0 0,-1-5-2201 0 0,-1-11 510 0 0,13 15-862 0 0,-1-5-2499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26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 3944 0 0,'-1'2'8830'0'0,"0"-1"-8425"0"0,1 1 0 0 0,0-1 0 0 0,-1 1 1 0 0,1-1-1 0 0,0 1 0 0 0,0-1 0 0 0,0 1 0 0 0,0-1 1 0 0,0 1-1 0 0,1-1 0 0 0,-1 1 0 0 0,1 2 0 0 0,4 8-244 0 0,-3-7 23 0 0,-2-5-165 0 0,0 1-1 0 0,0 0 1 0 0,0-1 0 0 0,0 1-1 0 0,0 0 1 0 0,0-1-1 0 0,0 1 1 0 0,0-1-1 0 0,1 1 1 0 0,-1 0-1 0 0,0-1 1 0 0,0 1-1 0 0,1-1 1 0 0,-1 1-1 0 0,0 0 1 0 0,1 0 0 0 0,6 11 445 0 0,19 50 2227 0 0,-22-35-1868 0 0,-3-10-492 0 0,0-9-219 0 0,0 0-1 0 0,-1 1 1 0 0,0-1 0 0 0,0 0 0 0 0,-1 0 0 0 0,-3 15-1 0 0,2-8 20 0 0,-1-1-82 0 0,0 0 0 0 0,-1-1 0 0 0,-1 0 0 0 0,0 0 0 0 0,0 0 0 0 0,-2 0 0 0 0,1-1 0 0 0,-2 0 0 0 0,1-1 0 0 0,-16 18 0 0 0,22-28-43 0 0,0 0 1 0 0,1 0-1 0 0,-1-1 1 0 0,0 1-1 0 0,0 0 0 0 0,0-1 1 0 0,1 1-1 0 0,-1-1 1 0 0,0 1-1 0 0,0-1 1 0 0,0 1-1 0 0,0-1 0 0 0,0 0 1 0 0,0 0-1 0 0,0 1 1 0 0,-2-1-1 0 0,1 0 10 0 0,1 1-7 0 0,0-1-1 0 0,0 1 0 0 0,0-1 1 0 0,0 0-1 0 0,0 1 0 0 0,1-1 1 0 0,-1 0-1 0 0,0 0 0 0 0,0 1 1 0 0,0-1-1 0 0,0 0 0 0 0,0 0 1 0 0,0 0-1 0 0,0 0 0 0 0,0-1 1 0 0,-1 1-1 0 0,-6-1 203 0 0,2-2-92 0 0,1 0-66 0 0,-1-1 1 0 0,0 0 0 0 0,1 0 0 0 0,-1 0 0 0 0,1-1-1 0 0,0 1 1 0 0,1-1 0 0 0,-5-6 0 0 0,2 1 50 0 0,2-1 0 0 0,-1 1 0 0 0,1-1 1 0 0,1 0-1 0 0,0-1 0 0 0,0 1 0 0 0,1-1 0 0 0,1 0 1 0 0,-2-12-1 0 0,4 19-42 0 0,-1-1 0 0 0,1 1 1 0 0,0-1-1 0 0,1 1 0 0 0,0-1 0 0 0,-1 1 0 0 0,2-1 1 0 0,-1 1-1 0 0,1 0 0 0 0,-1 0 0 0 0,1 0 1 0 0,1 0-1 0 0,-1 0 0 0 0,1 0 0 0 0,4-5 1 0 0,-3 4 16 0 0,0 1 0 0 0,1-1 1 0 0,0 1-1 0 0,0 0 0 0 0,1 1 1 0 0,0-1-1 0 0,-1 1 1 0 0,1 0-1 0 0,1 0 0 0 0,9-4 1 0 0,-2 3-383 0 0,0 1 0 0 0,0 0 1 0 0,0 1-1 0 0,0 0 0 0 0,18-1 1 0 0,73 2-10005 0 0,-65 3 4310 0 0,-13-1-1578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26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85 2624 0 0,'0'0'7187'0'0,"0"-4"-5325"0"0,0-2-1177 0 0,1 0 0 0 0,0 0 1 0 0,0 0-1 0 0,1 0 0 0 0,0 0 0 0 0,0 0 0 0 0,3-5 0 0 0,3 0 600 0 0,-5 10-1036 0 0,-1-1 523 0 0,1-1-29 0 0,0 2-377 0 0,-1-1 1 0 0,2 1-1 0 0,-1-1 0 0 0,0 1 0 0 0,0 0 0 0 0,0 0 1 0 0,5-1-1 0 0,-5 2 665 0 0,1 4-569 0 0,-1-1-305 0 0,-2-2-103 0 0,1 0 0 0 0,-1 0 0 0 0,1 0 0 0 0,-1 0 0 0 0,0 1-1 0 0,0-1 1 0 0,0 0 0 0 0,0 1 0 0 0,0-1 0 0 0,0 1 0 0 0,0 0 0 0 0,0-1-1 0 0,-1 1 1 0 0,1 0 0 0 0,0-1 0 0 0,-1 1 0 0 0,0 0 0 0 0,1-1 0 0 0,-1 5-1 0 0,2 27 244 0 0,-3 1-1 0 0,-7 60 0 0 0,5-69-1113 0 0,0 0 0 0 0,0 28 0 0 0,4-40 195 0 0,0 4-3885 0 0,0 1-4318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27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1 640 0 0,'0'0'21469'0'0,"5"2"-21149"0"0,0 0-231 0 0,-3-1-47 0 0,0 0 1 0 0,0 0-1 0 0,-1-1 1 0 0,1 1-1 0 0,0 0 1 0 0,0-1-1 0 0,0 0 1 0 0,0 1-1 0 0,4-1 1 0 0,-3 3 219 0 0,5 3-63 0 0,-1 0 0 0 0,-1 0 1 0 0,1 0-1 0 0,-1 1 1 0 0,0 0-1 0 0,-1 0 0 0 0,0 0 1 0 0,7 12-1 0 0,-8-6-166 0 0,0 0 1 0 0,-1 1-1 0 0,0-1 1 0 0,-1 1-1 0 0,0 0 1 0 0,-1 0-1 0 0,-1 15 1 0 0,-2 9-1775 0 0,-9 49 0 0 0,6-67-800 0 0,-1-1-827 0 0,4-2-2655 0 0,0 5-1070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28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2832 0 0,'0'0'12965'0'0,"3"1"-11276"0"0,12 2-251 0 0,-15-3-1349 0 0,1 0 1 0 0,-1 0 0 0 0,1 1-1 0 0,0-1 1 0 0,-1 0 0 0 0,1 1 0 0 0,-1-1-1 0 0,1 0 1 0 0,-1 1 0 0 0,1-1-1 0 0,-1 1 1 0 0,1-1 0 0 0,-1 1-1 0 0,0-1 1 0 0,1 1 0 0 0,-1-1-1 0 0,0 1 1 0 0,1-1 0 0 0,-1 1 0 0 0,0 0-1 0 0,0-1 1 0 0,1 1 0 0 0,-1-1-1 0 0,0 2 1 0 0,9 15 1463 0 0,10 20 0 0 0,-15-26-1247 0 0,5 18 196 0 0,12 82-426 0 0,-10-59-3314 0 0,-11-49-617 0 0,10 19-11448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30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6697 0 0,'-3'22'1605'0'0,"1"1"265"0"0,1 3 2235 0 0,2-21-3434 0 0,-2 18 1643 0 0,-2-8-1685 0 0,1-1 622 0 0,-2 28 0 0 0,7-6-619 0 0,-3-32-402 0 0,1 0-25 0 0,3 13-18 0 0,-3-15-166 0 0,0 0 0 0 0,0 0 0 0 0,0 0 0 0 0,0 0 0 0 0,0 0 0 0 0,0 0 0 0 0,0 0 0 0 0,1 0 0 0 0,-1-1 0 0 0,1 1 0 0 0,-1 0 0 0 0,4 1 0 0 0,-4-1-47 0 0,11 10-380 0 0,-2 2 0 0 0,1-1 0 0 0,-2 1 0 0 0,13 25 0 0 0,-3 6-4943 0 0,-15-38 3968 0 0,3 10-4278 0 0,3 8 944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30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1448 0 0,'23'21'12043'0'0,"5"8"-7007"0"0,-19-20-4068 0 0,-6-6-733 0 0,0-1 0 0 0,1 1 0 0 0,-1-1 1 0 0,1 0-1 0 0,-1 0 0 0 0,8 3 0 0 0,-7-4-181 0 0,17 10 643 0 0,-13-7-486 0 0,0 0 1 0 0,0 1-1 0 0,0 0 1 0 0,7 6-1 0 0,-5-1 57 0 0,-6-8-206 0 0,-1 0 0 0 0,0 1 1 0 0,0 0-1 0 0,-1 0 0 0 0,1 0 0 0 0,-1 0 0 0 0,1 0 1 0 0,-1 0-1 0 0,0 1 0 0 0,0-1 0 0 0,0 1 1 0 0,-1-1-1 0 0,1 1 0 0 0,1 7 0 0 0,-1-7 12 0 0,-2-2-47 0 0,1-1 0 0 0,0 0 1 0 0,-1 1-1 0 0,0-1 0 0 0,1 0 0 0 0,-1 1 0 0 0,0-1 0 0 0,0 1 1 0 0,0-1-1 0 0,0 0 0 0 0,0 1 0 0 0,0-1 0 0 0,0 1 0 0 0,-1 1 1 0 0,-3 14 329 0 0,-11 28 0 0 0,15-45-352 0 0,0 1-1 0 0,-1-1 1 0 0,1 1 0 0 0,0 0-1 0 0,-1-1 1 0 0,1 1-1 0 0,-1-1 1 0 0,1 1 0 0 0,-1-1-1 0 0,1 1 1 0 0,-1-1-1 0 0,1 1 1 0 0,-1-1 0 0 0,0 0-1 0 0,1 1 1 0 0,-1-1-1 0 0,0 0 1 0 0,1 0-1 0 0,-1 1 1 0 0,0-1 0 0 0,1 0-1 0 0,-2 0 1 0 0,1 0 2 0 0,-1 2-46 0 0,-2-2-19 0 0,-9 1 24 0 0,10 0 52 0 0,-2-4 60 0 0,4 2-68 0 0,-4-2 19 0 0,0 0-1 0 0,1 0 1 0 0,-1 0-1 0 0,1-1 1 0 0,0 0-1 0 0,0 0 1 0 0,-5-7-1 0 0,-2-6-41 0 0,0 0 0 0 0,-14-33-1 0 0,21 40-62 0 0,0-1-1 0 0,0 0 1 0 0,1 0-1 0 0,1 0 0 0 0,0-1 1 0 0,1 1-1 0 0,-1-13 1 0 0,1 18 21 0 0,1 4 19 0 0,0 0 1 0 0,0-1-1 0 0,0 1 1 0 0,0 0 0 0 0,0 0-1 0 0,0-1 1 0 0,0 1-1 0 0,1 0 1 0 0,0-4-1 0 0,3-11-145 0 0,0 10-86 0 0,-4 6 226 0 0,3-2-196 0 0,0 0 1 0 0,0 1 0 0 0,0-1 0 0 0,5-3-1 0 0,-1 5-1621 0 0,78 13-9714 0 0,-47-3 4833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31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38 3344 0 0,'0'0'5669'0'0,"7"4"-1734"0"0,21 12-1714 0 0,-22-12-761 0 0,-5-4-1355 0 0,0 0 0 0 0,-1 0 1 0 0,1 0-1 0 0,-1 1 0 0 0,1-1 0 0 0,0 0 1 0 0,-1 1-1 0 0,1-1 0 0 0,-1 0 0 0 0,1 1 1 0 0,-1-1-1 0 0,1 0 0 0 0,-1 1 0 0 0,1-1 1 0 0,-1 1-1 0 0,1 0 0 0 0,4 5 928 0 0,1 0-788 0 0,-1 0-1 0 0,0 0 1 0 0,-1 1-1 0 0,0 0 1 0 0,0 0-1 0 0,0 0 1 0 0,-1 0-1 0 0,0 1 1 0 0,3 9-1 0 0,-1-1-224 0 0,-1 0-1 0 0,-1 1 1 0 0,2 25-1 0 0,-3 38 291 0 0,-2-75-282 0 0,0 0 0 0 0,-1 0-1 0 0,0 0 1 0 0,1 0 0 0 0,-2 0 0 0 0,1 0 0 0 0,0 0-1 0 0,-1 0 1 0 0,0 0 0 0 0,0 0 0 0 0,-5 7-1 0 0,-1-1 47 0 0,7-11-70 0 0,1 0 1 0 0,-1 1 0 0 0,1-1 0 0 0,0 1-1 0 0,-1-1 1 0 0,1 1 0 0 0,-1-1-1 0 0,0 0 1 0 0,1 1 0 0 0,-1-1-1 0 0,1 0 1 0 0,-1 0 0 0 0,1 0 0 0 0,-1 1-1 0 0,0-1 1 0 0,1 0 0 0 0,-1 0-1 0 0,1 0 1 0 0,-1 0 0 0 0,0 0-1 0 0,1 0 1 0 0,-1 0 0 0 0,0 0-1 0 0,0 0 11 0 0,-2 0 56 0 0,-2-3 11 0 0,-5-4-3 0 0,2 0 0 0 0,-1 0 0 0 0,1-1 1 0 0,0 0-1 0 0,1-1 0 0 0,0 0 0 0 0,0 0 0 0 0,1 0 1 0 0,-10-20-1 0 0,9 13 144 0 0,1 0 0 0 0,0-1-1 0 0,1 1 1 0 0,1-1 0 0 0,1 0 0 0 0,0 0 0 0 0,0-19 0 0 0,3 28-389 0 0,1 0-1 0 0,-1 0 1 0 0,1 0 0 0 0,1 0-1 0 0,0 1 1 0 0,0-1 0 0 0,4-10-1 0 0,-3 12-751 0 0,0 1 1 0 0,0-1-1 0 0,1 0 0 0 0,-1 1 0 0 0,1-1 0 0 0,1 1 0 0 0,-1 0 0 0 0,1 1 0 0 0,8-8 0 0 0,-6 8-3566 0 0,12-7-3308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32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1232 0 0,'-6'9'19667'0'0,"36"33"-18918"0"0,-4 4 187 0 0,-4-1-593 0 0,28 80 1 0 0,-49-122-901 0 0,-1 0-1088 0 0,3 9-2059 0 0,-3-9 229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33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3600 0 0,'4'2'5275'0'0,"55"30"4635"0"0,-56-30-9155 0 0,1-1-93 0 0,44 20 2848 0 0,-46-19-3189 0 0,0 1-49 0 0,0 0-200 0 0,0 1-1 0 0,0-1 1 0 0,-1 1 0 0 0,1 0-1 0 0,-1-1 1 0 0,0 1 0 0 0,0 0-1 0 0,0 0 1 0 0,-1 0 0 0 0,1 5 0 0 0,-2 47-85 0 0,0-42-58 0 0,-1 2-604 0 0,0 0 0 0 0,-5 20 0 0 0,4-27-4491 0 0,0-3 3640 0 0,1-2 304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37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0 4456 0 0,'1'3'4930'0'0,"4"11"-1315"0"0,-1-2-1303 0 0,11 22-1 0 0,5-12-1746 0 0,-18-20 316 0 0,1-1-349 0 0,12 1-17 0 0,-12-2 607 0 0,2 0-749 0 0,37-3 888 0 0,-38 3-1167 0 0,9 7 116 0 0,-11-5-141 0 0,0 0 2 0 0,4 7 10 0 0,-4-7-9 0 0,-2 2 9 0 0,5 32 130 0 0,-6-20-173 0 0,-1 0 1 0 0,0-1-1 0 0,-1 1 1 0 0,-1 0-1 0 0,-1-1 1 0 0,0 0-1 0 0,-10 19 1 0 0,10-20-19 0 0,-5 5-66 0 0,-1 0 0 0 0,0 0 0 0 0,-1-1 0 0 0,-23 25 0 0 0,34-41 45 0 0,-1-1 27 0 0,1 1 1 0 0,-1-1-1 0 0,0 1 1 0 0,0-1-1 0 0,0 0 1 0 0,0 0-1 0 0,0 0 0 0 0,0 0 1 0 0,0 0-1 0 0,0 0 1 0 0,0 0-1 0 0,-3 0 1 0 0,3 0-62 0 0,-1 0 111 0 0,-1-4-22 0 0,2 0-37 0 0,-1 1-7 0 0,0 0-1 0 0,0-1 1 0 0,0 1-1 0 0,1-1 1 0 0,-1 0-1 0 0,1 1 1 0 0,0-1-1 0 0,0 0 1 0 0,0 0-1 0 0,0-1 1 0 0,0 1-1 0 0,1 0 1 0 0,-1-1-1 0 0,0-4 1 0 0,0 0-6 0 0,-1-3 55 0 0,1 1 0 0 0,0-1 0 0 0,1 0 0 0 0,0 1 0 0 0,1-21 0 0 0,3-5 263 0 0,11-43 1 0 0,-10 60-12 0 0,2 0 1 0 0,0 0-1 0 0,1 1 0 0 0,11-22 0 0 0,-17 38-296 0 0,-1 1-1 0 0,1 0 0 0 0,0 0 1 0 0,0 0-1 0 0,-1 0 0 0 0,1 0 1 0 0,0 0-1 0 0,0 0 0 0 0,0 0 1 0 0,0 0-1 0 0,0 1 1 0 0,2-2-1 0 0,0 0 4 0 0,-2 1-29 0 0,-1 0 0 0 0,1 0 0 0 0,0 1-1 0 0,0-1 1 0 0,0 0 0 0 0,0 1-1 0 0,-1-1 1 0 0,1 0 0 0 0,0 1-1 0 0,0-1 1 0 0,0 1 0 0 0,0 0-1 0 0,1-1 1 0 0,0 1 0 0 0,2-1-57 0 0,-4 0 34 0 0,1 1 1 0 0,0 0-1 0 0,0-1 0 0 0,-1 1 0 0 0,1 0 0 0 0,0-1 1 0 0,0 1-1 0 0,0 0 0 0 0,-1 0 0 0 0,1 0 0 0 0,0 0 1 0 0,0 0-1 0 0,0 0 0 0 0,0 0 0 0 0,0 0 1 0 0,-1 0-1 0 0,2 0 0 0 0,6 1-913 0 0,-3 1-835 0 0,19 9-2442 0 0,2 6-4308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37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1680 0 0,'0'0'13983'0'0,"3"5"-12324"0"0,2 3-887 0 0,-1 0 1 0 0,1 0-1 0 0,-2 1 1 0 0,1-1-1 0 0,3 14 1 0 0,6 83 541 0 0,-10-38-3401 0 0,-3-55-2541 0 0,-1-6 3233 0 0,0-1 239 0 0,1-2-3223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36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3600 0 0,'-2'13'4129'0'0,"0"11"6190"0"0,1-10-6009 0 0,0-2-4435 0 0,3-10 435 0 0,8 13 47 0 0,-1 0 0 0 0,0 1 0 0 0,13 31 0 0 0,3 20-2980 0 0,-13-41-15965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38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1512 0 0,'0'0'10824'0'0,"9"5"-8630"0"0,26 12-602 0 0,-27-13 2050 0 0,-6-2-2799 0 0,6 6-120 0 0,-6-6 538 0 0,-1 1-742 0 0,9 29 1311 0 0,-9-28-1628 0 0,-1 0 21 0 0,0 11 28 0 0,0-12 61 0 0,-1 3-194 0 0,-15 72-1774 0 0,12-62-794 0 0,2-13 1551 0 0,1 0-2912 0 0,0 2 344 0 0,-6 14-868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39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8065 0 0,'0'0'12660'0'0,"-1"4"-12093"0"0,0 13-168 0 0,0-12 409 0 0,3 1-550 0 0,15 51 340 0 0,-5-2-821 0 0,-4 0 0 0 0,-1 1 0 0 0,-2 90 0 0 0,-6-121-3779 0 0,-2-3-1334 0 0,1-5 1212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39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4160 0 0,'0'0'5606'0'0,"-2"3"-1838"0"0,-6 11-1773 0 0,6-11 619 0 0,1 0-1517 0 0,-15 30 2948 0 0,15-32-3877 0 0,0 1-1 0 0,1-1 1 0 0,-1 1 0 0 0,1-1 0 0 0,-1 1 0 0 0,1-1-1 0 0,0 1 1 0 0,0-1 0 0 0,0 1 0 0 0,0 0 0 0 0,0 2-1 0 0,0 3 313 0 0,-10 126 5095 0 0,2-19-8797 0 0,0-75-4769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44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83 720 0 0,'0'0'9862'0'0,"4"-6"-8739"0"0,11-16 193 0 0,-11 16 2141 0 0,-1 4-2613 0 0,7-5-78 0 0,-7 6 497 0 0,-1 0-732 0 0,8-3-142 0 0,-7 3 467 0 0,-2 2-827 0 0,-1 0-1 0 0,1 0 1 0 0,0-1-1 0 0,-1 1 1 0 0,1 0 0 0 0,0-1-1 0 0,0 1 1 0 0,0-1-1 0 0,0 1 1 0 0,-1-1-1 0 0,1 1 1 0 0,0-1-1 0 0,1 0 1 0 0,0 1 15 0 0,0 0 1 0 0,-1-1-1 0 0,1 1 0 0 0,0 0 1 0 0,-1 0-1 0 0,1-1 1 0 0,-1 1-1 0 0,1 0 0 0 0,1 2 1 0 0,40 33 1181 0 0,-36-30-1040 0 0,1 1 0 0 0,-1 0-1 0 0,0 0 1 0 0,0 1 0 0 0,-1 0-1 0 0,0 0 1 0 0,0 1 0 0 0,-1-1-1 0 0,0 1 1 0 0,7 17 0 0 0,-8-13-58 0 0,0 0-1 0 0,-1 1 1 0 0,0-1 0 0 0,-1 0 0 0 0,-1 1 0 0 0,0-1 0 0 0,-1 21-1 0 0,-3 12 37 0 0,-11 53 0 0 0,10-79-129 0 0,-1 0-1 0 0,0 0 0 0 0,-2-1 1 0 0,-18 38-1 0 0,23-53-13 0 0,-1 0 0 0 0,0 1 0 0 0,1-1 1 0 0,-2 0-1 0 0,1 0 0 0 0,0-1 0 0 0,-1 1 0 0 0,1-1 1 0 0,-1 0-1 0 0,0 0 0 0 0,0 0 0 0 0,-1 0 0 0 0,1-1 1 0 0,-1 1-1 0 0,1-1 0 0 0,-1-1 0 0 0,-9 4 0 0 0,7-4 7 0 0,-1 0 0 0 0,0 0-1 0 0,1-1 1 0 0,-1 0 0 0 0,1 0-1 0 0,-1-1 1 0 0,0 0 0 0 0,1 0-1 0 0,-1-1 1 0 0,1 0 0 0 0,-8-3-1 0 0,-7-4 23 0 0,0 0-1 0 0,0-2 1 0 0,1-1-1 0 0,0 0 1 0 0,-22-19-1 0 0,13 7-9 0 0,1-2 0 0 0,-37-43 0 0 0,49 49-20 0 0,0-1-1 0 0,2 0 1 0 0,-23-44 0 0 0,31 52-3 0 0,1 0 1 0 0,1-1 0 0 0,0 0-1 0 0,1 0 1 0 0,0 0 0 0 0,1 0 0 0 0,1-1-1 0 0,-1-21 1 0 0,3 30-14 0 0,0-1 0 0 0,0 0 1 0 0,1 0-1 0 0,1 1 0 0 0,-1-1 1 0 0,1 0-1 0 0,0 1 0 0 0,0 0 0 0 0,1-1 1 0 0,0 1-1 0 0,0 0 0 0 0,0 0 0 0 0,1 0 1 0 0,0 1-1 0 0,0-1 0 0 0,0 1 0 0 0,1 0 1 0 0,0 0-1 0 0,0 1 0 0 0,0-1 1 0 0,0 1-1 0 0,1 0 0 0 0,0 1 0 0 0,10-6 1 0 0,-4 4-399 0 0,-1 1 1 0 0,1 0-1 0 0,0 0 1 0 0,0 1 0 0 0,0 1-1 0 0,0 0 1 0 0,0 1-1 0 0,0 0 1 0 0,1 1-1 0 0,-1 0 1 0 0,0 1 0 0 0,24 4-1 0 0,-5 3-3802 0 0,-2 1 1 0 0,40 18-1 0 0,-28-8-3579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45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0 208 0 0,'0'0'20755'0'0,"2"3"-20390"0"0,2 6-201 0 0,-1 0 0 0 0,0 1-1 0 0,-1 0 1 0 0,0-1 0 0 0,0 1 0 0 0,0 14 0 0 0,2 8 14 0 0,12 63-397 0 0,10 65-1298 0 0,-22-108-3025 0 0,-2 0-3620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46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6041 0 0,'0'0'16043'0'0,"11"0"-15812"0"0,30-2 3 0 0,-28 2-27 0 0,-4 6-116 0 0,-1-1 1 0 0,0 1-1 0 0,-1 1 1 0 0,1-1-1 0 0,-1 1 0 0 0,0 1 1 0 0,-1-1-1 0 0,0 1 0 0 0,0 0 1 0 0,-1 1-1 0 0,0-1 1 0 0,0 1-1 0 0,-1 0 0 0 0,4 10 1 0 0,-5-8-84 0 0,1-1 0 0 0,-2 1-1 0 0,1 1 1 0 0,-2-1 0 0 0,1 0 0 0 0,-2 0 0 0 0,1 1 0 0 0,-1-1 0 0 0,-1 0 0 0 0,0 0 0 0 0,-1 1 0 0 0,-3 12 0 0 0,0-11-82 0 0,0 0-1 0 0,0-1 1 0 0,-1 0 0 0 0,0 0 0 0 0,-1-1 0 0 0,-10 14 0 0 0,-55 58-301 0 0,48-58 434 0 0,22-23-20 0 0,1 0 0 0 0,-1 0-1 0 0,1 1 1 0 0,-1-1-1 0 0,1 0 1 0 0,0 0-1 0 0,0 1 1 0 0,0-1-1 0 0,0 1 1 0 0,0-1-1 0 0,0 3 1 0 0,1-4-29 0 0,0 2 84 0 0,2 2-35 0 0,2 3-82 0 0,-1-1 0 0 0,2 0 1 0 0,-1 0-1 0 0,1 0 0 0 0,0-1 0 0 0,0 1 1 0 0,7 5-1 0 0,4 1-734 0 0,0-2 0 0 0,1 1 0 0 0,27 12-1 0 0,-23-14-2991 0 0,0-2 0 0 0,42 12 0 0 0,-21-11-3054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47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 2704 0 0,'0'0'5201'0'0,"0"-3"-1746"0"0,1-2-2645 0 0,-1-1 1 0 0,1 1-1 0 0,1 0 0 0 0,2-8 0 0 0,1 7-538 0 0,1 2 12 0 0,-2 2-24 0 0,0-1-1 0 0,-1 1 1 0 0,1 0-1 0 0,0 1 1 0 0,0-1-1 0 0,0 1 1 0 0,0-1-1 0 0,1 1 1 0 0,-1 0-1 0 0,6 0 1 0 0,19-1 570 0 0,-1 1 0 0 0,1 2 1 0 0,39 5-1 0 0,-51-3-638 0 0,1 0-1 0 0,-1 2 1 0 0,0 0 0 0 0,-1 0-1 0 0,0 2 1 0 0,1 0 0 0 0,16 11-1 0 0,-30-16-161 0 0,-1-1 0 0 0,0 1-1 0 0,1 0 1 0 0,-1 0 0 0 0,0 0 0 0 0,0 0-1 0 0,0 1 1 0 0,0-1 0 0 0,-1 1 0 0 0,4 4 0 0 0,-4-5-11 0 0,-7 2-100 0 0,0 0 57 0 0,0-1 0 0 0,0 1-1 0 0,0-1 1 0 0,-1-1 0 0 0,1 1-1 0 0,-1-1 1 0 0,0 0 0 0 0,0-1-1 0 0,-8 2 1 0 0,-18-3-11 0 0,0-1 1 0 0,-32-5 0 0 0,-1 0 200 0 0,51 7 68 0 0,13 1-189 0 0,-1-2 99 0 0,1 3-29 0 0,-4 8-11 0 0,6-11-101 0 0,0 1 0 0 0,0-1-1 0 0,0 0 1 0 0,-1 1 0 0 0,1-1-1 0 0,0 0 1 0 0,0 1 0 0 0,0-1-1 0 0,0 0 1 0 0,0 0 0 0 0,0 1-1 0 0,0-1 1 0 0,0 0 0 0 0,0 1-1 0 0,0-1 1 0 0,0 0 0 0 0,0 1-1 0 0,0-1 1 0 0,0 0 0 0 0,1 1-1 0 0,-1-1 1 0 0,0 0 0 0 0,0 1-1 0 0,0-1 1 0 0,0 0 0 0 0,1 1-1 0 0,6 15 15 0 0,0 1-1 0 0,1-2 1 0 0,13 20-1 0 0,13 12 51 0 0,62 96 72 0 0,-91-135-158 0 0,-1 1 1 0 0,-1-1-1 0 0,0 1 1 0 0,4 13 0 0 0,-7-21-13 0 0,0 0 0 0 0,1 0 0 0 0,-1 1 0 0 0,0-1 0 0 0,0 0 0 0 0,0 0 0 0 0,0 0 1 0 0,0 0-1 0 0,0 0 0 0 0,0 0 0 0 0,-1 0 0 0 0,1 0 0 0 0,0 0 0 0 0,-1 0 1 0 0,1 1-1 0 0,-1 1-129 0 0,-3 4-1261 0 0,2-5 212 0 0,0-1 838 0 0,1 1 0 0 0,0-1 0 0 0,-1 0 0 0 0,1 0 0 0 0,-1 0 0 0 0,1 0 0 0 0,-1 0-1 0 0,-2 1 1 0 0,2-1-481 0 0,0-1 0 0 0,0 1 0 0 0,0-1 0 0 0,0 0 0 0 0,0 0-1 0 0,0 1 1 0 0,0-1 0 0 0,-3-1 0 0 0,-27-1-6751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47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1744 0 0,'0'0'15910'0'0,"-2"2"-14492"0"0,0 0-1146 0 0,0 1 0 0 0,0-1 0 0 0,1 1 0 0 0,-1-1 0 0 0,1 1 0 0 0,0 0 0 0 0,-1 0 0 0 0,1 0-1 0 0,1 0 1 0 0,-1 0 0 0 0,0 0 0 0 0,1 0 0 0 0,-1 4 0 0 0,1-1-183 0 0,0 1 1 0 0,1 0-1 0 0,-1-1 0 0 0,1 1 0 0 0,4 10 0 0 0,0 0 38 0 0,1 0 0 0 0,0 0 0 0 0,18 30 0 0 0,-20-40-67 0 0,0 0 0 0 0,1-1 0 0 0,0 1 1 0 0,0-1-1 0 0,1 0 0 0 0,0 0 1 0 0,0-1-1 0 0,0 0 0 0 0,1 0 1 0 0,10 7-1 0 0,-11-10-24 0 0,-1 0 1 0 0,0 0 0 0 0,1-1-1 0 0,-1 1 1 0 0,1-1-1 0 0,0 0 1 0 0,0 0-1 0 0,-1-1 1 0 0,1 0 0 0 0,0 0-1 0 0,0 0 1 0 0,7-2-1 0 0,1-1 30 0 0,0 0 0 0 0,0-1 0 0 0,19-8 0 0 0,46-25 678 0 0,-76 36-547 0 0,-3 1-194 0 0,0 1 1 0 0,0 0-1 0 0,0-1 0 0 0,0 1 0 0 0,0 0 1 0 0,0-1-1 0 0,0 1 0 0 0,1 0 0 0 0,-1-1 1 0 0,0 1-1 0 0,0 0 0 0 0,1-1 0 0 0,-1 1 0 0 0,0 0 1 0 0,1 0-1 0 0,0 0-13 0 0,-1-1 0 0 0,1 1 0 0 0,-1 0 0 0 0,0 0 0 0 0,1 0-1 0 0,-1 0 1 0 0,0 0 0 0 0,0-1 0 0 0,0 1 0 0 0,0 0 0 0 0,1 0 0 0 0,-1 0 0 0 0,0 0 0 0 0,0 0 0 0 0,-1 0 0 0 0,1 0-1 0 0,0 0 1 0 0,0 0 0 0 0,0 0 0 0 0,-1 1 0 0 0,-8 37-1586 0 0,-15 41-1 0 0,-4 2-8214 0 0,23-67 7006 0 0,-2 9-4731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48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704 1 704 0 0,'0'0'13750'0'0,"-2"1"-12714"0"0,0-1-813 0 0,1 1-1 0 0,0-1 1 0 0,0 1 0 0 0,0 0 0 0 0,-1 0-1 0 0,1 0 1 0 0,0 0 0 0 0,0 0-1 0 0,0 0 1 0 0,0 0 0 0 0,0 0-1 0 0,0 0 1 0 0,1 0 0 0 0,-1 0-1 0 0,-1 3 1 0 0,1-1 452 0 0,-2-2-355 0 0,-7 6-7 0 0,7-5 5 0 0,-1-1-16 0 0,-33 9 492 0 0,-56 18 126 0 0,-117 55-566 0 0,207-82-355 0 0,0 1 0 0 0,0-1 1 0 0,1 1-1 0 0,-1 0 0 0 0,1 0 1 0 0,-1 0-1 0 0,1 0 0 0 0,0 0 1 0 0,-3 3-1 0 0,4-3 341 0 0,3 3-213 0 0,0 0-98 0 0,-1-2-15 0 0,0-1 0 0 0,0 1 0 0 0,0-1 0 0 0,1 1 0 0 0,-1-1 0 0 0,1 1 0 0 0,-1-1 1 0 0,1 0-1 0 0,0 0 0 0 0,0 1 0 0 0,0-1 0 0 0,3 2 0 0 0,153 116 399 0 0,-155-117-412 0 0,7 5 23 0 0,0 1 0 0 0,-1 0-1 0 0,0 1 1 0 0,15 20 0 0 0,-18-15-46 0 0,-5 2 10 0 0,-3-10-50 0 0,-6 6-22 0 0,2-8-33 0 0,-3-2-34 0 0,0 0 0 0 0,0-1 0 0 0,0 0 0 0 0,0-1 0 0 0,-1 0 0 0 0,1 0 0 0 0,-15-1 0 0 0,-72-9-625 0 0,74 6 684 0 0,-109-17-1213 0 0,44 5-3139 0 0,10 1-3401 0 0,44 9 2318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49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0 1728 0 0,'3'2'12180'0'0,"11"9"-4524"0"0,-11-10-7061 0 0,7 3-123 0 0,-7-3 1310 0 0,0 0-1623 0 0,3 2-146 0 0,-6-3 2 0 0,0 0-1 0 0,0 0 1 0 0,-1 0-1 0 0,1 0 1 0 0,0 0 0 0 0,0 0-1 0 0,0 0 1 0 0,0 0 0 0 0,0 0-1 0 0,0 0 1 0 0,0 1-1 0 0,0-1 1 0 0,0 0 0 0 0,0 0-1 0 0,0 0 1 0 0,0 0-1 0 0,0 0 1 0 0,0 0 0 0 0,0 0-1 0 0,-1 0 1 0 0,1 0 0 0 0,0 1-1 0 0,0-1 1 0 0,0 0-1 0 0,0 0 1 0 0,0 0 0 0 0,0 0-1 0 0,0 0 1 0 0,0 0-1 0 0,0 0 1 0 0,0 0 0 0 0,1 1-1 0 0,-1-1 1 0 0,0 0 0 0 0,0 0-1 0 0,0 0 1 0 0,0 0-1 0 0,0 0 1 0 0,0 0 0 0 0,0 0-1 0 0,0 0 1 0 0,0 0 0 0 0,0 1-1 0 0,0-1 1 0 0,0 0-1 0 0,0 0 1 0 0,0 0 0 0 0,0 0-1 0 0,1 0 1 0 0,-1 0-1 0 0,0 0 1 0 0,0 0 0 0 0,0 0-1 0 0,0 0 1 0 0,0 0 0 0 0,0 0-1 0 0,0 0 1 0 0,0 0-1 0 0,1 0 1 0 0,-1 0 0 0 0,0 0-1 0 0,0 0 1 0 0,0 0-1 0 0,0 0 1 0 0,0 0 0 0 0,0 0-1 0 0,-13 4 26 0 0,-1 0 0 0 0,-13 7 0 0 0,20-7-132 0 0,-1 1 1 0 0,2-1 0 0 0,-1 1-1 0 0,0 1 1 0 0,1-1 0 0 0,0 1 0 0 0,1 1-1 0 0,-1-1 1 0 0,1 1 0 0 0,0-1-1 0 0,1 1 1 0 0,-1 1 0 0 0,1-1-1 0 0,1 1 1 0 0,-6 15 0 0 0,8-15-148 0 0,3 4 89 0 0,-2-7 99 0 0,1 0-1 0 0,-1-1 1 0 0,1 1-1 0 0,0 0 1 0 0,1 0-1 0 0,-1 0 1 0 0,5 8-1 0 0,-4-10 55 0 0,1 0-1 0 0,-1 0 1 0 0,1 0 0 0 0,0 0-1 0 0,0-1 1 0 0,0 1-1 0 0,0-1 1 0 0,0 0-1 0 0,0 0 1 0 0,0 0-1 0 0,1 0 1 0 0,-1 0-1 0 0,1-1 1 0 0,0 0-1 0 0,5 2 1 0 0,-6-2 21 0 0,0-4-27 0 0,8-10-16 0 0,-9 10 9 0 0,-7-2 5 0 0,-2-1-73 0 0,-1 1-1 0 0,0 0 0 0 0,1 0 1 0 0,-2 1-1 0 0,1 0 1 0 0,0 0-1 0 0,-1 1 0 0 0,-13-3 1 0 0,4 3-1548 0 0,-23 0-10101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0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459 5 7529 0 0,'0'0'13172'0'0,"-11"-1"-12648"0"0,-152-3 940 0 0,132 4-1019 0 0,0 1-1 0 0,-48 9 1 0 0,64-7-1005 0 0,0 1-1 0 0,-24 10 1 0 0,28-9-1459 0 0,0 1 0 0 0,0 0 0 0 0,1 0 0 0 0,-11 9 0 0 0,11-7-1813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0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2600 0 0,'11'5'4439'0'0,"0"-1"-1"0"0,19 13 1 0 0,-23-12-3416 0 0,1 0-1 0 0,-1 0 1 0 0,-1 1-1 0 0,8 8 1 0 0,-9-8-825 0 0,0 0 0 0 0,0 1-1 0 0,-1 0 1 0 0,1 0 0 0 0,-2 0 0 0 0,1 0 0 0 0,-1 1 0 0 0,0-1-1 0 0,0 1 1 0 0,-1 0 0 0 0,2 14 0 0 0,1 24 230 0 0,-1 53 0 0 0,0 2-1859 0 0,5-33-3989 0 0,-1-28-2438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1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537 0 3008 0 0,'2'0'6841'0'0,"13"0"6449"0"0,-29 3-13019 0 0,-85 14-326 0 0,-190 27-6309 0 0,165-36-4268 0 0,97-8 7033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15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7081 0 0,'0'0'4714'0'0,"5"6"-1575"0"0,3 1-2243 0 0,16 20 2762 0 0,-22-26-2753 0 0,-1 0-808 0 0,0-1 0 0 0,0 1 0 0 0,0-1 0 0 0,0 1 0 0 0,0 0-1 0 0,0-1 1 0 0,0 1 0 0 0,-1 0 0 0 0,1 0 0 0 0,0 0 0 0 0,1 1 0 0 0,-2-2 3 0 0,3 2 603 0 0,-1 0-357 0 0,11 3 1143 0 0,7-18-1100 0 0,-16 11 48 0 0,-2-1-187 0 0,6-5 73 0 0,-6 5 241 0 0,-1 1-409 0 0,5-6-92 0 0,-4 6 977 0 0,0 8-939 0 0,1 1-74 0 0,-2-4-11 0 0,1 1 0 0 0,-1-1 0 0 0,0 1 0 0 0,0 0 0 0 0,1 6 0 0 0,15 134 484 0 0,-5-2-540 0 0,-1-50-1097 0 0,-10-84 712 0 0,1 0-1 0 0,0 0 1 0 0,5 13-1 0 0,5 5-6384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17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2280 0 0,'0'0'6475'0'0,"0"-3"-4181"0"0,4-20 5053 0 0,2-7-4826 0 0,-5 26-2123 0 0,0 1-13 0 0,3-8-38 0 0,-3 8-70 0 0,0 0-17 0 0,-2 5 1853 0 0,-6 57-744 0 0,4-27-1335 0 0,3-1 1 0 0,0 0 0 0 0,5 35-1 0 0,-3-47-114 0 0,0 0-109 0 0,1 0 0 0 0,1 0 0 0 0,12 34 0 0 0,3-10-2750 0 0,-15-38-1054 0 0,10 5 250 0 0,-7-7-705 0 0,11-3-3037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20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2896 0 0,'-2'2'9632'0'0,"0"1"-8776"0"0,0-1-1 0 0,0 1 0 0 0,0-1 1 0 0,0 1-1 0 0,1 0 1 0 0,0 0-1 0 0,-1-1 0 0 0,0 6 1 0 0,-1 5-876 0 0,3-9 84 0 0,0-1 20 0 0,0 9-8 0 0,0-8 1 0 0,0 0 66 0 0,5 75 1413 0 0,3-28-410 0 0,22 75 0 0 0,-18-79-816 0 0,18 50 349 0 0,-11-36-7283 0 0,-16-51 1710 0 0,2-4 3180 0 0,-3-2-24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1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395 189 3088 0 0,'3'1'6844'0'0,"10"4"7560"0"0,-16 1-14238 0 0,-24 47 231 0 0,3 9-249 0 0,10-34-171 0 0,8-13-29 0 0,-1 0 0 0 0,-1-1 0 0 0,0-1 0 0 0,-1 1 0 0 0,-20 22 0 0 0,-42 30-292 0 0,69-64 368 0 0,1 1 0 0 0,-1-1 0 0 0,1 0 0 0 0,-1 1 0 0 0,1-1 0 0 0,0 1 0 0 0,0-1 0 0 0,0 1 0 0 0,0 0 0 0 0,1-1 0 0 0,-1 4 0 0 0,0-4-14 0 0,1 1 17 0 0,-1 1 1 0 0,1 0 0 0 0,0 0 0 0 0,0 0-1 0 0,0 0 1 0 0,1-1 0 0 0,-1 1 0 0 0,1 0-1 0 0,0 0 1 0 0,0-1 0 0 0,0 1 0 0 0,0 0-1 0 0,1-1 1 0 0,0 1 0 0 0,1 2 0 0 0,0-2-61 0 0,0 0 1 0 0,-1-1-1 0 0,1 1 1 0 0,7 5 0 0 0,-8-7-91 0 0,-5-14-144 0 0,-19-77 414 0 0,-4-1 463 0 0,-4 2 1 0 0,-47-96-1 0 0,18 52-154 0 0,57 130-433 0 0,1-1-1 0 0,0 0 0 0 0,0 0 0 0 0,1 1 0 0 0,-1-1 0 0 0,1 0 0 0 0,-1 0 0 0 0,1-5 0 0 0,3 6-68 0 0,9-9-115 0 0,-12 11 156 0 0,0 0 0 0 0,0 0-1 0 0,0-1 1 0 0,1 1-1 0 0,-1 0 1 0 0,0 0-1 0 0,0 0 1 0 0,1 0-1 0 0,-1 0 1 0 0,0 0 0 0 0,0-1-1 0 0,1 1 1 0 0,-1 0-1 0 0,0 0 1 0 0,1 0-1 0 0,-1 0 1 0 0,0 0-1 0 0,0 0 1 0 0,1 0-1 0 0,-1 0 1 0 0,0 0 0 0 0,1 0-1 0 0,-1 0 1 0 0,0 0-1 0 0,0 0 1 0 0,1 1-1 0 0,-1-1 1 0 0,0 0-1 0 0,0 0 1 0 0,1 0 0 0 0,-1 0-1 0 0,0 0 1 0 0,0 0-1 0 0,1 1 1 0 0,59 24-580 0 0,109 64 1 0 0,-140-72 419 0 0,64 37-492 0 0,-18-10-3254 0 0,0-2-6483 0 0,-60-34 2656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2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218 298 680 0 0,'-23'-36'655'0'0,"23"35"-679"0"0,-1 1 0 0 0,0-1 0 0 0,1 0 0 0 0,-1 0 0 0 0,1 1 0 0 0,-1-1 0 0 0,1 0 0 0 0,-1 0 0 0 0,1 0 0 0 0,0 1 0 0 0,-1-1 0 0 0,1 0 0 0 0,0 0 0 0 0,-1 0 0 0 0,1 0 0 0 0,0 0 0 0 0,0 0 0 0 0,0 0 0 0 0,0-1 0 0 0,0-12 1819 0 0,-2 5-834 0 0,-1-24 7411 0 0,3 30-6108 0 0,0-2-721 0 0,2-11 482 0 0,1 1-1 0 0,8-29 1 0 0,-9 33-1455 0 0,-2 10-545 0 0,0 0-1 0 0,0 0 0 0 0,0 1 0 0 0,0-1 0 0 0,0 0 0 0 0,0 0 1 0 0,0 1-1 0 0,1-1 0 0 0,-1 0 0 0 0,0 1 0 0 0,0-1 1 0 0,0 0-1 0 0,1 1 0 0 0,-1-1 0 0 0,1-1 0 0 0,0-5 127 0 0,0 0-1 0 0,0 0 0 0 0,0 0 0 0 0,-1 0 0 0 0,0 0 0 0 0,-1-7 0 0 0,0 11-74 0 0,0 0-7 0 0,0 1-51 0 0,-3-9 86 0 0,0 10-150 0 0,-11-2-6 0 0,11 2 18 0 0,-2 4-50 0 0,1 0 70 0 0,-2 1-4 0 0,0 0 0 0 0,0 0 0 0 0,1 0 0 0 0,-1 1 0 0 0,-9 10 1 0 0,11-10-7 0 0,0 0 0 0 0,1 1 1 0 0,0 0-1 0 0,0 0 1 0 0,0 0-1 0 0,0 0 0 0 0,-3 11 1 0 0,6-14 447 0 0,8-10-328 0 0,44-46 146 0 0,-46 49-206 0 0,0 1 0 0 0,0-1-1 0 0,0 1 1 0 0,0 0 0 0 0,1 0 0 0 0,9-3 0 0 0,-12 5-8 0 0,2 1-20 0 0,15 3-34 0 0,-18-2 23 0 0,0 0-1 0 0,0 0 1 0 0,0 0 0 0 0,-1 0 0 0 0,1 0 0 0 0,0 0 0 0 0,-1 1 0 0 0,1-1 0 0 0,-1 1 0 0 0,1-1 0 0 0,-1 1 0 0 0,0-1 0 0 0,2 3 0 0 0,11 24-24 0 0,-12-22 38 0 0,0 0 0 0 0,0 0 0 0 0,-1 0 0 0 0,0 0 0 0 0,-1 0 0 0 0,1 1 0 0 0,-2 9 0 0 0,0 0 24 0 0,-6 27 0 0 0,4-27-225 0 0,-1-1 1 0 0,-1 0-1 0 0,0 1 0 0 0,-1-1 0 0 0,-1-1 0 0 0,0 1 0 0 0,-1-1 0 0 0,0-1 1 0 0,-1 0-1 0 0,-1 0 0 0 0,-16 17 0 0 0,21-26-201 0 0,1 0 0 0 0,-1 0 0 0 0,1-1 0 0 0,-1 0-1 0 0,0 0 1 0 0,0 0 0 0 0,-7 2 0 0 0,3-2-1409 0 0,-1 0-1 0 0,0 0 1 0 0,1-1 0 0 0,-1 0-1 0 0,-20 0 1 0 0,3-3-3955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3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3072 0 0,'2'15'21132'0'0,"0"-12"-21073"0"0,7 6 5 0 0,-9-8-63 0 0,0-1 1 0 0,1 0-1 0 0,-1 0 0 0 0,0 0 0 0 0,0 1 1 0 0,0-1-1 0 0,0 0 0 0 0,1 0 1 0 0,-1 0-1 0 0,0 1 0 0 0,0-1 1 0 0,0 0-1 0 0,0 0 0 0 0,0 1 1 0 0,0-1-1 0 0,0 0 0 0 0,0 1 0 0 0,0-1 1 0 0,0 0-1 0 0,0 0 0 0 0,0 1 1 0 0,0-1-1 0 0,0 0 0 0 0,0 0 1 0 0,0 1-1 0 0,0-1 0 0 0,0 0 1 0 0,-4 28-187 0 0,-1 40-1851 0 0,5-24-6848 0 0,1-36 4717 0 0,7 11-2165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3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3 6185 0 0,'4'1'4985'0'0,"3"0"-3395"0"0,0 1 0 0 0,0 0 1 0 0,-1 0-1 0 0,10 5 0 0 0,-10-3-1170 0 0,0-1-1 0 0,0 1 0 0 0,-1 0 0 0 0,1 1 1 0 0,-1-1-1 0 0,0 1 0 0 0,-1 0 0 0 0,9 10 1 0 0,5 10 47 0 0,-1 1 1 0 0,-1 1 0 0 0,-1 1-1 0 0,-2 0 1 0 0,-1 1 0 0 0,0 0-1 0 0,9 43 1 0 0,-20-55-397 0 0,-1-12-78 0 0,-3 1-19 0 0,-5 4 42 0 0,3-8 2 0 0,-13-3 16 0 0,8-3-13 0 0,1 0-1 0 0,-1 0 0 0 0,1-1 0 0 0,0 0 0 0 0,0-1 0 0 0,1 0 0 0 0,0 0 0 0 0,-12-12 1 0 0,-58-66 209 0 0,-20-45 571 0 0,95 123-642 0 0,0 1 1 0 0,0-1-1 0 0,1 0 1 0 0,-3-10 0 0 0,3 11-108 0 0,1 2-66 0 0,4 0-234 0 0,-2 2 132 0 0,15-12-583 0 0,3 3-4152 0 0,-5 5 554 0 0,-10 3 518 0 0,13-15-8262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3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0 256 0 0,'0'0'-88'0'0,"15"7"24"0"0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4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3904 0 0,'0'0'19113'0'0,"-2"5"-18804"0"0,-4 14 8 0 0,5-14-26 0 0,1-1-55 0 0,3 42 450 0 0,20 82-1261 0 0,-16-100-1496 0 0,-2-9-2563 0 0,5 7-10182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4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3112 0 0,'2'-1'5837'0'0,"1"0"-4203"0"0,7-2 6379 0 0,-5 5-6809 0 0,0 0-989 0 0,-2 0-10 0 0,1-1 0 0 0,0 1 0 0 0,-1 0 0 0 0,1 0 0 0 0,-1 1 0 0 0,0-1 0 0 0,0 1 0 0 0,0-1 0 0 0,0 1 0 0 0,0 0 0 0 0,5 6 0 0 0,8 20 28 0 0,-1 0 1 0 0,21 55-1 0 0,-14-29-2184 0 0,-18-48 334 0 0,3 9-1345 0 0,-6-6-4040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5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15 1232 0 0,'-3'-2'5567'0'0,"0"0"-5795"0"0,-11-6 12136 0 0,7 5-7642 0 0,11 12-3906 0 0,74 165-171 0 0,-77-171-431 0 0,0-1 0 0 0,0 1 1 0 0,0 0-1 0 0,-1 0 0 0 0,1 0 0 0 0,-1 4 0 0 0,1 3-2767 0 0,1 5-6499 0 0,3 9 3184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5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3648 0 0,'1'-1'1429'0'0,"0"-1"0"0"0,1 1-1 0 0,-1-1 1 0 0,1 1-1 0 0,0 0 1 0 0,0 0-1 0 0,-1 0 1 0 0,5-2 0 0 0,0 1-1600 0 0,-3 2 2066 0 0,1 0-1296 0 0,14 0-236 0 0,-13 0 226 0 0,-1 0-306 0 0,38 5 752 0 0,-38-4-795 0 0,-1 0-66 0 0,6 2 148 0 0,-4-2-92 0 0,-1 0 0 0 0,1 1 0 0 0,-1-1 1 0 0,0 1-1 0 0,6 4 0 0 0,-8-5-165 0 0,0 1 1 0 0,0-1-1 0 0,0 1 0 0 0,0 0 1 0 0,-1 0-1 0 0,1 0 1 0 0,-1 0-1 0 0,1 0 0 0 0,-1 0 1 0 0,0 0-1 0 0,0 0 1 0 0,0 0-1 0 0,0 1 0 0 0,1 3 1 0 0,8 34 220 0 0,-8-31-271 0 0,-1-1-11 0 0,0 0-1 0 0,-1 1 0 0 0,0-1 1 0 0,0 1-1 0 0,-1 9 1 0 0,0-10-17 0 0,-6 20-74 0 0,4-19 66 0 0,3-6 156 0 0,-1 0-18 0 0,-1 3-154 0 0,1-3 266 0 0,3-5 1022 0 0,14-28-1073 0 0,-15 29-163 0 0,-1 1 0 0 0,0-1 0 0 0,1 0 1 0 0,-1 1-1 0 0,0-1 0 0 0,1 1 0 0 0,-1-1 0 0 0,1 0 0 0 0,-1 1 0 0 0,1-1 0 0 0,-1 1 0 0 0,1-1 1 0 0,-1 1-1 0 0,2-1 0 0 0,2-2 90 0 0,0 0-30 0 0,0 1-1 0 0,0 0 1 0 0,0 0 0 0 0,0 0-1 0 0,0 0 1 0 0,1 1-1 0 0,-1-1 1 0 0,9 0-1 0 0,25-2-706 0 0,49 1-1 0 0,-68 3-159 0 0,32 3-2803 0 0,-15 7-7750 0 0,-13-2 3828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6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2688 0 0,'33'14'13178'0'0,"-30"-14"-12376"0"0,10-1-96 0 0,-10 0 557 0 0,-3 0-1180 0 0,0 0 1 0 0,0 0-1 0 0,0 0 0 0 0,1 0 1 0 0,-1 0-1 0 0,0 0 0 0 0,1 0 0 0 0,-1 0 1 0 0,1 0-1 0 0,-1 1 0 0 0,1-1 1 0 0,0-1-1 0 0,1 0 128 0 0,-1-2 531 0 0,0 2 2 0 0,3-8 6 0 0,-3 7 682 0 0,0 0-831 0 0,6-8-88 0 0,-6 8 1542 0 0,1 9-2215 0 0,0 1 108 0 0,0-4 1 0 0,-1 0 0 0 0,0 1 0 0 0,-1-1 0 0 0,1 0 0 0 0,-1 0 0 0 0,1 0 0 0 0,-1 6 0 0 0,5 70-1622 0 0,-1-44 422 0 0,0 9-7794 0 0,-3-40 4646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7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16 0 0,'0'0'17781'0'0,"7"3"-16258"0"0,18 7-316 0 0,-21-9-902 0 0,-1 1-1 0 0,1-1 1 0 0,-1 1-1 0 0,0 0 1 0 0,1 0-1 0 0,-1 0 1 0 0,5 5-1 0 0,-1-1-138 0 0,6 3 266 0 0,-1 1 0 0 0,22 22 0 0 0,-5-5 50 0 0,-25-23-399 0 0,-1-1 0 0 0,1 1 1 0 0,-1 0-1 0 0,-1 0 0 0 0,5 6 0 0 0,-5-7-38 0 0,-1-1-49 0 0,-5 2-402 0 0,-10 12 299 0 0,8-11 32 0 0,-27-2-189 0 0,30-3 236 0 0,-1 0 39 0 0,-14 1 52 0 0,14-1 12 0 0,1 0 26 0 0,-10 0 37 0 0,10 0 300 0 0,-11 4 349 0 0,14-1-718 0 0,0 3-51 0 0,1-1 1 0 0,0 0-1 0 0,0 1 0 0 0,1-1 1 0 0,-1 0-1 0 0,1 0 0 0 0,0 0 1 0 0,0 0-1 0 0,6 8 0 0 0,16 34 149 0 0,-24-46-167 0 0,1 0-1 0 0,-1-1 1 0 0,0 1 0 0 0,1 0-1 0 0,-1 0 1 0 0,0-1 0 0 0,0 1-1 0 0,1 0 1 0 0,-1 0-1 0 0,0-1 1 0 0,0 1 0 0 0,0 0-1 0 0,0 0 1 0 0,0 0 0 0 0,0 1-1 0 0,0 7-212 0 0,0-8 167 0 0,-1 0 0 0 0,1 1 0 0 0,-1-1 0 0 0,1 0 0 0 0,-1 0-1 0 0,0 1 1 0 0,0-1 0 0 0,1 0 0 0 0,-1 0 0 0 0,-2 2 0 0 0,0 0-88 0 0,3-3 115 0 0,0 0 1 0 0,0 1-1 0 0,0-1 1 0 0,0 0-1 0 0,0 0 1 0 0,0 0-1 0 0,0 1 1 0 0,0-1-1 0 0,0 0 1 0 0,-1 0-1 0 0,1 0 0 0 0,0 0 1 0 0,0 1-1 0 0,0-1 1 0 0,0 0-1 0 0,-1 0 1 0 0,1 0-1 0 0,0 0 1 0 0,0 0-1 0 0,0 0 0 0 0,0 0 1 0 0,-1 1-1 0 0,1-1 1 0 0,0 0-1 0 0,0 0 1 0 0,0 0-1 0 0,-1 0 1 0 0,1 0-1 0 0,0 0 1 0 0,0 0-1 0 0,0 0 0 0 0,-1 0 1 0 0,1 0-1 0 0,-22-1-5899 0 0,-38-7 1 0 0,40 5 2638 0 0,-10-2-3955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7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5208 0 0,'0'0'19505'0'0,"2"2"-19439"0"0,1 1-134 0 0,0 1 1 0 0,-1 0-1 0 0,1 0 0 0 0,-1 0 0 0 0,0 0 1 0 0,-1 0-1 0 0,1 0 0 0 0,-1 1 1 0 0,2 6-1 0 0,8 20-2397 0 0,-8-25-4934 0 0,7 11 2995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7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6185 0 0,'2'1'4843'0'0,"8"3"1572"0"0,-7-3-5245 0 0,8 5-231 0 0,-8-4 382 0 0,-1 1-843 0 0,8 23 372 0 0,-9-22-769 0 0,0 0-1 0 0,0 0 0 0 0,1 0 0 0 0,0 0 1 0 0,-1-1-1 0 0,6 7 0 0 0,-5-6-54 0 0,0 0 0 0 0,0-1 0 0 0,0 0 0 0 0,0 0 0 0 0,0 0 0 0 0,0 0 0 0 0,1 0 1 0 0,0 0-1 0 0,-1-1 0 0 0,1 1 0 0 0,0-1 0 0 0,0 0 0 0 0,0 0 0 0 0,0 0 0 0 0,1 0 1 0 0,-1 0-1 0 0,7 2 0 0 0,-7-3-58 0 0,1-2 26 0 0,1 0 5 0 0,-3 1 2 0 0,-1 0 1 0 0,1 0-1 0 0,0 0 0 0 0,-1 0 0 0 0,1-1 0 0 0,-1 1 0 0 0,1 0 0 0 0,-1-1 0 0 0,1 0 0 0 0,-1 1 1 0 0,1-1-1 0 0,1-1 0 0 0,-3 2-1 0 0,5-2 1 0 0,0-1 0 0 0,-1 0-1 0 0,1 0 1 0 0,0 0 0 0 0,-1 0 0 0 0,0-1 0 0 0,5-5-1 0 0,-6 5 51 0 0,1 0 0 0 0,-1-1 0 0 0,0 0-1 0 0,-1 1 1 0 0,1-1 0 0 0,-1 0 0 0 0,4-11-1 0 0,-5 13 109 0 0,-1-1-25 0 0,3-10 38 0 0,-3 11 270 0 0,-3 0-398 0 0,-9-10-11 0 0,8 10-70 0 0,0 9-613 0 0,-17 19 351 0 0,20-24 266 0 0,0 1 1 0 0,0-1-1 0 0,0 0 1 0 0,1 1-1 0 0,-1-1 1 0 0,0 1-1 0 0,1-1 1 0 0,-1 1-1 0 0,0 0 1 0 0,1-1 0 0 0,0 1-1 0 0,-1-1 1 0 0,1 1-1 0 0,0 2 1 0 0,-2 12-626 0 0,-2 13-165 0 0,1 10-7219 0 0,1-26 3751 0 0,0 7-2267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8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 5336 0 0,'-1'-2'18192'0'0,"2"7"-14783"0"0,7 22-4160 0 0,-4-16 1593 0 0,0 5-438 0 0,-1 0 0 0 0,3 31-1 0 0,2 5 17 0 0,0-8-467 0 0,-5-26-394 0 0,6 22-1 0 0,-6-32-774 0 0,0 0 0 0 0,8 15 0 0 0,-5-11-3129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6:59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1 3840 0 0,'36'11'13626'0'0,"-33"-10"-11802"0"0,1 0-387 0 0,15 5 5209 0 0,-27-1-6634 0 0,-114 77 989 0 0,-3 0-1857 0 0,118-78 752 0 0,2 0 1 0 0,-1 1-1 0 0,0 0 0 0 0,1 0 0 0 0,0 0 1 0 0,0 0-1 0 0,-4 7 0 0 0,7-9-19 0 0,2 0-80 0 0,0 10 129 0 0,0-9 10 0 0,2-1 36 0 0,7 14 157 0 0,0-1-1 0 0,18 22 1 0 0,-15-22 122 0 0,-1 0 1 0 0,18 35-1 0 0,-26-45-175 0 0,-1 1 0 0 0,1 0 1 0 0,-1 0-1 0 0,0 0 0 0 0,-1 0 0 0 0,0 0 1 0 0,0 0-1 0 0,0 0 0 0 0,-1 9 0 0 0,0-12-67 0 0,-1 0-1 0 0,0-1 0 0 0,0 1 1 0 0,0 0-1 0 0,0-1 0 0 0,0 1 0 0 0,-1-1 1 0 0,1 1-1 0 0,-1-1 0 0 0,0 0 0 0 0,0 0 1 0 0,-1 0-1 0 0,1 0 0 0 0,0 0 1 0 0,-1 0-1 0 0,0-1 0 0 0,0 1 0 0 0,0-1 1 0 0,-4 3-1 0 0,1-1-282 0 0,-1-1 0 0 0,0 1 0 0 0,0-2 0 0 0,0 1 0 0 0,0-1 0 0 0,0 0 0 0 0,-1 0 0 0 0,1-1 0 0 0,-1 0 0 0 0,1 0 1 0 0,-1-1-1 0 0,1 0 0 0 0,-11-1 0 0 0,-7-2-2763 0 0,0-1 1 0 0,-40-12-1 0 0,13-1-1475 0 0,-10-7-3547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28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129 292 656 0 0,'0'0'2216'0'0,"5"-2"-60"0"0,4-3-738 0 0,0 1 0 0 0,1 1 0 0 0,-1-1 0 0 0,1 2 0 0 0,0-1-1 0 0,0 2 1 0 0,0-1 0 0 0,19 0 0 0 0,11 5 45 0 0,16 1-243 0 0,76-5 0 0 0,-123-1-1198 0 0,-1 0 0 0 0,0 0 0 0 0,-1-1 0 0 0,1 1 0 0 0,0-2-1 0 0,-1 1 1 0 0,1-1 0 0 0,8-7 0 0 0,-7 6 118 0 0,0 0 1 0 0,0 0-1 0 0,0 1 0 0 0,11-4 0 0 0,-6 5-16 0 0,0 0 0 0 0,0 1-1 0 0,1 0 1 0 0,-1 1 0 0 0,14 2 0 0 0,-3 1-64 0 0,150 13 156 0 0,-138-14 100 0 0,1-2 0 0 0,67-8-1 0 0,-91 6-212 0 0,285-37 661 0 0,-87 19-720 0 0,-58 5-340 0 0,-123 12 249 0 0,46-1 97 0 0,57 5 277 0 0,-92 0-355 0 0,0-2 0 0 0,0-2 0 0 0,64-13 0 0 0,-41 1 42 0 0,1 4 0 0 0,0 2 0 0 0,85-1-1 0 0,-91 8-13 0 0,-44 3-32 0 0,33-4-108 0 0,59-14-38 0 0,35-3 276 0 0,-115 20-78 0 0,-1 1-1 0 0,0 1 0 0 0,1 2 1 0 0,-1 0-1 0 0,29 9 1 0 0,-8 1-18 0 0,88 37 0 0 0,-48-19-34 0 0,-28-11-53 0 0,-53-17 66 0 0,1-1 0 0 0,0-1 0 0 0,0 1 1 0 0,0-1-1 0 0,12 0 0 0 0,-4-1-22 0 0,-8 1-4 0 0,3-1 32 0 0,0 1 1 0 0,16 4-1 0 0,-23-4 12 0 0,0 0 0 0 0,-1 0 1 0 0,1 0-1 0 0,-1 1 0 0 0,1-1 0 0 0,-1 1 1 0 0,1 0-1 0 0,-1 0 0 0 0,0 1 1 0 0,0-1-1 0 0,0 0 0 0 0,3 5 1 0 0,34 38-56 0 0,62 57 0 0 0,-98-99 58 0 0,0 1 0 0 0,1-1-1 0 0,-1 0 1 0 0,10 4 0 0 0,-4-2 16 0 0,41 17 69 0 0,-50-21-89 0 0,1 0-1 0 0,0 0 0 0 0,-1 0 1 0 0,1 0-1 0 0,0 0 1 0 0,0 0-1 0 0,0-1 0 0 0,0 1 1 0 0,0-1-1 0 0,3 1 0 0 0,16 11-22 0 0,1 7-7 0 0,-17-10 20 0 0,-3-5 13 0 0,2 3-93 0 0,0 1-1 0 0,6 15 1 0 0,-7-15 42 0 0,-1-6-16 0 0,-1 1-11 0 0,4 8 22 0 0,-3-8 4 0 0,-2 0 1 0 0,3 7 45 0 0,-3-7-21 0 0,1 0 8 0 0,3 9-1 0 0,-3-9 3 0 0,-1 1-26 0 0,-3 11 8 0 0,3-11 5 0 0,-3-1-7 0 0,-3 4 48 0 0,0-1 1 0 0,-1 1-1 0 0,0-1 1 0 0,0 0-1 0 0,-11 6 1 0 0,-12 5-80 0 0,-64 35 46 0 0,77-45 19 0 0,1 0 0 0 0,-1-1 1 0 0,-1-1-1 0 0,-17 4 0 0 0,-4-3 22 0 0,0-2 0 0 0,-56-1 0 0 0,-77-13 40 0 0,104 6-75 0 0,7 0 20 0 0,0 3 1 0 0,0 2-1 0 0,0 3 0 0 0,-101 21 1 0 0,126-17 48 0 0,-14 4-166 0 0,0-2 0 0 0,-1-2 0 0 0,-60 1 0 0 0,17-13 15 0 0,-141-26 0 0 0,45 4 64 0 0,51 13 74 0 0,-204 8 1 0 0,212 8-10 0 0,-33 2-569 0 0,120-1 568 0 0,0 3 0 0 0,0 1 0 0 0,0 3 1 0 0,1 1-1 0 0,-78 34 0 0 0,99-37-49 0 0,0-2-1 0 0,0 0 0 0 0,0-2 1 0 0,-1 0-1 0 0,0-2 1 0 0,-36 2-1 0 0,-136-13-339 0 0,141 2 284 0 0,1-3 0 0 0,-1-3 1 0 0,-52-18-1 0 0,-115-24 403 0 0,218 53-335 0 0,0 0 17 0 0,-12-2 11 0 0,12 2 30 0 0,0 0 4 0 0,-1-1-14 0 0,1 1 0 0 0,-1-1-1 0 0,1 0 1 0 0,0 0-1 0 0,-1 0 1 0 0,1-1-1 0 0,0 1 1 0 0,0-1-1 0 0,1 1 1 0 0,-1-1 0 0 0,-2-4-1 0 0,1 3 10 0 0,1-1 0 0 0,0 0-1 0 0,1 0 1 0 0,-1 0 0 0 0,1 0 0 0 0,0 0-1 0 0,0-1 1 0 0,1 1 0 0 0,0 0-1 0 0,-1-9 1 0 0,-1-12 151 0 0,3 20-123 0 0,-1 0 1 0 0,1 0 0 0 0,0-1 0 0 0,1-8 0 0 0,0 3-13 0 0,0-6 345 0 0,0 0 1 0 0,2 0 0 0 0,0 0-1 0 0,9-25 1 0 0,-8 34-409 0 0,0 1 0 0 0,1-1 0 0 0,1 1-1 0 0,-1 0 1 0 0,1 1 0 0 0,0-1 0 0 0,1 1 0 0 0,0 1 0 0 0,0-1 0 0 0,0 1-1 0 0,1 0 1 0 0,8-5 0 0 0,14-6-1144 0 0,0 1 0 0 0,34-12 0 0 0,-40 19-3062 0 0,0 0 1 0 0,45-8-1 0 0,-24 9-3790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30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13 135 4624 0 0,'1'-1'739'0'0,"0"1"0"0"0,1-1-1 0 0,-1 1 1 0 0,1-1-1 0 0,-1 0 1 0 0,0 1-1 0 0,1-1 1 0 0,-1 0-1 0 0,0 0 1 0 0,0 0 0 0 0,0 0-1 0 0,2-2 1 0 0,1-3-946 0 0,-3 4 1283 0 0,0-2-526 0 0,1-13 86 0 0,-1 13 97 0 0,0 1 99 0 0,3-9-4 0 0,-3 9-149 0 0,-1 0-36 0 0,4-8-40 0 0,-3 8 494 0 0,1 0-610 0 0,4-7-45 0 0,-4 7 1800 0 0,1 11-2071 0 0,9 21 39 0 0,-12-27-184 0 0,1-1 0 0 0,0 1 0 0 0,0-1 0 0 0,-1 1 0 0 0,1 0 0 0 0,-1-1 0 0 0,1 1 0 0 0,-1-1 0 0 0,0 1 0 0 0,0 0 0 0 0,0 0 0 0 0,0-1 0 0 0,0 1 0 0 0,0 2 0 0 0,-1 1 35 0 0,2 24 303 0 0,-3 34 0 0 0,1-45-321 0 0,-3 24 61 0 0,-12 59 0 0 0,14-93-125 0 0,-7 22-12 0 0,8-24 23 0 0,-4 5-73 0 0,1-1 80 0 0,3-8 43 0 0,0 0-17 0 0,1-1-20 0 0,0-1-1 0 0,0 0 1 0 0,0 0-1 0 0,-1 0 0 0 0,1 0 1 0 0,0 0-1 0 0,0 1 1 0 0,0-1-1 0 0,0 0 1 0 0,0 0-1 0 0,0 0 1 0 0,0 0-1 0 0,0 0 1 0 0,0 0-1 0 0,0 0 1 0 0,-1 0-1 0 0,1 1 1 0 0,0-1-1 0 0,0 0 1 0 0,0 0-1 0 0,0 0 1 0 0,0 0-1 0 0,0 0 1 0 0,-1 0-1 0 0,1 0 0 0 0,0 0 1 0 0,0 0-1 0 0,0 0 1 0 0,0 0-1 0 0,0 0 1 0 0,-1 0-1 0 0,1 0 1 0 0,0 0-1 0 0,0 0 1 0 0,0 0-1 0 0,0 0 1 0 0,0 0-1 0 0,-1 0 1 0 0,1 0-1 0 0,0 0 1 0 0,0 0-1 0 0,0 0 1 0 0,-1 0-1 0 0,-2-9 41 0 0,0-14-17 0 0,3 20-5 0 0,0-11 47 0 0,27-121 1229 0 0,-17 77-288 0 0,-8 46-824 0 0,-1 0 0 0 0,0 0 0 0 0,-2-13 0 0 0,1 3-43 0 0,0 7-84 0 0,0 11 46 0 0,0 0-7 0 0,0-1 258 0 0,0 6-152 0 0,-2 12-111 0 0,-1 26-135 0 0,-4 293-751 0 0,7-313 663 0 0,-3-8 26 0 0,1-8 88 0 0,2-1-83 0 0,-2-11-872 0 0,-7-35 896 0 0,7 21 135 0 0,0 0 0 0 0,2-1 0 0 0,2-30 0 0 0,1 14 48 0 0,10-140 858 0 0,-11 160-728 0 0,5-25-1 0 0,-5 33-159 0 0,1-10-101 0 0,-3 18 3 0 0,-2 17-135 0 0,-10 79 165 0 0,-3 155-71 0 0,11-127-325 0 0,4-116 313 0 0,0 1-121 0 0,0-9 129 0 0,0-17 68 0 0,0 1-14 0 0,4-158-56 0 0,-4 107 46 0 0,2-18 382 0 0,-2 85-358 0 0,1 1-45 0 0,2-31-301 0 0,-3 30 724 0 0,-2 15-219 0 0,-23 171 808 0 0,18-98-1205 0 0,4 84 0 0 0,3-126-840 0 0,0-33-2559 0 0,-1-4 2947 0 0,0-1-3338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32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64 101 3200 0 0,'0'0'9750'0'0,"7"4"-7517"0"0,28 14 394 0 0,-32-17-1696 0 0,35-1 1244 0 0,-34-1-1870 0 0,0 0-36 0 0,51-11 1131 0 0,-52 11-1117 0 0,2 2-28 0 0,0-1-174 0 0,-3 0-49 0 0,-1-1 0 0 0,1 1-1 0 0,-1 1 1 0 0,1-1 0 0 0,-1 0 0 0 0,1 0-1 0 0,0 0 1 0 0,-1 1 0 0 0,1-1 0 0 0,-1 1 0 0 0,0-1-1 0 0,1 1 1 0 0,-1 0 0 0 0,2 1 0 0 0,9 4 119 0 0,-1 1 1 0 0,0 1 0 0 0,-1 0 0 0 0,0 0 0 0 0,0 1 0 0 0,0 0 0 0 0,-1 1 0 0 0,-1 0 0 0 0,13 18 0 0 0,-2 2-46 0 0,-1 0-1 0 0,-1 2 1 0 0,-2 0 0 0 0,-1 0-1 0 0,-2 1 1 0 0,-1 1 0 0 0,-2 0-1 0 0,-1 0 1 0 0,7 68 0 0 0,-15-99-133 0 0,0 0 1 0 0,1 0-1 0 0,-1 0 1 0 0,0 0 0 0 0,-1 0-1 0 0,1 0 1 0 0,0-1-1 0 0,-1 1 1 0 0,0 0-1 0 0,1 0 1 0 0,-1 0 0 0 0,0-1-1 0 0,-1 1 1 0 0,1 0-1 0 0,0-1 1 0 0,-1 1-1 0 0,1-1 1 0 0,-1 0-1 0 0,0 1 1 0 0,0-1 0 0 0,0 0-1 0 0,-4 3 1 0 0,5-4 20 0 0,0 0 1 0 0,0-1-1 0 0,-1 1 1 0 0,1-1-1 0 0,0 1 1 0 0,-1-1 0 0 0,1 0-1 0 0,0 1 1 0 0,-1-1-1 0 0,1 0 1 0 0,0 0-1 0 0,-1 0 1 0 0,1 0-1 0 0,0 0 1 0 0,-1 0 0 0 0,0-1-1 0 0,-3 0-2 0 0,-3 0 26 0 0,-1 0 1 0 0,1-1-1 0 0,0 0 1 0 0,0-1-1 0 0,0 0 1 0 0,0 0-1 0 0,1-1 1 0 0,-1 0-1 0 0,-9-6 1 0 0,-8-8 82 0 0,-25-23 1 0 0,16 9 43 0 0,1-2 0 0 0,3-1 1 0 0,0-2-1 0 0,-44-72 0 0 0,59 84 58 0 0,1 0-1 0 0,-15-40 1 0 0,25 54-126 0 0,0 1 1 0 0,1-1-1 0 0,0 0 1 0 0,1 0-1 0 0,0 0 0 0 0,1-1 1 0 0,0 1-1 0 0,1 0 1 0 0,1-15-1 0 0,0 22-57 0 0,-1 0-1 0 0,1 0 1 0 0,0 0-1 0 0,1 0 1 0 0,-1 0-1 0 0,1 1 1 0 0,0-1-1 0 0,-1 0 1 0 0,2 1-1 0 0,-1 0 1 0 0,3-4-1 0 0,-2 3-406 0 0,1 0 0 0 0,-1 1 0 0 0,1 0 0 0 0,0 0 0 0 0,0 0 1 0 0,0 0-1 0 0,0 1 0 0 0,6-3 0 0 0,2 1-1579 0 0,0 0 0 0 0,0 1 0 0 0,0 0 0 0 0,1 1 0 0 0,-1 0 0 0 0,17 0 0 0 0,7 0-6613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33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160 147 2576 0 0,'0'0'2295'0'0,"1"-2"-633"0"0,12-22 1353 0 0,-12 21-2313 0 0,1 0 140 0 0,13-25 1987 0 0,-14 25-1959 0 0,0 0-71 0 0,5-9 27 0 0,-4 8-44 0 0,-2 4-755 0 0,0 0-1 0 0,0 0 0 0 0,1 0 0 0 0,-1 0 1 0 0,0 0-1 0 0,0 0 0 0 0,0 0 0 0 0,0 0 1 0 0,1 0-1 0 0,-1 0 0 0 0,0 0 0 0 0,0 0 1 0 0,0 0-1 0 0,0-1 0 0 0,0 1 0 0 0,0 0 1 0 0,1 0-1 0 0,-1 0 0 0 0,0 0 0 0 0,0 0 1 0 0,0 0-1 0 0,0-1 0 0 0,0 1 0 0 0,0 0 1 0 0,0 0-1 0 0,0 0 0 0 0,0 0 0 0 0,0-1 1 0 0,0 1-1 0 0,0 0 0 0 0,0 0 1 0 0,1 0-1 0 0,-1 0 0 0 0,0 0 0 0 0,-1-1 1 0 0,1 1 31 0 0,1-1 0 0 0,-1 1 1 0 0,0 0-1 0 0,0-1 0 0 0,0 1 1 0 0,0 0-1 0 0,0 0 0 0 0,0-1 1 0 0,0 1-1 0 0,0 0 0 0 0,0-1 1 0 0,1 1-1 0 0,-1 0 0 0 0,0 0 1 0 0,0-1-1 0 0,0 1 0 0 0,1 0 1 0 0,-1 0-1 0 0,0 0 0 0 0,0-1 1 0 0,1 1-1 0 0,-1 0 0 0 0,0 0 1 0 0,0 0-1 0 0,1-1 0 0 0,-1 1 1 0 0,0 0-1 0 0,1 0 0 0 0,-1 0 1 0 0,0 0-1 0 0,1 0 0 0 0,-1 0 1 0 0,0 0-1 0 0,0 0 0 0 0,1 0 1 0 0,-1 0-1 0 0,0 0 0 0 0,1 0 1 0 0,15 0 257 0 0,-12 0 170 0 0,0 2-295 0 0,74 52 1954 0 0,-21-15 720 0 0,-55-37-2577 0 0,-2-2-274 0 0,1 0 0 0 0,-1 0 0 0 0,1 0 0 0 0,-1 0 0 0 0,0 0 0 0 0,1 0-1 0 0,-1 0 1 0 0,0 0 0 0 0,1 1 0 0 0,-1-1 0 0 0,0 0 0 0 0,1 0-1 0 0,-1 0 1 0 0,0 1 0 0 0,1-1 0 0 0,-1 0 0 0 0,0 0 0 0 0,0 1 0 0 0,1-1-1 0 0,-1 0 1 0 0,0 1 0 0 0,0-1 0 0 0,0 0 0 0 0,1 1 0 0 0,-1 0-10 0 0,0-1 1 0 0,0 0-1 0 0,0 0 1 0 0,1 1-1 0 0,-1-1 1 0 0,0 0 0 0 0,0 1-1 0 0,0-1 1 0 0,1 0-1 0 0,-1 0 1 0 0,0 1-1 0 0,0-1 1 0 0,1 0 0 0 0,-1 0-1 0 0,0 0 1 0 0,1 1-1 0 0,-1-1 1 0 0,0 0-1 0 0,1 0 1 0 0,-1 0-1 0 0,0 0 1 0 0,1 0 0 0 0,-1 0-1 0 0,0 0 1 0 0,1 0-1 0 0,-1 0 1 0 0,3 2 37 0 0,-1-1 1 0 0,0 0-1 0 0,0 1 1 0 0,0 0-1 0 0,0-1 1 0 0,0 1-1 0 0,0 0 1 0 0,2 3-1 0 0,-3-4-31 0 0,5 6-6 0 0,-1 1-1 0 0,-1-1 0 0 0,1 1 1 0 0,-2 0-1 0 0,1 1 0 0 0,-1-1 1 0 0,0 0-1 0 0,0 1 1 0 0,1 10-1 0 0,-1-6-30 0 0,11 43 110 0 0,10 87 0 0 0,-22-114-86 0 0,0 0 1 0 0,-2 1-1 0 0,-1-1 1 0 0,-9 54-1 0 0,7-70 6 0 0,-7 23-1 0 0,8-32 14 0 0,0 1-1 0 0,0-1 1 0 0,0 0-1 0 0,0 1 1 0 0,-1-1-1 0 0,0 0 0 0 0,-6 6 1 0 0,7-8 14 0 0,0 0 0 0 0,0-1 0 0 0,0 1 0 0 0,-1-1 0 0 0,1 0 0 0 0,0 0-1 0 0,-1 0 1 0 0,1 0 0 0 0,-1 0 0 0 0,0 0 0 0 0,1-1 0 0 0,-5 1 0 0 0,6-1-16 0 0,-1 1 7 0 0,0-1 0 0 0,0 0-1 0 0,0 0 1 0 0,0 0 0 0 0,0 0-1 0 0,-1 0 1 0 0,1 0 0 0 0,0 0 0 0 0,-4-2-1 0 0,-2 0 24 0 0,-6-1-23 0 0,0 0 1 0 0,0-1-1 0 0,1 0 0 0 0,0-1 1 0 0,0-1-1 0 0,0 0 1 0 0,-13-10-1 0 0,8 5-52 0 0,1-2 0 0 0,0 0 0 0 0,1-1 0 0 0,-15-16 0 0 0,13 9 50 0 0,0 0 0 0 0,1-1 0 0 0,2-1 0 0 0,0-1 0 0 0,-12-27 0 0 0,18 31 30 0 0,1 0 0 0 0,0-1 0 0 0,2 0 0 0 0,0-1 0 0 0,2 0 0 0 0,-4-40 0 0 0,8 48 63 0 0,0 0 0 0 0,1 0 0 0 0,4-23 1 0 0,-2 23-866 0 0,1 0-1 0 0,0 0 1 0 0,8-18 0 0 0,-5 18-923 0 0,0 0 0 0 0,1 1 0 0 0,1 0 1 0 0,0 0-1 0 0,1 1 0 0 0,0 0 0 0 0,1 0 0 0 0,12-10 0 0 0,13-5-7003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34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4 5953 0 0,'3'-1'6286'0'0,"-1"1"-5692"0"0,0-1-1 0 0,0 1 1 0 0,0-1 0 0 0,0 1-1 0 0,0 0 1 0 0,1 0 0 0 0,-1 0-1 0 0,0 0 1 0 0,0 0 0 0 0,0 0-1 0 0,0 0 1 0 0,0 1 0 0 0,3 0-1 0 0,-1 1-231 0 0,-1-1-1 0 0,1 1 1 0 0,-1 0-1 0 0,1 0 1 0 0,-1 0-1 0 0,5 4 1 0 0,2 4-100 0 0,0 0 0 0 0,-1 0 0 0 0,9 13 0 0 0,-18-23-248 0 0,22 30 412 0 0,-2 1 1 0 0,27 56-1 0 0,21 72 141 0 0,-25-54-269 0 0,-15-42-58 0 0,19 68 0 0 0,-46-125-183 0 0,0 0 0 0 0,0 0-1 0 0,-1 0 1 0 0,0 0 0 0 0,0 0 0 0 0,-2 12-1 0 0,2-18-50 0 0,0 1-1 0 0,0-1 0 0 0,0 0 0 0 0,0 0 0 0 0,0 0 0 0 0,0 0 0 0 0,0 1 0 0 0,0-1 0 0 0,0 0 1 0 0,0 0-1 0 0,0 0 0 0 0,0 1 0 0 0,0-1 0 0 0,0 0 0 0 0,0 0 0 0 0,0 0 0 0 0,-1 0 0 0 0,1 0 1 0 0,0 1-1 0 0,0-1 0 0 0,0 0 0 0 0,0 0 0 0 0,0 0 0 0 0,-1 0 0 0 0,1 0 0 0 0,0 0 0 0 0,0 1 1 0 0,0-1-1 0 0,0 0 0 0 0,-1 0 0 0 0,1 0 0 0 0,0 0 0 0 0,0 0 0 0 0,0 0 0 0 0,-1 0 1 0 0,-4 1 42 0 0,1 0 0 0 0,-1 0 1 0 0,0 0-1 0 0,0-1 0 0 0,0 0 1 0 0,0 0-1 0 0,0 0 0 0 0,0 0 1 0 0,1-1-1 0 0,-1 0 0 0 0,0 0 1 0 0,0 0-1 0 0,-9-4 0 0 0,-6-4 167 0 0,-36-20 0 0 0,10 2-106 0 0,2-2-1 0 0,1-2 0 0 0,2-2 0 0 0,1-2 1 0 0,1-1-1 0 0,-42-53 0 0 0,69 74-59 0 0,0-1 0 0 0,1 0 0 0 0,0-1 0 0 0,2 0-1 0 0,0 0 1 0 0,1-1 0 0 0,0 0 0 0 0,2-1 0 0 0,-5-20-1 0 0,10 33-52 0 0,0 0-1 0 0,0 0 1 0 0,1 0 0 0 0,0 0-1 0 0,0 0 1 0 0,1 0-1 0 0,0 0 1 0 0,0 0-1 0 0,0 0 1 0 0,0 0-1 0 0,1 0 1 0 0,0 1-1 0 0,1-1 1 0 0,-1 1 0 0 0,1-1-1 0 0,0 1 1 0 0,0 0-1 0 0,1 0 1 0 0,-1 0-1 0 0,1 1 1 0 0,7-8-1 0 0,-4 7-266 0 0,0-1 1 0 0,0 1-1 0 0,0 0 0 0 0,1 1 0 0 0,0-1 0 0 0,0 2 0 0 0,0-1 0 0 0,0 1 1 0 0,1 0-1 0 0,-1 1 0 0 0,1 0 0 0 0,0 0 0 0 0,-1 1 0 0 0,12-1 0 0 0,3 3-2031 0 0,-1 1 0 0 0,1 1 0 0 0,-1 1 0 0 0,0 0 0 0 0,43 16 0 0 0,6 8-6666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35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293 472 960 0 0,'2'2'1637'0'0,"0"-1"-1"0"0,0 0 0 0 0,-1 1 1 0 0,1-1-1 0 0,0 1 1 0 0,-1 0-1 0 0,1-1 1 0 0,1 4-1 0 0,4 8 543 0 0,23 56 1224 0 0,-22-47-2955 0 0,2 1-1 0 0,1-1 1 0 0,26 40-1 0 0,-29-53-210 0 0,1 0-1 0 0,0 0 1 0 0,1-1-1 0 0,14 10 1 0 0,-15-13 99 0 0,5 5 842 0 0,-11 4-893 0 0,-2-11-57 0 0,-2-3-225 0 0,0-1 0 0 0,0 1 0 0 0,0 0 0 0 0,0 0-1 0 0,1 0 1 0 0,-1 0 0 0 0,0 0 0 0 0,0 1 0 0 0,0-1 0 0 0,1 0-1 0 0,-1 0 1 0 0,0 0 0 0 0,0 1 0 0 0,1-1 0 0 0,-1 0-1 0 0,0 1 1 0 0,-1 0 0 0 0,-6 3-7 0 0,-23-1 23 0 0,-59-8 63 0 0,61 2-78 0 0,-61 2 0 0 0,77 1 18 0 0,-25 0 0 0 0,33 0 7 0 0,0-1 0 0 0,0 1 1 0 0,0-1-1 0 0,0 0 0 0 0,1 0 0 0 0,-1-1 1 0 0,0 0-1 0 0,1 1 0 0 0,-1-1 1 0 0,1-1-1 0 0,0 1 0 0 0,-7-5 0 0 0,3-1 27 0 0,0-1-1 0 0,1 0 0 0 0,0 0 1 0 0,0-1-1 0 0,1 0 0 0 0,0 0 0 0 0,1 0 1 0 0,-7-17-1 0 0,1-7 127 0 0,-12-53 1 0 0,17 55-40 0 0,1 0 0 0 0,1 0 1 0 0,1 0-1 0 0,4-55 1 0 0,1 67-116 0 0,0 1 1 0 0,1-1-1 0 0,2 1 1 0 0,0-1 0 0 0,0 2-1 0 0,2-1 1 0 0,0 0-1 0 0,20-32 1 0 0,-22 42-57 0 0,1 0 1 0 0,0 1 0 0 0,1 0-1 0 0,0 0 1 0 0,1 1-1 0 0,-1-1 1 0 0,1 2 0 0 0,1-1-1 0 0,-1 1 1 0 0,1 0 0 0 0,0 1-1 0 0,11-5 1 0 0,-8 6-66 0 0,0-1 1 0 0,1 2-1 0 0,0 0 0 0 0,0 0 0 0 0,0 1 1 0 0,0 1-1 0 0,0 0 0 0 0,0 0 1 0 0,18 3-1 0 0,-12 0 14 0 0,1 1 1 0 0,0 0 0 0 0,-1 2-1 0 0,1 0 1 0 0,-1 1-1 0 0,0 1 1 0 0,35 19 0 0 0,-45-20-404 0 0,1 0 1 0 0,-1 1 0 0 0,0 0 0 0 0,-1 0-1 0 0,1 1 1 0 0,12 15 0 0 0,-17-16-673 0 0,1-1 0 0 0,-1 1 0 0 0,0 0 0 0 0,0 0 0 0 0,-1 0 1 0 0,0 1-1 0 0,-1-1 0 0 0,1 1 0 0 0,-1-1 0 0 0,1 13 0 0 0,-2 3-6801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35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52 400 0 0,'0'0'7605'0'0,"6"2"-2514"0"0,77 27 4283 0 0,-45-14-7861 0 0,-28-11-1370 0 0,0 0-1 0 0,0 1 1 0 0,-1 0 0 0 0,1 0 0 0 0,-1 1 0 0 0,-1 0 0 0 0,1 1-1 0 0,-1-1 1 0 0,0 2 0 0 0,-1-1 0 0 0,1 1 0 0 0,-2 0-1 0 0,1 1 1 0 0,-1 0 0 0 0,0 0 0 0 0,-1 0 0 0 0,0 1-1 0 0,-1-1 1 0 0,5 15 0 0 0,-3-6-19 0 0,-2 0 0 0 0,0 0 0 0 0,-1 1 0 0 0,-1-1-1 0 0,-1 1 1 0 0,-2 33 0 0 0,0-36-185 0 0,-1-1 0 0 0,0 0-1 0 0,-1 0 1 0 0,-1 0 0 0 0,0-1-1 0 0,-1 1 1 0 0,-1-1 0 0 0,-12 22-1 0 0,16-32 23 0 0,-1 1-1 0 0,0-1 0 0 0,-1 0 0 0 0,1 0 1 0 0,-1 0-1 0 0,0 0 0 0 0,0-1 0 0 0,0 1 0 0 0,0-1 1 0 0,-7 4-1 0 0,8-5 23 0 0,-1-1 0 0 0,0 1 0 0 0,1-1 0 0 0,-1 0 0 0 0,0 0 0 0 0,0 0 0 0 0,0-1 0 0 0,1 1 0 0 0,-1-1 0 0 0,0 0 0 0 0,0 0 0 0 0,0 0 0 0 0,0-1 0 0 0,-6-1 0 0 0,-3-2 31 0 0,1 0 0 0 0,-1-1 0 0 0,1-1 0 0 0,0 0 0 0 0,0 0 0 0 0,1-1 0 0 0,0-1 0 0 0,0 0 0 0 0,1-1 0 0 0,0 1 0 0 0,-14-18-1 0 0,3 2 116 0 0,2 0-1 0 0,1-2 1 0 0,-27-49-1 0 0,32 50 21 0 0,1 0 0 0 0,1-1-1 0 0,1-1 1 0 0,-6-30 0 0 0,13 46-92 0 0,1 0 1 0 0,0-1 0 0 0,1 1 0 0 0,0 0 0 0 0,1-1-1 0 0,0 1 1 0 0,1 0 0 0 0,0-1 0 0 0,1 1 0 0 0,0 0-1 0 0,1 0 1 0 0,7-19 0 0 0,-8 27-91 0 0,0-1 1 0 0,0 0-1 0 0,0 1 1 0 0,0-1-1 0 0,1 1 1 0 0,-1 0-1 0 0,1 0 0 0 0,0 0 1 0 0,0 0-1 0 0,0 0 1 0 0,0 1-1 0 0,0-1 1 0 0,6-2-1 0 0,-6 3-65 0 0,1 1 1 0 0,-1 0-1 0 0,0 0 1 0 0,0 0-1 0 0,1 0 0 0 0,-1 1 1 0 0,0-1-1 0 0,1 1 1 0 0,-1 0-1 0 0,1 0 0 0 0,-1 0 1 0 0,0 0-1 0 0,1 1 1 0 0,-1-1-1 0 0,1 1 0 0 0,-1 0 1 0 0,3 1-1 0 0,5 3-464 0 0,-1-1 1 0 0,0 1-1 0 0,0 1 1 0 0,0 0-1 0 0,-1 1 1 0 0,0 0-1 0 0,8 8 0 0 0,6 7-2773 0 0,25 32 0 0 0,-8 0-1171 0 0,1 2-3490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36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94 125 8433 0 0,'3'-9'2554'0'0,"1"-1"-1"0"0,1 1 1 0 0,8-16 0 0 0,-7 17-1854 0 0,1-1-1 0 0,-1 1 1 0 0,1 1 0 0 0,0-1 0 0 0,1 1-1 0 0,10-7 1 0 0,-16 12-635 0 0,1 1 0 0 0,-1-1 0 0 0,1 1 0 0 0,0 0 0 0 0,0 0 0 0 0,-1 0 0 0 0,1 1 0 0 0,0-1 0 0 0,0 1 0 0 0,0-1 0 0 0,0 1 0 0 0,5 0 0 0 0,-8 0-38 0 0,8 1 44 0 0,0 0 1 0 0,-1 0-1 0 0,1 0 1 0 0,-1 1-1 0 0,1 0 1 0 0,-1 0 0 0 0,0 1-1 0 0,0 0 1 0 0,0 0-1 0 0,0 1 1 0 0,-1-1 0 0 0,7 6-1 0 0,1 1 113 0 0,-1 1 0 0 0,-1 0 0 0 0,0 1 0 0 0,13 17 0 0 0,-16-18-117 0 0,-1 2-1 0 0,1-1 1 0 0,-2 1-1 0 0,0 0 1 0 0,-1 1-1 0 0,0 0 1 0 0,-1 0-1 0 0,0 0 1 0 0,-2 0-1 0 0,1 1 1 0 0,-2 0-1 0 0,0 0 1 0 0,0 0-1 0 0,-2-1 1 0 0,0 17 0 0 0,-1-25-100 0 0,0-1 1 0 0,0 1-1 0 0,0-1 1 0 0,-1 1-1 0 0,1-1 1 0 0,-1 0-1 0 0,-1 0 1 0 0,1 1-1 0 0,-1-1 1 0 0,-3 5-1 0 0,4-8 8 0 0,0 0-1 0 0,0 1 1 0 0,0-1 0 0 0,0 0-1 0 0,0 0 1 0 0,-1 0-1 0 0,1-1 1 0 0,-1 1-1 0 0,1-1 1 0 0,-1 1-1 0 0,0-1 1 0 0,0 0-1 0 0,1 0 1 0 0,-1 0-1 0 0,0 0 1 0 0,0 0-1 0 0,0-1 1 0 0,0 1-1 0 0,0-1 1 0 0,-6 0-1 0 0,-1-1 20 0 0,-1-1-1 0 0,1 1 1 0 0,-1-2-1 0 0,1 0 0 0 0,0 0 1 0 0,0-1-1 0 0,0 0 0 0 0,1-1 1 0 0,-18-10-1 0 0,3-2 82 0 0,0 0-1 0 0,-29-29 0 0 0,31 25 55 0 0,0-2-1 0 0,2 0 1 0 0,1-1-1 0 0,0-1 1 0 0,2-1-1 0 0,-19-37 1 0 0,34 58-115 0 0,0-1 0 0 0,0 1 1 0 0,1 0-1 0 0,-1 0 1 0 0,1-1-1 0 0,0 1 1 0 0,0 0-1 0 0,1-10 1 0 0,0 15-29 0 0,0-1 0 0 0,0 0 0 0 0,0 0 0 0 0,0 1 0 0 0,0-1 0 0 0,0 0 0 0 0,1 0 0 0 0,-1 1 0 0 0,0-1 0 0 0,1 0 0 0 0,-1 0 0 0 0,0 1 0 0 0,1-1 1 0 0,-1 1-1 0 0,1-1 0 0 0,-1 0 0 0 0,1 1 0 0 0,0-1 0 0 0,0-1-45 0 0,0 2 51 0 0,-1 0 0 0 0,0 0 0 0 0,0 0 0 0 0,0-1 0 0 0,0 1 1 0 0,0 0-1 0 0,0 0 0 0 0,0 0 0 0 0,1 0 0 0 0,-1 0 0 0 0,0-1 1 0 0,0 1-1 0 0,0 0 0 0 0,0 0 0 0 0,1 0 0 0 0,-1 0 0 0 0,0 0 1 0 0,0 0-1 0 0,0 0 0 0 0,0 0 0 0 0,1 0 0 0 0,-1 0 1 0 0,0 0-1 0 0,0 0 0 0 0,0 0 0 0 0,1 0 0 0 0,-1 0 0 0 0,0 0 1 0 0,0 0-1 0 0,0 0 0 0 0,1 0 0 0 0,-1 0 0 0 0,0 0 0 0 0,0 0 1 0 0,0 0-1 0 0,0 0 0 0 0,1 0 0 0 0,8 2-258 0 0,0 1 0 0 0,0-1 0 0 0,0 1-1 0 0,-1 1 1 0 0,1 0 0 0 0,-1 0 0 0 0,0 0 0 0 0,0 1 0 0 0,13 11-1 0 0,67 64-6900 0 0,-71-64 5376 0 0,29 29-2730 0 0,2 1-3583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36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21 8169 0 0,'7'-4'1599'0'0,"-1"1"0"0"0,0 0-1 0 0,1 1 1 0 0,9-4 0 0 0,-10 5-1188 0 0,-1 0 0 0 0,0 1 0 0 0,1-1 0 0 0,-1 1 0 0 0,1 0 0 0 0,-1 0 0 0 0,0 1 0 0 0,1 0 0 0 0,-1 0 1 0 0,10 3-1 0 0,-2 1-138 0 0,1 1 1 0 0,-1 0 0 0 0,0 1-1 0 0,0 0 1 0 0,-1 1 0 0 0,0 1-1 0 0,0 0 1 0 0,-1 0 0 0 0,0 1-1 0 0,14 19 1 0 0,-5-6-57 0 0,-2 2 0 0 0,-1 0 1 0 0,-1 1-1 0 0,15 32 0 0 0,-17-27-38 0 0,-1 1 0 0 0,-2 0 0 0 0,-1 0 0 0 0,-1 1 0 0 0,-2 1 0 0 0,5 64 0 0 0,-11-75-124 0 0,0 1 1 0 0,-2-1 0 0 0,-1 1 0 0 0,-1-1-1 0 0,-1 0 1 0 0,-1 0 0 0 0,-1 0-1 0 0,-1-1 1 0 0,-1 1 0 0 0,-19 37-1 0 0,23-52-43 0 0,-1 0-1 0 0,0-1 0 0 0,0 0 1 0 0,-1 0-1 0 0,0 0 0 0 0,0-1 0 0 0,0 1 1 0 0,-10 5-1 0 0,12-9 29 0 0,0 0 1 0 0,-1 0-1 0 0,1-1 0 0 0,-1 0 0 0 0,0 0 1 0 0,0 0-1 0 0,0-1 0 0 0,0 1 1 0 0,0-1-1 0 0,0 0 0 0 0,0-1 0 0 0,-1 1 1 0 0,1-1-1 0 0,0 0 0 0 0,-7-1 1 0 0,-2-1 35 0 0,1-1 0 0 0,0-1 1 0 0,-1 0-1 0 0,2-1 1 0 0,-1 0-1 0 0,1-1 1 0 0,-1 0-1 0 0,2-1 1 0 0,-14-9-1 0 0,1-3 89 0 0,0 0-1 0 0,-40-45 0 0 0,49 48-109 0 0,1-1 1 0 0,1 0-1 0 0,0-1 1 0 0,2-1-1 0 0,-18-36 1 0 0,25 45-130 0 0,0-1 0 0 0,0 1 0 0 0,1-1 1 0 0,1 0-1 0 0,0 0 0 0 0,0 0 0 0 0,1-1 1 0 0,0 1-1 0 0,1 0 0 0 0,0 0 0 0 0,1-1 0 0 0,0 1 1 0 0,4-11-1 0 0,-2 9-294 0 0,1 0 0 0 0,1 0 1 0 0,0 1-1 0 0,1-1 0 0 0,1 1 0 0 0,0 1 0 0 0,0-1 1 0 0,1 1-1 0 0,17-18 0 0 0,-15 19-1270 0 0,0 0 1 0 0,1 1-1 0 0,1 1 1 0 0,-1-1-1 0 0,21-9 1 0 0,-2 6-2788 0 0,-3 6-2837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37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1 320 0 0,'8'0'3569'0'0,"0"1"0"0"0,-1 0-1 0 0,9 2 1 0 0,5 3-2019 0 0,-10-2-992 0 0,1 1 1 0 0,-1 0-1 0 0,0 1 1 0 0,-1 0-1 0 0,0 1 0 0 0,0 0 1 0 0,14 13-1 0 0,4 7 249 0 0,25 32 1 0 0,-47-52-674 0 0,41 50 365 0 0,-3 2-1 0 0,-2 2 0 0 0,-3 2 0 0 0,-3 1 0 0 0,38 93 0 0 0,-62-126-132 0 0,-1 1-1 0 0,12 60 1 0 0,-21-78-266 0 0,0 1 0 0 0,0 0 1 0 0,-2 0-1 0 0,0-1 0 0 0,0 1 0 0 0,-2 0 0 0 0,0 0 0 0 0,-6 25 1 0 0,7-37-78 0 0,-1 1 0 0 0,1 0 1 0 0,-1-1-1 0 0,1 1 0 0 0,-1-1 1 0 0,0 0-1 0 0,0 1 1 0 0,0-1-1 0 0,-1 0 0 0 0,1 0 1 0 0,-1 0-1 0 0,0-1 1 0 0,0 1-1 0 0,0-1 0 0 0,0 1 1 0 0,0-1-1 0 0,0 0 0 0 0,-1 0 1 0 0,1 0-1 0 0,-1-1 1 0 0,1 1-1 0 0,-1-1 0 0 0,0 0 1 0 0,0 0-1 0 0,1 0 1 0 0,-1 0-1 0 0,0-1 0 0 0,-6 0 1 0 0,0 0 0 0 0,0-1 0 0 0,-1 0 0 0 0,1-1 1 0 0,0 0-1 0 0,0 0 0 0 0,0-1 0 0 0,0-1 0 0 0,0 1 0 0 0,-15-10 1 0 0,-8-6 6 0 0,2-2 0 0 0,0-1 1 0 0,1-2-1 0 0,2-1 1 0 0,0-1-1 0 0,2-1 0 0 0,1-1 1 0 0,1-2-1 0 0,1 0 0 0 0,2-1 1 0 0,1-2-1 0 0,-19-42 1 0 0,33 63 5 0 0,1-1 0 0 0,1 0 1 0 0,0 0-1 0 0,0 0 0 0 0,-2-22 1 0 0,5 31-53 0 0,1-1-1 0 0,0 1 1 0 0,0-1 0 0 0,0 0 0 0 0,0 1 0 0 0,1-1 0 0 0,0 1 0 0 0,0-1 0 0 0,0 1 0 0 0,0-1 0 0 0,1 1 0 0 0,0 0 0 0 0,0 0 0 0 0,0 0-1 0 0,0 0 1 0 0,0 0 0 0 0,1 0 0 0 0,0 0 0 0 0,0 1 0 0 0,4-5 0 0 0,2 1-127 0 0,1 1 0 0 0,0-1 0 0 0,1 2 0 0 0,-1-1 0 0 0,1 1 0 0 0,0 1 1 0 0,0 0-1 0 0,0 0 0 0 0,1 1 0 0 0,-1 1 0 0 0,20-2 0 0 0,-3 1-1034 0 0,28 2 0 0 0,24 5-4856 0 0,-12 2-2179 0 0,-37-1 685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37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4 3688 0 0,'3'-1'7775'0'0,"9"-1"-3249"0"0,-9 1-1772 0 0,1 2-654 0 0,1-1-1688 0 0,-1 1-1 0 0,1 1 0 0 0,0-1 0 0 0,-1 1 1 0 0,1 0-1 0 0,-1 0 0 0 0,1 0 1 0 0,-1 0-1 0 0,0 1 0 0 0,0 0 0 0 0,0 0 1 0 0,0 0-1 0 0,-1 0 0 0 0,1 0 1 0 0,-1 1-1 0 0,6 7 0 0 0,5 8-36 0 0,0 2 0 0 0,12 24-1 0 0,-25-42-312 0 0,139 262 1418 0 0,-20 13-160 0 0,-119-273-1308 0 0,14 40 141 0 0,-14-40-183 0 0,0-1 0 0 0,0 1 0 0 0,-1 0 0 0 0,1 0 0 0 0,-1-1 0 0 0,0 1 0 0 0,-1 6 0 0 0,1-9-191 0 0,-7-2 55 0 0,2 0 153 0 0,0 0 0 0 0,0-1 0 0 0,-1 0 0 0 0,1 0 0 0 0,0 0 0 0 0,0 0-1 0 0,0-1 1 0 0,1 0 0 0 0,-1 0 0 0 0,0-1 0 0 0,-6-3 0 0 0,-61-46-83 0 0,2-2 0 0 0,3-3 1 0 0,3-3-1 0 0,-76-91 0 0 0,134 145 88 0 0,-40-53 21 0 0,41 52-6 0 0,1 0-1 0 0,0 0 1 0 0,0 0 0 0 0,1-1-1 0 0,0 0 1 0 0,-4-12 0 0 0,7 17 9 0 0,-1-1-1 0 0,1 1 1 0 0,0-1 0 0 0,0 1 0 0 0,0 0 0 0 0,1-1 0 0 0,1-5 0 0 0,3 2-121 0 0,1 2-48 0 0,1 1-1 0 0,0-1 0 0 0,0 1 1 0 0,0 0-1 0 0,0 1 0 0 0,1 0 0 0 0,-1 0 1 0 0,16-3-1 0 0,34-7-2464 0 0,-31 6-2387 0 0,1-1-1 0 0,45-21 0 0 0,-39 12-4013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38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19 168 0 0,'0'0'17315'0'0,"9"2"-15046"0"0,19 5-438 0 0,-1 2-1 0 0,41 17 0 0 0,-44-13-1062 0 0,0 0 1 0 0,-1 1-1 0 0,0 1 1 0 0,-1 2-1 0 0,25 23 1 0 0,-32-25-647 0 0,0 0 0 0 0,-2 1 0 0 0,0 1 0 0 0,0 0 0 0 0,-2 1 0 0 0,0 0 0 0 0,12 27 0 0 0,-19-33-114 0 0,0 0 1 0 0,-1-1 0 0 0,-1 1 0 0 0,0 0 0 0 0,0 1 0 0 0,-1 22 0 0 0,-3-27-98 0 0,1-5 84 0 0,0-1 0 0 0,-1 1 0 0 0,1-1-1 0 0,-1 1 1 0 0,1-1 0 0 0,-1 1-1 0 0,0-1 1 0 0,0 0 0 0 0,0 0-1 0 0,0 0 1 0 0,0 0 0 0 0,0 0 0 0 0,-1 0-1 0 0,1-1 1 0 0,-1 1 0 0 0,1-1-1 0 0,-1 0 1 0 0,1 0 0 0 0,-1 1-1 0 0,0-2 1 0 0,0 1 0 0 0,1 0-1 0 0,-1-1 1 0 0,-4 1 0 0 0,-3-1 23 0 0,0 0 0 0 0,0-1 0 0 0,0-1 0 0 0,0 0 1 0 0,0 0-1 0 0,1-1 0 0 0,-1 0 0 0 0,1-1 0 0 0,-12-5 0 0 0,-3-4-15 0 0,1 0 0 0 0,-26-21 0 0 0,30 19 20 0 0,0 0 1 0 0,1-1-1 0 0,1-1 1 0 0,1-1-1 0 0,1 0 1 0 0,0-1-1 0 0,1-1 1 0 0,1 0-1 0 0,1 0 1 0 0,-15-37 0 0 0,25 51-4 0 0,-1 0 1 0 0,1 0-1 0 0,1-1 1 0 0,-1 1-1 0 0,1-1 1 0 0,0 0-1 0 0,1 1 1 0 0,0-1-1 0 0,0 0 1 0 0,0 1-1 0 0,2-11 1 0 0,-1 14-3 0 0,0-1-1 0 0,1 0 1 0 0,-1 0-1 0 0,1 1 1 0 0,-1-1-1 0 0,1 1 1 0 0,0-1-1 0 0,0 1 1 0 0,1 0-1 0 0,-1 0 1 0 0,1 0-1 0 0,0 0 1 0 0,-1 0-1 0 0,1 1 1 0 0,1-1 0 0 0,-1 1-1 0 0,0 0 1 0 0,0 0-1 0 0,1 0 1 0 0,4-2-1 0 0,4 0-49 0 0,0 0 0 0 0,1 0 0 0 0,-1 1 0 0 0,1 1 0 0 0,-1 0 0 0 0,1 1-1 0 0,14 0 1 0 0,91 9-1602 0 0,-41 4-1255 0 0,-61-8 417 0 0,-1 0 0 0 0,1 1-1 0 0,-1 1 1 0 0,0 0 0 0 0,16 11-1 0 0,-10-4-6887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39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13 121 640 0 0,'-10'-29'13520'0'0,"8"6"-11012"0"0,2 19-2143 0 0,1 0-1 0 0,-1 0 1 0 0,1 0-1 0 0,0 1 1 0 0,1-1-1 0 0,-1 0 1 0 0,1 1-1 0 0,-1-1 1 0 0,1 1-1 0 0,4-6 1 0 0,-5 7-266 0 0,0 1 0 0 0,0 0-1 0 0,0 0 1 0 0,-1 0 0 0 0,1 0 0 0 0,0 0 0 0 0,0 0 0 0 0,0 1-1 0 0,1-1 1 0 0,-1 0 0 0 0,0 0 0 0 0,1 0 0 0 0,2-1 135 0 0,4-1 460 0 0,4 1-280 0 0,0 0 1 0 0,-1 1-1 0 0,1 1 1 0 0,18 1-1 0 0,-13 3-139 0 0,0 0-1 0 0,0 1 1 0 0,0 0-1 0 0,-1 1 1 0 0,0 1 0 0 0,20 12-1 0 0,0 3 224 0 0,46 37-1 0 0,-75-54-322 0 0,1 1-1 0 0,-1 0 1 0 0,0 0 0 0 0,0 1-1 0 0,-1 0 1 0 0,1 0 0 0 0,-2 1-1 0 0,1-1 1 0 0,-1 1 0 0 0,0 1-1 0 0,5 13 1 0 0,-4-9 12 0 0,-6-2 2 0 0,-2-4-150 0 0,-1 7 21 0 0,0 1 0 0 0,-1-1 0 0 0,-11 27 0 0 0,6-25-85 0 0,-2 0 0 0 0,1 0 0 0 0,-2-1 0 0 0,0 0 0 0 0,-1-1 0 0 0,0-1 0 0 0,-1 0 0 0 0,0-1 0 0 0,-1 0 0 0 0,-22 13-1 0 0,33-23 23 0 0,0 0-1 0 0,0 0 0 0 0,0-1 0 0 0,0 1 0 0 0,0-1 0 0 0,-1 0 0 0 0,1 0 0 0 0,0-1 0 0 0,-1 1 0 0 0,-4-1 0 0 0,3-2-33 0 0,3 0 42 0 0,0 0 1 0 0,1 0 0 0 0,-1 0-1 0 0,1 0 1 0 0,0 0 0 0 0,-1-1-1 0 0,1 1 1 0 0,0-1 0 0 0,0 1-1 0 0,1-1 1 0 0,-1 0 0 0 0,1 0-1 0 0,-1 0 1 0 0,1 0 0 0 0,0 0-1 0 0,0 0 1 0 0,0 0-1 0 0,0 0 1 0 0,1 0 0 0 0,-1-6-1 0 0,3-9-19 0 0,2-1 0 0 0,0 1 0 0 0,0 0 0 0 0,2 0-1 0 0,0 0 1 0 0,10-18 0 0 0,59-106-1713 0 0,-58 112 1131 0 0,-1 2-21 0 0,17-31-1110 0 0,-15 21-2586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40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0 424 0 0,'19'0'15719'0'0,"-12"4"-13817"0"0,10 7-786 0 0,0 1 0 0 0,-1 1 0 0 0,19 18 0 0 0,24 31 584 0 0,-2 2 0 0 0,63 94 1 0 0,-119-156-1684 0 0,14 20 505 0 0,20 40-1 0 0,-32-57-483 0 0,-1 0 0 0 0,0 0 0 0 0,0 0 0 0 0,0 1-1 0 0,-1-1 1 0 0,1 0 0 0 0,-1 1 0 0 0,-1-1 0 0 0,1 1 0 0 0,-1-1 0 0 0,0 1 0 0 0,0-1-1 0 0,0 0 1 0 0,-1 1 0 0 0,-1 5 0 0 0,1-9-52 0 0,0 0 1 0 0,1 0-1 0 0,-2 0 1 0 0,1 1-1 0 0,0-1 1 0 0,0 0-1 0 0,-1-1 0 0 0,1 1 1 0 0,-1 0-1 0 0,1 0 1 0 0,-1-1-1 0 0,0 1 1 0 0,0 0-1 0 0,1-1 0 0 0,-1 0 1 0 0,0 0-1 0 0,0 1 1 0 0,-1-1-1 0 0,1 0 1 0 0,0-1-1 0 0,0 1 1 0 0,0 0-1 0 0,-1 0 0 0 0,1-1 1 0 0,0 0-1 0 0,-1 1 1 0 0,1-1-1 0 0,0 0 1 0 0,-1 0-1 0 0,1 0 0 0 0,-1-1 1 0 0,-2 0-1 0 0,-5-1-1 0 0,0 0 0 0 0,0-1-1 0 0,0 0 1 0 0,0-1 0 0 0,-14-7 0 0 0,1-2-5 0 0,0-1 0 0 0,1-1 1 0 0,0-1-1 0 0,-33-32 0 0 0,26 19-8 0 0,2-2 0 0 0,-32-45 1 0 0,18 11-280 0 0,36 57 243 0 0,1 0 0 0 0,1 0 0 0 0,0 0 1 0 0,0-1-1 0 0,0 0 0 0 0,0-10 0 0 0,4 12-235 0 0,4-9-88 0 0,-5 16 364 0 0,0-1 0 0 0,0 1 0 0 0,0 0 1 0 0,1-1-1 0 0,-1 1 0 0 0,0 0 0 0 0,0-1 0 0 0,0 1 0 0 0,1 0 0 0 0,-1-1 0 0 0,0 1 0 0 0,0 0 0 0 0,0-1 0 0 0,1 1 0 0 0,-1 0 1 0 0,0 0-1 0 0,1-1 0 0 0,-1 1 0 0 0,0 0 0 0 0,1 0 0 0 0,-1 0 0 0 0,6-4-444 0 0,0 2 1 0 0,0-1-1 0 0,0 1 0 0 0,0-1 1 0 0,0 2-1 0 0,0-1 0 0 0,0 1 0 0 0,13-1 1 0 0,1 1-5325 0 0,36 2 0 0 0,-26 2-2278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40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28 656 0 0,'0'0'792'0'0,"-14"-13"-1616"0"0,2-1 464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7:41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5505 0 0,'0'0'12993'0'0,"8"5"-11471"0"0,12 7-521 0 0,-1 0 0 0 0,-1 2 0 0 0,19 16 0 0 0,-31-24-785 0 0,3 2 159 0 0,-1 0 0 0 0,0 0 0 0 0,-1 1 0 0 0,0 0 0 0 0,0 0-1 0 0,-1 1 1 0 0,8 16 0 0 0,-7-12-330 0 0,-6-11-203 0 0,-12-12-7952 0 0,-2-3 6714 0 0,1 0-1 0 0,0-1 1 0 0,0 0 0 0 0,1 0-1 0 0,-17-30 1 0 0,-5-23-6482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8:18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688 321 1832 0 0,'0'0'5059'0'0,"0"-3"-1410"0"0,2-9-1054 0 0,-2 9 816 0 0,1-1-2848 0 0,2-7 240 0 0,0 0 1 0 0,7-16-1 0 0,-8 25-862 0 0,0 0 2 0 0,1-1 60 0 0,0 1 0 0 0,1-1 0 0 0,-1 0-1 0 0,1 1 1 0 0,0 0 0 0 0,0 0 0 0 0,0 0 0 0 0,0 1-1 0 0,0-1 1 0 0,6 0 0 0 0,2-1 100 0 0,-1 1 1 0 0,21-1-1 0 0,-25 3-53 0 0,-1 0 0 0 0,1 0 0 0 0,10 2 0 0 0,-3 0 17 0 0,-3 0-36 0 0,1 0-1 0 0,-1 0 1 0 0,1 1-1 0 0,19 8 1 0 0,42 23 55 0 0,-31-14-45 0 0,207 77 1225 0 0,-184-74-898 0 0,73 33-285 0 0,-119-47-85 0 0,-1 1 0 0 0,0 0 0 0 0,-1 2-1 0 0,0 0 1 0 0,17 17 0 0 0,-5-1 53 0 0,-2 1 0 0 0,-1 1-1 0 0,-2 2 1 0 0,-1 0 0 0 0,-1 1-1 0 0,-2 2 1 0 0,-2 0 0 0 0,-1 1-1 0 0,19 56 1 0 0,4 31 94 0 0,57 191-12 0 0,-17-1-348 0 0,-2-5 159 0 0,-68-255 28 0 0,-2-1 0 0 0,-3 1 0 0 0,-1 0 0 0 0,-3 0 1 0 0,-3 0-1 0 0,-12 88 0 0 0,-28 152-122 0 0,39-269 120 0 0,-2-1 1 0 0,-12 39-1 0 0,13-51 28 0 0,0-1 0 0 0,0 1 1 0 0,-2-1-1 0 0,1 0 0 0 0,-1 0 0 0 0,0-1 0 0 0,-15 16 1 0 0,16-21 3 0 0,0 1 1 0 0,0-1-1 0 0,-1 0 1 0 0,0 0-1 0 0,0-1 1 0 0,0 0-1 0 0,-11 4 1 0 0,-47 12 28 0 0,-49 4 194 0 0,-132 8 0 0 0,174-23-181 0 0,-17 1 17 0 0,-92-1-1 0 0,152-9-46 0 0,-1 0-1 0 0,1-3 0 0 0,0 0 1 0 0,0-2-1 0 0,0 0 0 0 0,1-2 1 0 0,-36-16-1 0 0,15 0-5 0 0,1-2 0 0 0,1-2 1 0 0,1-2-1 0 0,1-2 0 0 0,2-2 0 0 0,-60-63 0 0 0,39 28 335 0 0,4-2-1 0 0,3-3 1 0 0,-47-84-1 0 0,-47-132 1456 0 0,126 240-1502 0 0,-69-175 450 0 0,79 181-698 0 0,1 0-1 0 0,3-1 1 0 0,-6-59 0 0 0,11 27 93 0 0,4 0-1 0 0,3 0 1 0 0,4 0 0 0 0,2 0-1 0 0,35-138 1 0 0,-25 157 83 0 0,1 2-1 0 0,4 0 1 0 0,1 1 0 0 0,3 1-1 0 0,38-56 1 0 0,15-26-104 0 0,18-29 92 0 0,-82 142-165 0 0,1 0 0 0 0,2 0-1 0 0,0 2 1 0 0,1 1 0 0 0,1 0 0 0 0,1 1-1 0 0,0 2 1 0 0,2 0 0 0 0,0 1 0 0 0,0 2-1 0 0,2 0 1 0 0,-1 2 0 0 0,2 1 0 0 0,38-11-1 0 0,-44 17-26 0 0,0 0-1 0 0,1 2 0 0 0,0 1 1 0 0,31 0-1 0 0,-20 4-121 0 0,1 1-1 0 0,37 8 1 0 0,-14 2-266 0 0,-1 2 1 0 0,68 30-1 0 0,98 60-2608 0 0,2 25-5998 0 0,-90-49 3725 0 0,-15-13-3990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8:48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4672 0 0,'0'0'11289'0'0,"-22"34"-18337"0"0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8:52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 19 1616 0 0,'21'-13'15647'0'0,"-10"8"-9584"0"0,-8 4-3753 0 0,-6 3-2286 0 0,-40 33-510 0 0,-66 38 0 0 0,70-55-2599 0 0,0-7-4565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8:53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200 1 400 0 0,'4'1'8036'0'0,"10"3"-2701"0"0,-8 1-2578 0 0,6 22 742 0 0,-13-19-2326 0 0,-3 4-833 0 0,0 0 0 0 0,-1-1 1 0 0,0 0-1 0 0,-1 0 0 0 0,-13 18 0 0 0,5-12-499 0 0,-2 0 0 0 0,0-2-1 0 0,-1 0 1 0 0,0-1 0 0 0,-1 0-1 0 0,-24 13 1 0 0,15-15-2694 0 0,2-5-3317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8:53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247 10 1000 0 0,'0'0'13185'0'0,"-2"-2"-10450"0"0,-1-3-2027 0 0,3 5-604 0 0,0 0 0 0 0,0-1-1 0 0,0 1 1 0 0,0 0 0 0 0,0 0 0 0 0,0 0 0 0 0,0 0 0 0 0,-1-1-1 0 0,1 1 1 0 0,0 0 0 0 0,0 0 0 0 0,0 0 0 0 0,0 0 0 0 0,0 0-1 0 0,-1 0 1 0 0,1 0 0 0 0,0-1 0 0 0,0 1 0 0 0,0 0 0 0 0,-1 0-1 0 0,1 0 1 0 0,0 0 0 0 0,0 0 0 0 0,0 0 0 0 0,-1 0-1 0 0,1 0 1 0 0,0 0 0 0 0,0 0 0 0 0,0 0 0 0 0,-1 0 0 0 0,1 0-1 0 0,0 0 1 0 0,0 0 0 0 0,0 0 0 0 0,-1 1 0 0 0,1-1 0 0 0,0 0-1 0 0,0 0 1 0 0,0 0 0 0 0,0 0 0 0 0,-1 0 0 0 0,1 0 0 0 0,0 0-1 0 0,0 1 1 0 0,0-1 0 0 0,0 0 0 0 0,0 0 0 0 0,-1 0 0 0 0,1 1-1 0 0,-11 16 487 0 0,0 1-1 0 0,1 0 0 0 0,-12 30 1 0 0,-20 70 289 0 0,10-29-1201 0 0,25-69 9 0 0,1-3-413 0 0,-1 0 0 0 0,0 0 1 0 0,-1 0-1 0 0,-14 20 1 0 0,19-34-269 0 0,0 0 0 0 0,-1 0 1 0 0,1 0-1 0 0,-1 0 1 0 0,1 0-1 0 0,-1-1 1 0 0,0 0-1 0 0,0 0 0 0 0,0 0 1 0 0,0 0-1 0 0,-4 1 1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8:54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1 2752 0 0,'0'0'20562'0'0,"2"20"-19622"0"0,-14-10-260 0 0,-5 9-228 0 0,-11 5-384 0 0,1 7-408 0 0,0-2-416 0 0,0 4-4384 0 0,-2-3 1323 0 0,8-5 253 0 0,3-7-5513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8:54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417 0 4368 0 0,'0'0'11341'0'0,"-2"3"-8577"0"0,-12 17-813 0 0,1 0 1 0 0,-17 36-1 0 0,-16 50-664 0 0,38-85-869 0 0,-6 13-410 0 0,-76 169 491 0 0,36-107-2644 0 0,-11-5-3736 0 0,58-82 4238 0 0,-2 0-1 0 0,0 0 1 0 0,0 0 0 0 0,-13 8-1 0 0,-2-3-5892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8:55.3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575 0 4672 0 0,'0'0'13510'0'0,"-29"34"-12210"0"0,2-11-268 0 0,-10 2-212 0 0,-2 2-60 0 0,-11 9-228 0 0,-7 3-88 0 0,3 1-204 0 0,0 2-136 0 0,3-1-476 0 0,4 4-1092 0 0,1-4-3000 0 0,13-9 1363 0 0,4-7-851 0 0,8-7-3349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8:55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383 0 2960 0 0,'0'0'8289'0'0,"-11"44"-4013"0"0,-2-7-1771 0 0,-7 2-469 0 0,-5 4-580 0 0,-11 12-324 0 0,-6 5-300 0 0,1 0-416 0 0,-2 0-416 0 0,5-2-664 0 0,-1-2-4204 0 0,12-15 1339 0 0,0-5-187 0 0,7-7-4649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8:56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632 1 744 0 0,'0'0'13849'0'0,"21"0"-7340"0"0,-15 34-5181 0 0,-18 5-140 0 0,-5 7-212 0 0,-16 19-64 0 0,-12 5-88 0 0,-9 5-400 0 0,-6-1-300 0 0,-6-1-480 0 0,-3-2-544 0 0,-6-5-4648 0 0,1-12 1447 0 0,-4-11 697 0 0,3-13-6405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9:00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12766 9579 2920 0 0,'0'0'4519'0'0,"-3"-1"-1320"0"0,-29-2 2358 0 0,28 3-4940 0 0,0 0-93 0 0,-40-4 803 0 0,35 4-1155 0 0,-1 0-1 0 0,-16 3 1 0 0,14-2-141 0 0,-113 18 305 0 0,32-4 68 0 0,-454 14 1766 0 0,501-28-2114 0 0,-322 21 168 0 0,-6 0-42 0 0,32-8 91 0 0,0 28-4 0 0,53 21-118 0 0,35-8-57 0 0,-1-16 127 0 0,-49-22 208 0 0,83-7-238 0 0,-308 5 378 0 0,517-15-563 0 0,-240-2 687 0 0,-381-55 0 0 0,517 40-543 0 0,-244-29 353 0 0,278 42-428 0 0,1 4 0 0 0,-1 4 1 0 0,-136 22-1 0 0,-167 38 153 0 0,258-48-213 0 0,-136-3 1 0 0,235-13 1 0 0,-270 5 188 0 0,2 25-355 0 0,173-8-60 0 0,-14 4-48 0 0,-163 9-1 0 0,54-27 363 0 0,-124 8-16 0 0,179-9-126 0 0,-204-19 1 0 0,108 0 95 0 0,-78-6-195 0 0,-144-15-13 0 0,425 21-97 0 0,51 6 61 0 0,31 6 208 0 0,-22-5-213 0 0,23 5 197 0 0,0 0 0 0 0,0-1 1 0 0,0 1-1 0 0,0 0 0 0 0,0-1 0 0 0,0 1 0 0 0,0-1 0 0 0,0 1 0 0 0,0-1 0 0 0,0 1 0 0 0,1-1 0 0 0,-1 0 0 0 0,0 0 0 0 0,0 1 0 0 0,1-1 0 0 0,-1 0 0 0 0,0 0 0 0 0,1 0 0 0 0,-1 0 0 0 0,1 1 0 0 0,-1-1 0 0 0,1 0 0 0 0,-1-2 0 0 0,1-3 20 0 0,0 0-1 0 0,1 0 1 0 0,0 0-1 0 0,0 0 1 0 0,4-9-1 0 0,2-5-137 0 0,8-39 0 0 0,-7 9 164 0 0,-2-1 0 0 0,-3 0 0 0 0,-1 0 1 0 0,-3 0-1 0 0,-2 1 0 0 0,-12-62 0 0 0,-41-389-281 0 0,32 228 331 0 0,-21-242 391 0 0,36 408-573 0 0,-4 1 1 0 0,-5 1-1 0 0,-47-154 0 0 0,17 94 97 0 0,-49-156 472 0 0,62 222-528 0 0,-57-111 0 0 0,74 172-38 0 0,-191-412-522 0 0,71 56 780 0 0,48 128 2 0 0,-36-138 130 0 0,19-6-37 0 0,0-84 373 0 0,88 403-465 0 0,-123-472 185 0 0,-51 51-131 0 0,31 108-459 0 0,116 271 252 0 0,-32-149 0 0 0,-19-232-74 0 0,63 321 103 0 0,-46-187-56 0 0,38 193-20 0 0,-4-31-164 0 0,39 181-151 0 0,6 34 196 0 0,2 0-215 0 0,4-12 259 0 0,-4 11 14 0 0,0 4 74 0 0,-1 0 1 0 0,0 0-1 0 0,1 0 1 0 0,-1 0-1 0 0,1 0 1 0 0,-1 0-1 0 0,1 0 1 0 0,-1 0-1 0 0,1 0 1 0 0,-1 0 0 0 0,1-1-1 0 0,-1 1 1 0 0,1 0-1 0 0,-1 0 1 0 0,0 0-1 0 0,1-1 1 0 0,-1 1-1 0 0,1-1 1 0 0,0 1 2 0 0,-1-1-1 0 0,1 1 1 0 0,0-1 0 0 0,-1 1 0 0 0,1 0-1 0 0,0-1 1 0 0,0 1 0 0 0,-1 0-1 0 0,1 0 1 0 0,0 0 0 0 0,-1-1 0 0 0,1 1-1 0 0,0 0 1 0 0,0 0 0 0 0,0 0-1 0 0,-1 0 1 0 0,1 0 0 0 0,1 0-1 0 0,107 6 241 0 0,152 27-1 0 0,-147-16-223 0 0,617 51-162 0 0,-578-67 129 0 0,214-24 1 0 0,143-63 117 0 0,59-12 10 0 0,4 30-536 0 0,-84 12 229 0 0,120-29 157 0 0,390-46-221 0 0,-599 94-101 0 0,455-60-1032 0 0,-696 71 1301 0 0,226-35 203 0 0,1 15 188 0 0,210 11 8 0 0,-246 17-270 0 0,243-6-25 0 0,-1 52 6 0 0,-68 45-197 0 0,49 7-22 0 0,181-36 332 0 0,-651-46-80 0 0,-27-1 1037 0 0,-82 10-1104 0 0,-56 59 82 0 0,55-59-38 0 0,0 1 0 0 0,1 0 0 0 0,0 0 0 0 0,0 1 0 0 0,0 0 0 0 0,1 0-1 0 0,1 0 1 0 0,0 0 0 0 0,0 1 0 0 0,0 0 0 0 0,2-1 0 0 0,-1 1 0 0 0,1 1-1 0 0,0-1 1 0 0,1 0 0 0 0,0 11 0 0 0,2 17-18 0 0,1-1 1 0 0,1 1-1 0 0,10 38 1 0 0,-10-58-43 0 0,12 56 31 0 0,26 77 1 0 0,35 68 47 0 0,-64-188-47 0 0,213 610 127 0 0,-135-339-244 0 0,-78-260 110 0 0,87 368-68 0 0,-91-371 79 0 0,134 818-391 0 0,-105-100-86 0 0,-46-143-409 0 0,1 0 468 0 0,48 322 94 0 0,0-512 278 0 0,31 111-205 0 0,-43-335 228 0 0,-8-60 69 0 0,22 175 77 0 0,-29-206-98 0 0,40 503 81 0 0,-41-239 36 0 0,15 67-132 0 0,-12-236-146 0 0,-14-183-360 0 0,-2 32 1 0 0,-5-4-4682 0 0,0-30 1283 0 0,1-13-473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9:02.1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7563 1 4136 0 0,'-104'74'9296'0'0,"6"9"-5998"0"0,-86 96-4205 0 0,129-124 1135 0 0,-235 245-4273 0 0,287-297 3907 0 0,-89 95-2536 0 0,-117 141 2151 0 0,-16 30-601 0 0,-92 75 1262 0 0,221-248 205 0 0,-177 171 84 0 0,-227 169 2279 0 0,138-101 1445 0 0,236-212-3196 0 0,-127 126 96 0 0,-18 16-249 0 0,105-107-145 0 0,-655 627 402 0 0,-107 224 555 0 0,331-264-4450 0 0,214-214 508 0 0,305-419 1811 0 0,-179 262-736 0 0,-26 56 976 0 0,12-15-1698 0 0,208-324-465 0 0,-109 151-3121 0 0,86-134 4058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9:02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5184 0 0,'13'6'3318'0'0,"0"0"0"0"0,20 15-1 0 0,-17-10-1290 0 0,20 20 0 0 0,-9-3-967 0 0,35 45 0 0 0,-11-11-810 0 0,85 79-1 0 0,70 41-774 0 0,-135-121 533 0 0,365 302-877 0 0,-342-286 548 0 0,92 77-913 0 0,311 243-2529 0 0,301 193-970 0 0,-591-436 5733 0 0,273 209 278 0 0,-382-286-1079 0 0,667 537 1604 0 0,-251-182-2201 0 0,-121-102-1765 0 0,3-2-3934 0 0,130 115 3914 0 0,-220-183 1545 0 0,189 175-1564 0 0,-336-286 1846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9:09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521 541 3136 0 0,'0'-3'4277'0'0,"-3"-18"785"0"0,-4-2-3316 0 0,3 10-2194 0 0,-1 1 0 0 0,-1 0 0 0 0,-10-18-1 0 0,14 23 229 0 0,0-38 1897 0 0,3 36-1343 0 0,0 1-1 0 0,1 0 0 0 0,0-1 0 0 0,1 1 0 0 0,0 0 1 0 0,0 0-1 0 0,1 0 0 0 0,0 0 0 0 0,8-11 1 0 0,-8 12-145 0 0,23-31 505 0 0,-21 31-581 0 0,-5 5-99 0 0,0 1 0 0 0,1-1 1 0 0,-1 1-1 0 0,1 0 0 0 0,-1 0 1 0 0,1-1-1 0 0,-1 1 0 0 0,1 0 1 0 0,-1 0-1 0 0,5-1 1 0 0,2-2 133 0 0,3-2 227 0 0,1 1 1 0 0,0 0 0 0 0,0 1-1 0 0,0 0 1 0 0,0 1-1 0 0,17-2 1 0 0,-18 3-200 0 0,184-51 1864 0 0,-80 18-1700 0 0,-44 18-482 0 0,81-9 0 0 0,75 3-776 0 0,-78 9 648 0 0,-95 9 318 0 0,1 2-1 0 0,0 3 1 0 0,78 8-1 0 0,-96-2 59 0 0,-1 1 0 0 0,-1 1-1 0 0,1 2 1 0 0,-2 1 0 0 0,1 2 0 0 0,34 19-1 0 0,-25-6 28 0 0,-1 1 0 0 0,-1 3-1 0 0,-2 1 1 0 0,43 42 0 0 0,20 32 203 0 0,-87-86-400 0 0,-1 1 0 0 0,-1 1 1 0 0,22 41-1 0 0,59 165-365 0 0,-34-75 327 0 0,-40-102 198 0 0,-2 1 0 0 0,-2 1 0 0 0,-3 0-1 0 0,11 73 1 0 0,-21-72-353 0 0,-3 57 0 0 0,-1 0 204 0 0,29 168-35 0 0,19-3 364 0 0,-37-215-296 0 0,40 176-212 0 0,-16-78 148 0 0,-17-78 41 0 0,15 87 154 0 0,-1 39 225 0 0,-12 183-592 0 0,-19-287 196 0 0,1-39 49 0 0,3 114 295 0 0,51 442-91 0 0,-20-120 645 0 0,-36-392-881 0 0,-6-1 0 0 0,-26 151 0 0 0,19-184-58 0 0,-4 0 0 0 0,-3-1 1 0 0,-2-1-1 0 0,-62 128 0 0 0,-85 115 291 0 0,-11 22 25 0 0,165-305-189 0 0,-38 80 170 0 0,-83 126-1 0 0,119-213-100 0 0,0 0 0 0 0,-2-2 0 0 0,-1 0 0 0 0,-1-1 1 0 0,-24 19-1 0 0,26-26 23 0 0,1-1 0 0 0,-2 0 0 0 0,0-2 1 0 0,0-1-1 0 0,-1 0 0 0 0,0-1 0 0 0,-24 6 0 0 0,-16-1 125 0 0,0-2-1 0 0,-1-3 0 0 0,-125 2 0 0 0,130-11-237 0 0,-1-2 0 0 0,1-3-1 0 0,0-2 1 0 0,0-3 0 0 0,-55-17 0 0 0,88 20-3 0 0,-21-7-55 0 0,-55-23 1 0 0,46 11 86 0 0,0-2-1 0 0,2-3 1 0 0,1-2 0 0 0,-87-73-1 0 0,68 42 87 0 0,-92-106-1 0 0,129 129-92 0 0,1-2 1 0 0,2-1 0 0 0,2-1-1 0 0,-25-55 1 0 0,34 54 10 0 0,2-1 0 0 0,2-1 0 0 0,-15-75 0 0 0,-6-148 23 0 0,28 205-18 0 0,-1-11-17 0 0,-22-225 178 0 0,24-2-68 0 0,24 33-137 0 0,1-45 2 0 0,-21 2 10 0 0,-68-283 62 0 0,41 390 29 0 0,-21-124-1 0 0,31 202-192 0 0,-25-223-646 0 0,-39-331 347 0 0,66 562 485 0 0,-2-131 0 0 0,19 209-59 0 0,3 1 1 0 0,1-1-1 0 0,2 1 1 0 0,2 0-1 0 0,2 1 1 0 0,1-1-1 0 0,3 2 1 0 0,26-60-1 0 0,-24 71 9 0 0,0 1 0 0 0,2 1 0 0 0,2 1 0 0 0,0 1 0 0 0,1 0 1 0 0,2 1-1 0 0,0 2 0 0 0,2 0 0 0 0,28-20 0 0 0,-18 18-17 0 0,1 1 1 0 0,1 2-1 0 0,1 2 0 0 0,0 1 1 0 0,1 2-1 0 0,63-17 1 0 0,1 7-1074 0 0,-35 13-2753 0 0,-52 11 1952 0 0,0-1 1 0 0,0 0 0 0 0,-1-2 0 0 0,1 1 0 0 0,-1-2 0 0 0,16-8 0 0 0,12-8-6173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5:59:10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1088 0 0,'0'0'15151'0'0,"7"4"-14154"0"0,20 13-109 0 0,-20-13-82 0 0,-4-6-94 0 0,1 1-607 0 0,1-1 104 0 0,-1 1 0 0 0,1-1 0 0 0,0 1 1 0 0,1 0-1 0 0,-1 0 0 0 0,0 0 0 0 0,0 1 1 0 0,10 0-1 0 0,-4 3-173 0 0,1 0 0 0 0,-1 0 0 0 0,1 1-1 0 0,-1 1 1 0 0,-1 0 0 0 0,1 0 0 0 0,-1 1 0 0 0,1 1 0 0 0,-2-1-1 0 0,1 2 1 0 0,-1-1 0 0 0,15 16 0 0 0,0 4 89 0 0,-2 0-1 0 0,-1 1 1 0 0,22 37 0 0 0,-24-33 16 0 0,-1 2 0 0 0,23 63 0 0 0,-38-86-138 0 0,-1 0-1 0 0,2 14 0 0 0,-1-8-71 0 0,-4-8 20 0 0,0-1 42 0 0,-1 1-1 0 0,-1-1 0 0 0,1 0 1 0 0,-1-1-1 0 0,-1 1 0 0 0,1 0 0 0 0,-1-1 1 0 0,-7 9-1 0 0,-5 5 2 0 0,-1-1 0 0 0,-1-1 0 0 0,-1 0 0 0 0,-41 30 0 0 0,-98 55-21 0 0,120-80 25 0 0,-117 84-5 0 0,128-85 5 0 0,0 1 1 0 0,2 2 0 0 0,-30 36-1 0 0,38-39-13 0 0,1 0 0 0 0,0 1-1 0 0,2 1 1 0 0,-20 47 0 0 0,29-61 3 0 0,1 1-1 0 0,1 0 1 0 0,0 0 0 0 0,0 0 0 0 0,2 0-1 0 0,-1 0 1 0 0,1 0 0 0 0,1 0-1 0 0,0 1 1 0 0,1-1 0 0 0,0 0 0 0 0,1 0-1 0 0,6 21 1 0 0,-5-24 31 0 0,1-1 0 0 0,0 0 0 0 0,0 0 1 0 0,1 0-1 0 0,0-1 0 0 0,0 0 0 0 0,1 0 0 0 0,0 0 0 0 0,0-1 0 0 0,1 1 0 0 0,0-2 0 0 0,0 1 1 0 0,0-1-1 0 0,13 8 0 0 0,-8-7 94 0 0,1 1-1 0 0,0-2 1 0 0,0 0 0 0 0,0 0 0 0 0,1-1-1 0 0,0-1 1 0 0,-1 0 0 0 0,24 1 0 0 0,-28-4-70 0 0,0 0 1 0 0,0 0 0 0 0,0-1 0 0 0,0 0 0 0 0,0-1 0 0 0,0 0 0 0 0,0 0 0 0 0,0-1 0 0 0,-1 0 0 0 0,1-1 0 0 0,-1 0-1 0 0,0 0 1 0 0,0-1 0 0 0,-1 1 0 0 0,14-12 0 0 0,-16 11-28 0 0,0 0-1 0 0,0-1 1 0 0,0 1-1 0 0,0-1 1 0 0,-1 0-1 0 0,0 0 1 0 0,-1-1-1 0 0,1 1 1 0 0,-1-1-1 0 0,0 0 1 0 0,-1 0 0 0 0,1 0-1 0 0,-2 0 1 0 0,1 0-1 0 0,-1 0 1 0 0,0-1-1 0 0,0 1 1 0 0,-1 0-1 0 0,-1-15 1 0 0,-3-6-13 0 0,-2 0-1 0 0,-1 0 1 0 0,-21-52 0 0 0,-60-111 59 0 0,24 57 224 0 0,-32-107 226 0 0,73 169-100 0 0,-21-109 0 0 0,41 165-180 0 0,1-1 0 0 0,1 1 0 0 0,0 0 0 0 0,1-1 0 0 0,1 1 0 0 0,0 0-1 0 0,2-1 1 0 0,-1 1 0 0 0,2 0 0 0 0,10-27 0 0 0,-11 34-180 0 0,1 1 1 0 0,0 0-1 0 0,1 1 0 0 0,-1-1 1 0 0,2 1-1 0 0,-1 0 1 0 0,1 0-1 0 0,0 0 0 0 0,0 1 1 0 0,1 0-1 0 0,-1 0 1 0 0,1 1-1 0 0,1-1 0 0 0,-1 2 1 0 0,1-1-1 0 0,0 1 0 0 0,0 0 1 0 0,0 1-1 0 0,1 0 1 0 0,-1 0-1 0 0,12-2 0 0 0,-3 3-505 0 0,-1 0 0 0 0,1 1 0 0 0,0 0 0 0 0,0 1 0 0 0,21 4-1 0 0,87 19-6677 0 0,-51-7 4006 0 0,52 3-1549 0 0,36-3-5148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0:22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227 2509 3216 0 0,'0'0'11775'0'0,"4"6"-5514"0"0,-2-10-3161 0 0,-2-18-1668 0 0,-6-31-1955 0 0,-21-93 1442 0 0,-37-160 304 0 0,17 47 157 0 0,33 73-233 0 0,6 54-692 0 0,-15-216 214 0 0,16 221-182 0 0,2-39 305 0 0,-1 81-500 0 0,1 16-331 0 0,3-74 0 0 0,2 140 32 0 0,2-24 64 0 0,0 0 0 0 0,2 1-1 0 0,13-52 1 0 0,-11 54-57 0 0,-3 17 0 0 0,7-17 0 0 0,-2 7-24 0 0,0 1 1 0 0,1 0-1 0 0,1 0 1 0 0,1 1-1 0 0,0 0 0 0 0,0 1 1 0 0,2 0-1 0 0,0 1 1 0 0,0 0-1 0 0,1 1 0 0 0,1 1 1 0 0,0 0-1 0 0,0 1 1 0 0,1 0-1 0 0,1 2 0 0 0,-1 0 1 0 0,19-6-1 0 0,-15 8-35 0 0,0 2-1 0 0,0 0 0 0 0,0 1 0 0 0,1 1 1 0 0,-1 1-1 0 0,0 1 0 0 0,1 1 0 0 0,-1 1 1 0 0,1 0-1 0 0,-1 2 0 0 0,0 0 0 0 0,26 9 1 0 0,-19-3 65 0 0,1 1 1 0 0,-1 2 0 0 0,-1 0-1 0 0,0 2 1 0 0,-1 1 0 0 0,-1 0-1 0 0,43 39 1 0 0,97 118-223 0 0,-11 11 310 0 0,-82-97-119 0 0,-36-45-40 0 0,-2 2 0 0 0,37 65 0 0 0,-64-96 51 0 0,0 0 0 0 0,-1 0-1 0 0,-1 0 1 0 0,0 0 0 0 0,-1 1 0 0 0,0 0 0 0 0,-1 0 0 0 0,1 27 0 0 0,-4-1 29 0 0,-10 72 0 0 0,8-95-43 0 0,-1-1 0 0 0,0 0 0 0 0,-1 0 0 0 0,-1 0-1 0 0,-1-1 1 0 0,0 0 0 0 0,0 0 0 0 0,-2-1 0 0 0,0 0 0 0 0,0 0-1 0 0,-14 14 1 0 0,14-19 51 0 0,0-1 0 0 0,0-1 0 0 0,-1 0-1 0 0,0 0 1 0 0,0-1 0 0 0,-1 0 0 0 0,0 0 0 0 0,0-1-1 0 0,0-1 1 0 0,0 0 0 0 0,-15 3 0 0 0,-15 1-53 0 0,-77 7 0 0 0,107-15 24 0 0,-45 4 137 0 0,0-4 0 0 0,-83-9 0 0 0,-110-33 256 0 0,196 28-508 0 0,0-2 1 0 0,1-2-1 0 0,1-2 1 0 0,1-2-1 0 0,-61-38 1 0 0,71 37-631 0 0,-11-7-1420 0 0,19 9-5277 0 0,26 16 1740 0 0,5-2 4043 0 0,0 6 83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0:23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650 1 3136 0 0,'0'0'16174'0'0,"-5"5"-15327"0"0,-4 5-400 0 0,1 0 1 0 0,0 1 0 0 0,-11 20 0 0 0,-62 118 1462 0 0,-32 59 671 0 0,101-187-2350 0 0,-132 193 1235 0 0,85-132-1213 0 0,38-51-228 0 0,2 1 0 0 0,1 1 0 0 0,2 1 0 0 0,1 0-1 0 0,-13 47 1 0 0,-32 185 28 0 0,53-215 88 0 0,2 1 0 0 0,2 56 1 0 0,16 103 212 0 0,-4-145-337 0 0,4 0 0 0 0,2-1-1 0 0,3-1 1 0 0,37 88 0 0 0,-8-49 58 0 0,99 161 0 0 0,-120-224-25 0 0,2 0-1 0 0,2-2 0 0 0,1-1 1 0 0,1-2-1 0 0,3-1 0 0 0,0-2 0 0 0,2-1 1 0 0,2-2-1 0 0,0-1 0 0 0,2-3 0 0 0,48 24 1 0 0,116 37 6 0 0,-98-56-2190 0 0,-74-23-1600 0 0,44 3 0 0 0,-58-9 1503 0 0,-1-1 1 0 0,0-1 0 0 0,20-3 0 0 0,7-3-6738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0:28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36 1768 0 0,'2'-3'12032'0'0,"4"-11"-9454"0"0,-5 11-725 0 0,0 0-350 0 0,4-9 4756 0 0,-9 23-5836 0 0,-69 210 1128 0 0,38-28-760 0 0,16 3-320 0 0,-17 108-326 0 0,28-235-1112 0 0,5-35-764 0 0,2-30 789 0 0,2 0-3910 0 0,2-1 4329 0 0,1 1-2353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0:29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39 5008 0 0,'0'-3'6502'0'0,"-8"-27"1553"0"0,7 27-6709 0 0,0 1-319 0 0,4 7 2468 0 0,40 90-2097 0 0,103 126 331 0 0,-107-167-1484 0 0,260 375 581 0 0,-194-284-1055 0 0,-66-92-62 0 0,-13-19-463 0 0,1-1 0 0 0,45 43 1 0 0,-69-73 262 0 0,0 0 1 0 0,0-1-1 0 0,1 0 1 0 0,-1 1-1 0 0,7 2 1 0 0,-3-3-4200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0:29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706 0 6529 0 0,'0'5'6561'0'0,"-2"12"-2969"0"0,-1-10-1230 0 0,-1 1-1758 0 0,0-1 0 0 0,-1-1 0 0 0,0 1 1 0 0,-1-1-1 0 0,1 1 0 0 0,-1-2 0 0 0,0 1 0 0 0,-10 6 1 0 0,-5 0-116 0 0,0-1-1 0 0,-1-2 1 0 0,0 0 0 0 0,0-1 0 0 0,-29 6 0 0 0,1-3-38 0 0,-70 5-1 0 0,95-14-530 0 0,0-1 1 0 0,-1-1-1 0 0,1-1 1 0 0,0-2-1 0 0,0 0 1 0 0,0-2 0 0 0,0 0-1 0 0,-25-10 1 0 0,27 3-1407 0 0,19 10 77 0 0,1 0 0 0 0,0-1-1 0 0,-1 0 1 0 0,1 1 0 0 0,0-2-1 0 0,0 1 1 0 0,1 0-1 0 0,-1 0 1 0 0,1-1 0 0 0,-4-6-1 0 0,2-5-6442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0:30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2816 0 0,'3'0'6702'0'0,"11"0"1328"0"0,-10 2-6914 0 0,8 5 64 0 0,22 15 0 0 0,-22-13-740 0 0,0-1 0 0 0,0-1 1 0 0,17 8-1 0 0,109 29 2564 0 0,-96-33-2232 0 0,-2 2 0 0 0,56 25 0 0 0,-70-24-644 0 0,-1 1-1 0 0,-1 1 0 0 0,-1 1 1 0 0,0 1-1 0 0,-1 1 0 0 0,-1 1 1 0 0,0 1-1 0 0,-2 1 0 0 0,19 27 0 0 0,-3 4-140 0 0,-2 1 0 0 0,-3 2 0 0 0,26 65 0 0 0,150 415-102 0 0,-108-196 204 0 0,-41-28 241 0 0,-48-227-250 0 0,-3 146 0 0 0,-9-166 40 0 0,-3 0 0 0 0,-3 0 0 0 0,-3-1 0 0 0,-2 0 0 0 0,-29 77 0 0 0,29-104-95 0 0,-2-1-1 0 0,0-1 1 0 0,-3-1 0 0 0,-1 0 0 0 0,-1-2 0 0 0,-2 0 0 0 0,-1-1-1 0 0,-2-2 1 0 0,-1 0 0 0 0,-33 26 0 0 0,23-26-322 0 0,-2-1 0 0 0,-1-3 0 0 0,0-1 1 0 0,-2-2-1 0 0,-54 20 0 0 0,57-28-3399 0 0,-58 13 1 0 0,73-22 613 0 0,0-1 0 0 0,-37 0 1 0 0,20-4-6525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0:38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2346 5913 0 0,'0'0'6987'0'0,"0"3"-5237"0"0,0 5 5695 0 0,-3-66-7150 0 0,3 17 89 0 0,10-154 210 0 0,1 10-238 0 0,-20-72 237 0 0,0 2-48 0 0,3-274 253 0 0,-1 389-217 0 0,1 63-332 0 0,-4-59-7 0 0,-3-120-168 0 0,13 242-63 0 0,1 0 1 0 0,0-1-1 0 0,1 1 1 0 0,6-22-1 0 0,-4 18 13 0 0,1 0 0 0 0,9-20 0 0 0,-3 12-503 0 0,-9 24 368 0 0,0-1-36 0 0,8-6 74 0 0,-8 7 22 0 0,9-3-5 0 0,3-1-31 0 0,-12 5 38 0 0,2 0 30 0 0,10-2 35 0 0,-11 2 41 0 0,0 1-9 0 0,9 0-63 0 0,-9 0 82 0 0,1 0-80 0 0,13-1 26 0 0,-13 0 4 0 0,0 2-7 0 0,10 0-43 0 0,24 7 1 0 0,-35-7 62 0 0,0 0 19 0 0,24 9-45 0 0,-24-9 49 0 0,0-1-47 0 0,10 0 13 0 0,11 1 68 0 0,24 5 0 0 0,-19-1-82 0 0,-1 1 1 0 0,1 2-1 0 0,-1 1 0 0 0,-1 1 0 0 0,32 16 0 0 0,-17-4-55 0 0,-2 2-1 0 0,57 42 0 0 0,-68-43 63 0 0,-1 2 0 0 0,-1 2 0 0 0,40 48 0 0 0,-55-58 1 0 0,0 1 1 0 0,-1 0-1 0 0,-1 0 0 0 0,-1 1 0 0 0,8 22 0 0 0,-5-3 35 0 0,14 66 0 0 0,-20-69-56 0 0,-1 0-1 0 0,-2 0 1 0 0,-2 0-1 0 0,-2 41 1 0 0,-1-52 26 0 0,-2-1 0 0 0,0 1 0 0 0,-1-1 0 0 0,-1 0 0 0 0,-1-1 0 0 0,-21 44 0 0 0,18-47-24 0 0,-2 0 0 0 0,0-1 0 0 0,0 0 0 0 0,-2-1 0 0 0,0 0 0 0 0,-2-1 0 0 0,1-1 0 0 0,-2 0 0 0 0,0-2 0 0 0,0 0 0 0 0,-2 0 0 0 0,1-2 0 0 0,-1 0 0 0 0,-1-1 0 0 0,0-1 0 0 0,0-1-1 0 0,-1-1 1 0 0,-27 6 0 0 0,3-4-22 0 0,0-1-1 0 0,-85 2 1 0 0,58-10-710 0 0,-79-11-1 0 0,73-2-2687 0 0,63 10 579 0 0,0-1 0 0 0,0-1 0 0 0,-17-8 0 0 0,14 4-4421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0:40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511 1 4904 0 0,'0'0'16081'0'0,"-3"8"-15677"0"0,-46 155 1461 0 0,42-141-1716 0 0,0 1 1 0 0,-2-1-1 0 0,-1 0 0 0 0,-21 36 1 0 0,-62 75 322 0 0,57-86-306 0 0,-39 69-1 0 0,51-67-98 0 0,2 0 0 0 0,2 1 0 0 0,-21 88-1 0 0,-19 162 281 0 0,56-279-302 0 0,-6 47 13 0 0,4 0 1 0 0,2 117-1 0 0,10-82-224 0 0,24 118 0 0 0,37 210 40 0 0,-53-225 197 0 0,1 2-379 0 0,-10-170 272 0 0,2 1 1 0 0,1-1-1 0 0,20 52 0 0 0,-14-53 16 0 0,41 99 68 0 0,-26-77 73 0 0,3-2 1 0 0,58 80-1 0 0,-58-96 190 0 0,119 153 161 0 0,-7-31-567 0 0,-121-138 187 0 0,119 116 1441 0 0,-24-26-785 0 0,-11-9-2734 0 0,-97-100-3748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0:42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473 34 1808 0 0,'0'-3'6280'0'0,"0"-14"5496"0"0,2 14-11089 0 0,6-6-173 0 0,-6 7 1755 0 0,2 6-2165 0 0,12 13 28 0 0,-15-16-117 0 0,0 0-1 0 0,0 0 1 0 0,0 0-1 0 0,0 0 1 0 0,-1 0-1 0 0,1 0 1 0 0,0 0-1 0 0,-1 0 0 0 0,1 0 1 0 0,-1 0-1 0 0,1 0 1 0 0,-1 0-1 0 0,1 0 1 0 0,-1 0-1 0 0,0 0 1 0 0,1 1-1 0 0,-1 0 1 0 0,1 3 31 0 0,3 11 127 0 0,0 1 0 0 0,0-1 0 0 0,-2 0 0 0 0,0 1 0 0 0,-1 20 0 0 0,-8 81 416 0 0,2-88-445 0 0,-2-1-1 0 0,0 1 1 0 0,-2-2-1 0 0,-17 37 1 0 0,7-16-111 0 0,-25 51 94 0 0,9-16 37 0 0,-29 79 192 0 0,30-52-374 0 0,-123 413 46 0 0,132-419-319 0 0,-13 127 1 0 0,35-208 183 0 0,-20 120-1581 0 0,17-130-208 0 0,4-11 1099 0 0,-20-48-18286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0:43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 6825 0 0,'8'-14'15099'0'0,"-3"19"-14988"0"0,0 0 14 0 0,0 0-1 0 0,0 0 1 0 0,-1 0 0 0 0,1 1 0 0 0,-1 0-1 0 0,6 12 1 0 0,8 24 385 0 0,-2 1 0 0 0,17 71 0 0 0,-5-11-255 0 0,16 42-89 0 0,-2-27-236 0 0,103 204 1 0 0,115 109 1159 0 0,-217-368-851 0 0,66 90 468 0 0,-28-32-567 0 0,-73-110-467 0 0,-1 0-1 0 0,-1 0 1 0 0,0 1 0 0 0,9 23 0 0 0,4 23-3903 0 0,0 0-6596 0 0,-13-40 3382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0:43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934 1 1616 0 0,'0'0'23360'0'0,"-1"6"-23123"0"0,-6 20 84 0 0,7-26-312 0 0,0 1 1 0 0,0-1 0 0 0,0 0 0 0 0,0 1-1 0 0,0-1 1 0 0,0 0 0 0 0,0 1 0 0 0,0-1-1 0 0,0 0 1 0 0,0 1 0 0 0,0-1-1 0 0,0 0 1 0 0,0 0 0 0 0,-1 1 0 0 0,1-1-1 0 0,0 0 1 0 0,0 0 0 0 0,0 1 0 0 0,0-1-1 0 0,-1 0 1 0 0,1 0 0 0 0,0 1-1 0 0,0-1 1 0 0,-1 0 0 0 0,1 0 0 0 0,0 0-1 0 0,0 0 1 0 0,-1 1 0 0 0,1-1 0 0 0,0 0-1 0 0,-1 0 1 0 0,-25 9 390 0 0,0-2 0 0 0,-35 6 0 0 0,-61 2 107 0 0,2 1-480 0 0,-137 17-2401 0 0,214-32-108 0 0,-42-4 0 0 0,52 0-2473 0 0,-63-15 0 0 0,44 3-2616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0:44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733 18 6169 0 0,'0'0'4514'0'0,"1"-3"-1284"0"0,4-11 5422 0 0,-7 19-8551 0 0,0 1-1 0 0,1 0 1 0 0,-6 8-1 0 0,5-10-66 0 0,0 0 1 0 0,1 1-1 0 0,-1-1 0 0 0,1 0 0 0 0,0 0 1 0 0,0 0-1 0 0,0 1 0 0 0,1-1 0 0 0,-1 9 0 0 0,1 142 1542 0 0,0-8-152 0 0,-1-109-1022 0 0,-13 69 0 0 0,3-49-211 0 0,-22 88 67 0 0,-52 181-123 0 0,-64 316-407 0 0,-6-167 64 0 0,122-381 90 0 0,-32 162 1 0 0,9 103 402 0 0,55-347-205 0 0,-25 152 345 0 0,21-142-523 0 0,-1 0-1 0 0,-2 0 0 0 0,0 0 1 0 0,-21 40-1 0 0,1-17-860 0 0,26-44 715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0:46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431 1678 6529 0 0,'0'0'10086'0'0,"1"3"-8611"0"0,4 10 4907 0 0,-7-24-5994 0 0,-8-82 1024 0 0,0 6-209 0 0,-34-133 0 0 0,-15 33-693 0 0,-11-41 57 0 0,22 58-484 0 0,-20-76 517 0 0,54 184-392 0 0,-11-127 0 0 0,23 173-148 0 0,2 0 1 0 0,0 0 0 0 0,1-1 0 0 0,6-29 0 0 0,-6 42-66 0 0,0-1 0 0 0,1 0 1 0 0,-1 0-1 0 0,1 1 1 0 0,0 0-1 0 0,1-1 0 0 0,-1 1 1 0 0,1 0-1 0 0,0 0 1 0 0,0 0-1 0 0,0 0 0 0 0,0 1 1 0 0,1-1-1 0 0,-1 1 0 0 0,1 0 1 0 0,0 0-1 0 0,0 0 1 0 0,0 0-1 0 0,0 1 0 0 0,6-3 1 0 0,-4 3-5 0 0,1 0 0 0 0,0 1 0 0 0,-1 0 1 0 0,1 0-1 0 0,0 0 0 0 0,0 1 0 0 0,0-1 0 0 0,-1 2 1 0 0,1-1-1 0 0,0 1 0 0 0,0 0 0 0 0,-1 1 0 0 0,8 2 0 0 0,8 3-41 0 0,0 1 0 0 0,30 15-1 0 0,-7 2 35 0 0,-1 1 1 0 0,-1 2-1 0 0,40 35 0 0 0,109 112 257 0 0,-49-11-616 0 0,-132-149 329 0 0,-1 0 1 0 0,0 1 0 0 0,-1 1-1 0 0,14 33 1 0 0,-22-48 49 0 0,-1 0 0 0 0,1 0 0 0 0,0 0-1 0 0,-1 0 1 0 0,0 0 0 0 0,1 1 0 0 0,-1-1 0 0 0,0 0-1 0 0,0 0 1 0 0,0 0 0 0 0,0 0 0 0 0,-1 0 0 0 0,1 1-1 0 0,-1-1 1 0 0,1 0 0 0 0,-1 0 0 0 0,0 0 0 0 0,1 0-1 0 0,-1 0 1 0 0,0 0 0 0 0,0 0 0 0 0,-1-1 0 0 0,1 1-1 0 0,0 0 1 0 0,-1-1 0 0 0,1 1 0 0 0,-1 0 0 0 0,1-1-1 0 0,-1 0 1 0 0,0 1 0 0 0,1-1 0 0 0,-1 0 0 0 0,0 0-1 0 0,0 0 1 0 0,0 0 0 0 0,-3 1 0 0 0,-6 2-87 0 0,-1 0 0 0 0,-1-1 1 0 0,1 0-1 0 0,-17 1 0 0 0,-52 2-394 0 0,53-5 332 0 0,-19 1-156 0 0,-157 15-190 0 0,199-17 480 0 0,0 0 0 0 0,0 1 0 0 0,1 0 0 0 0,-1 0 0 0 0,1 1 0 0 0,-1-1 0 0 0,1 1 0 0 0,-1 0 0 0 0,1 0 0 0 0,0 1 0 0 0,0-1 0 0 0,0 1 0 0 0,0 0 0 0 0,1 0 1 0 0,-1 0-1 0 0,-4 6 0 0 0,6-3-25 0 0,4-1 34 0 0,0 1-1 0 0,1 0 1 0 0,-1-1 0 0 0,1 0 0 0 0,0 1 0 0 0,1-1 0 0 0,-1 0 0 0 0,1-1 0 0 0,0 1 0 0 0,0-1 0 0 0,1 0-1 0 0,-1 0 1 0 0,1 0 0 0 0,7 5 0 0 0,14 8-6 0 0,41 21-1 0 0,-64-37 8 0 0,165 85-9 0 0,91 48 14 0 0,-41-5 94 0 0,-188-109-101 0 0,-2 1 0 0 0,0 2 0 0 0,-2 1 0 0 0,0 1 0 0 0,24 31 0 0 0,-48-54 0 0 0,2 3 2 0 0,0 0-1 0 0,0 0 1 0 0,-1 0 0 0 0,1 0-1 0 0,-1 1 1 0 0,-1-1 0 0 0,1 1-1 0 0,-1 0 1 0 0,3 8 0 0 0,-5-13 2 0 0,0 1 0 0 0,0-1 1 0 0,0 1-1 0 0,0 0 0 0 0,0-1 1 0 0,0 1-1 0 0,0 0 0 0 0,-1-1 1 0 0,1 2-1 0 0,-2 1 3 0 0,1-1 0 0 0,-1 1 0 0 0,0-1 0 0 0,0 0 1 0 0,0 0-1 0 0,0 0 0 0 0,0 0 0 0 0,-1 0 0 0 0,1 0 0 0 0,-1-1 0 0 0,0 1 0 0 0,0-1 0 0 0,0 0 1 0 0,0 1-1 0 0,0-2 0 0 0,0 1 0 0 0,0 0 0 0 0,-1-1 0 0 0,1 1 0 0 0,-1-1 0 0 0,-3 1 0 0 0,-8 2 15 0 0,-1 0 0 0 0,0-2 0 0 0,-25 3 0 0 0,-7-4 81 0 0,0-1 0 0 0,-59-8 0 0 0,-91-24 3 0 0,144 22-124 0 0,-174-33-357 0 0,-107-19-4028 0 0,106 15-8691 0 0,180 33 4716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0:47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5593 0 0,'49'-9'9930'0'0,"-1"5"-5336"0"0,-38 4-4243 0 0,0 1 0 0 0,1 0 0 0 0,-1 1-1 0 0,0 0 1 0 0,0 1 0 0 0,0 0 0 0 0,14 6-1 0 0,6 5 434 0 0,54 36-1 0 0,23 28 409 0 0,-85-62-972 0 0,40 34 396 0 0,-1 3 1 0 0,62 70 0 0 0,92 134 792 0 0,-137-152-1183 0 0,-4 2 1 0 0,-5 4 0 0 0,62 136-1 0 0,-48-56-119 0 0,61 211 0 0 0,11 215-643 0 0,-88-135 191 0 0,-62-384 328 0 0,-4 1 0 0 0,-23 189 0 0 0,9-213-39 0 0,-3-1-1 0 0,-4-1 1 0 0,-2 0-1 0 0,-4-2 1 0 0,-3-1 0 0 0,-2-1-1 0 0,-4-2 1 0 0,-3-1-1 0 0,-64 85 1 0 0,78-120-11 0 0,-2-2 0 0 0,-2 0 1 0 0,0-2-1 0 0,-2-1 0 0 0,-56 38 1 0 0,57-46-264 0 0,-1-1 1 0 0,-1-1-1 0 0,0-2 0 0 0,-1-1 1 0 0,0-2-1 0 0,-64 14 1 0 0,49-17-2723 0 0,-62 2 0 0 0,80-9 736 0 0,0-1-1 0 0,1-2 0 0 0,-40-6 1 0 0,11-8-5632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1:41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828 94 1296 0 0,'0'0'2946'0'0,"4"-1"-521"0"0,37-6 3797 0 0,-21 5-4929 0 0,0 0 0 0 0,0-1 0 0 0,27-8-1 0 0,2-1-259 0 0,37-6 196 0 0,-38 6-914 0 0,0 3 0 0 0,1 2-1 0 0,55-1 1 0 0,-57 7-26 0 0,1 2-1 0 0,-1 3 1 0 0,81 16-1 0 0,-47 2-192 0 0,0 4-1 0 0,-2 3 1 0 0,127 67-1 0 0,-42-1-30 0 0,-124-69 7 0 0,69 61 0 0 0,31 50-207 0 0,131 164-1 0 0,-225-239-156 0 0,-3 2 0 0 0,65 127 0 0 0,-83-138 320 0 0,-2 0-1 0 0,-2 1 1 0 0,-3 1 0 0 0,-3 1 0 0 0,-1 1 0 0 0,-3 0-1 0 0,-3 0 1 0 0,-2 1 0 0 0,-3 0 0 0 0,-6 82 0 0 0,-8 7 89 0 0,-6-1 0 0 0,-7 0 0 0 0,-58 197 0 0 0,62-286 19 0 0,-2-1 1 0 0,-3-1-1 0 0,-2-1 1 0 0,-59 87-1 0 0,-165 177 208 0 0,228-292-318 0 0,-1-1 1 0 0,-2-1-1 0 0,0-2 0 0 0,-32 22 1 0 0,37-30-21 0 0,-1-2 0 0 0,0 0 0 0 0,0-2 0 0 0,-1 0 0 0 0,0-1 0 0 0,-37 8 0 0 0,2-6 9 0 0,0-3 0 0 0,0-2 0 0 0,-71-3 0 0 0,-176-20 185 0 0,186 6-179 0 0,-139-33 0 0 0,191 28-14 0 0,0-3 0 0 0,2-3 0 0 0,-96-45 1 0 0,79 24 25 0 0,3-3 0 0 0,1-4 0 0 0,3-3 1 0 0,2-3-1 0 0,2-4 0 0 0,-96-105 0 0 0,142 135-13 0 0,1 0-1 0 0,2-1 0 0 0,1-1 0 0 0,2-2 1 0 0,1 0-1 0 0,2 0 0 0 0,1-2 0 0 0,1 0 1 0 0,-8-37-1 0 0,6 4 46 0 0,3 0 0 0 0,-5-85 0 0 0,3-126 776 0 0,15 222-401 0 0,3-1 0 0 0,18-102 0 0 0,-9 112-181 0 0,2 0 1 0 0,2 1-1 0 0,26-51 0 0 0,77-134 265 0 0,-72 146-397 0 0,-38 71-102 0 0,160-280 358 0 0,-143 259-349 0 0,2 0 0 0 0,1 2 0 0 0,1 1 0 0 0,2 1 0 0 0,2 2 0 0 0,1 2 0 0 0,1 0 0 0 0,1 3 0 0 0,68-37 0 0 0,-54 37-129 0 0,2 2 0 0 0,1 2 0 0 0,0 2 0 0 0,112-24 0 0 0,-153 42-257 0 0,1 0 0 0 0,-1 1 1 0 0,0 0-1 0 0,1 1 0 0 0,-1 1 0 0 0,0 0 0 0 0,1 0 1 0 0,-1 2-1 0 0,0-1 0 0 0,0 2 0 0 0,15 5 0 0 0,84 48-11519 0 0,-98-50 10230 0 0,28 16-7091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1:42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45 5849 0 0,'0'0'5040'0'0,"0"-4"-1617"0"0,-1 2-2491 0 0,0-8-622 0 0,5 0 6139 0 0,-3 8-6331 0 0,0 1-51 0 0,0 0 0 0 0,0 0 0 0 0,-1 0 0 0 0,1 0 1 0 0,0 0-1 0 0,-1 0 0 0 0,1 0 0 0 0,0-1 0 0 0,-1 1 1 0 0,0 0-1 0 0,1 0 0 0 0,-1-3 0 0 0,5 5 130 0 0,13 1-25 0 0,-13-1-38 0 0,-2 2-15 0 0,2 2-71 0 0,0 0 0 0 0,0 0 0 0 0,-1 1 0 0 0,0 0-1 0 0,0 0 1 0 0,0 0 0 0 0,-1 0 0 0 0,0 0 0 0 0,3 9 0 0 0,-2-3 22 0 0,-1 0 1 0 0,0 0-1 0 0,0 0 1 0 0,1 23 0 0 0,-2 135 372 0 0,10 148-386 0 0,-31 36 9 0 0,0-79-26 0 0,17-195 4 0 0,0 108-21 0 0,27 141 52 0 0,36 50 306 0 0,-50-324-403 0 0,-3 2 0 0 0,3 76 1 0 0,-11-118-114 0 0,-1 0 0 0 0,-4 24 0 0 0,5-36-8 0 0,-1 0 0 0 0,0 0 0 0 0,1 0 0 0 0,-1 0 0 0 0,0 0 0 0 0,0 0 0 0 0,-1 0 0 0 0,1 0 0 0 0,-1-1-1 0 0,1 1 1 0 0,-1 0 0 0 0,0-1 0 0 0,0 0 0 0 0,0 1 0 0 0,0-1 0 0 0,0 0 0 0 0,-1 0 0 0 0,-4 3 0 0 0,0-4-3810 0 0,5-1 3522 0 0,-1-1 0 0 0,1 1 0 0 0,-1 0 0 0 0,1-1 0 0 0,-1 0 0 0 0,1 1-1 0 0,0-1 1 0 0,0 0 0 0 0,-1 0 0 0 0,1 0 0 0 0,0-1 0 0 0,0 1 0 0 0,0 0 0 0 0,0-1-1 0 0,0 0 1 0 0,0 1 0 0 0,0-1 0 0 0,-1-2 0 0 0,-15-23-7054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1:43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457 1 656 0 0,'0'5'7449'0'0,"-11"64"2348"0"0,-15 40-6210 0 0,21-88-2875 0 0,-30 127 1334 0 0,11-42-1313 0 0,-54 149-1 0 0,-66 67-380 0 0,105-238-675 0 0,-15 31-1020 0 0,13-44-8988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1:43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3368 0 0,'7'-4'2714'0'0,"3"0"-7"0"0,-3 3 3226 0 0,-2 7-3422 0 0,15 21-1182 0 0,-2 1-1 0 0,-1 1 1 0 0,18 39-1 0 0,3 5-443 0 0,317 489 1160 0 0,-223-387-2962 0 0,159 161 1 0 0,-60-99-5202 0 0,18-16-1908 0 0,-111-116 1286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1:47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3008 0 0,'60'20'3329'0'0,"9"8"-857"0"0,0 2-896 0 0,8 4-332 0 0,-2 4-384 0 0,6 2-240 0 0,0 4-360 0 0,3 0-672 0 0,-4 4-1052 0 0,1 1-1640 0 0,0 3 300 0 0,-3-1 899 0 0,-7-2 985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1:47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3816 0 0,'51'54'2993'0'0,"3"13"-1021"0"0,-3 8-532 0 0,3 10-368 0 0,9 31 516 0 0,-19-23-348 0 0,-5 2-736 0 0,0 4-232 0 0,-6 5-628 0 0,0 4-832 0 0,-6 5-2544 0 0,-2 2 848 0 0,-8 0 587 0 0,-2 1 617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1:47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7760 4876 1344 0 0,'-249'136'9408'0'0,"-84"29"-3998"0"0,138-74-3617 0 0,-226 72 0 0 0,270-115-1493 0 0,-3-7 0 0 0,-195 26-1 0 0,121-42-403 0 0,-1-9 1 0 0,-395-23-1 0 0,347-19-1416 0 0,1-13 0 0 0,-507-138 0 0 0,557 108 1377 0 0,-349-158 1 0 0,291 86 1838 0 0,-270-181 1 0 0,353 187-908 0 0,-357-314 1 0 0,138 10 260 0 0,325 321-729 0 0,6-4 0 0 0,-79-141 1 0 0,16-40 115 0 0,119 222-318 0 0,4-2 0 0 0,-35-164 0 0 0,45 123-143 0 0,6-1 0 0 0,5 0-1 0 0,5 0 1 0 0,6 0 0 0 0,6 0-1 0 0,5 1 1 0 0,5 0 0 0 0,6 2-1 0 0,69-205 1 0 0,-71 265-146 0 0,3 0 1 0 0,2 2-1 0 0,3 1 0 0 0,56-79 1 0 0,-60 102-131 0 0,1 1 0 0 0,2 1 0 0 0,2 2-1 0 0,0 1 1 0 0,2 1 0 0 0,2 2 0 0 0,57-35 0 0 0,-31 29-1141 0 0,2 3-1 0 0,1 2 1 0 0,82-24 0 0 0,-38 22-1825 0 0,144-22 0 0 0,-24 21-1456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40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534 2460 2896 0 0,'2'5'17296'0'0,"-5"-7"-14648"0"0,-7-12-1438 0 0,3 2-1264 0 0,1 0-1 0 0,-6-12 1 0 0,-83-298 1490 0 0,82 272-1201 0 0,-85-405 955 0 0,6 27-397 0 0,30 189-485 0 0,-30-127 340 0 0,90 357-630 0 0,-13-57 194 0 0,3 0 0 0 0,-4-74 0 0 0,15 126-169 0 0,1 0-1 0 0,1 0 1 0 0,0-1-1 0 0,1 1 1 0 0,1 0-1 0 0,0 0 1 0 0,1 0-1 0 0,8-19 1 0 0,-9 26-49 0 0,1 0 1 0 0,0 0 0 0 0,0 0 0 0 0,1 1-1 0 0,-1-1 1 0 0,2 1 0 0 0,-1 0 0 0 0,1 1-1 0 0,-1-1 1 0 0,2 1 0 0 0,-1 0-1 0 0,0 1 1 0 0,1-1 0 0 0,0 1 0 0 0,0 1-1 0 0,12-6 1 0 0,-6 6 3 0 0,-1-1 1 0 0,1 1-1 0 0,0 1 1 0 0,0 1-1 0 0,0 0 1 0 0,0 0-1 0 0,0 1 1 0 0,0 1-1 0 0,0 0 1 0 0,0 1-1 0 0,0 0 0 0 0,0 1 1 0 0,0 0-1 0 0,16 8 1 0 0,-7-2 46 0 0,0 1-1 0 0,-1 1 1 0 0,0 1-1 0 0,-1 1 1 0 0,0 0 0 0 0,-2 2-1 0 0,19 16 1 0 0,-16-9 45 0 0,-1 0-1 0 0,-1 1 1 0 0,0 2-1 0 0,-2-1 1 0 0,-1 2 0 0 0,-2 0-1 0 0,0 1 1 0 0,12 32-1 0 0,-9-10 102 0 0,-3 0 1 0 0,-1 1-1 0 0,12 100 0 0 0,-21-106-196 0 0,-1-1-1 0 0,-3 1 1 0 0,-1 0 0 0 0,-13 75-1 0 0,9-95-34 0 0,0-1 1 0 0,-2 0-1 0 0,0 0 0 0 0,-1 0 0 0 0,-2-1 0 0 0,0-1 0 0 0,-1 1 1 0 0,-2-2-1 0 0,0 0 0 0 0,-19 23 0 0 0,24-33-84 0 0,-1 0 0 0 0,-1-1 0 0 0,0 0 0 0 0,0-1-1 0 0,0 0 1 0 0,-1-1 0 0 0,0 0 0 0 0,-1 0 0 0 0,0-2 0 0 0,0 1 0 0 0,0-1-1 0 0,0-1 1 0 0,-1 0 0 0 0,1-1 0 0 0,-1 0 0 0 0,0-1 0 0 0,0 0 0 0 0,0-1-1 0 0,-16-1 1 0 0,7-3-1054 0 0,1 0 0 0 0,0-1 0 0 0,0-1 0 0 0,1-1 0 0 0,0-1 0 0 0,0-1 1 0 0,0 0-1 0 0,1-2 0 0 0,0 0 0 0 0,1-1 0 0 0,0-1 0 0 0,1-1 0 0 0,-18-16 0 0 0,-28-33-7972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41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460 1 2448 0 0,'0'0'20174'0'0,"-3"11"-19471"0"0,-3 12-396 0 0,-1 0 1 0 0,-15 34-1 0 0,-128 314 712 0 0,37-46-541 0 0,27-77-476 0 0,59-167-16 0 0,-14 37-3305 0 0,36-108-700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41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6465 0 0,'62'13'8409'0'0,"-49"-10"-7461"0"0,-1 1-1 0 0,0 1 1 0 0,0-1-1 0 0,-1 2 1 0 0,18 10-1 0 0,-9-1-104 0 0,1 1 0 0 0,-2 0 0 0 0,33 36 0 0 0,41 67 768 0 0,-57-65-865 0 0,36 77-1 0 0,19 63-71 0 0,4 10-362 0 0,126 184-1809 0 0,-215-379 1518 0 0,47 66-5193 0 0,-47-67 3749 0 0,1 0 0 0 0,0-1 1 0 0,0 0-1 0 0,1 0 1 0 0,0-1-1 0 0,15 9 0 0 0,5-4-7229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41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972 0 8373 0 0,'-15'7'6604'0'0,"-9"7"-3411"0"0,-11 3-569 0 0,-7-1-636 0 0,-9 2-392 0 0,-15 2-352 0 0,-2-2-380 0 0,-4-5-356 0 0,-9-3-388 0 0,-3-5-336 0 0,-6-5-776 0 0,-3-5-4708 0 0,4-5 1567 0 0,5-10 753 0 0,6-8-6553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42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432 47 1600 0 0,'-2'-4'5581'0'0,"1"0"-4195"0"0,0 3-1001 0 0,1 0 1 0 0,-1-1-1 0 0,1 1 0 0 0,-1 0 1 0 0,0 0-1 0 0,1 0 0 0 0,-1-1 1 0 0,0 1-1 0 0,0 0 1 0 0,0 0-1 0 0,0 0 0 0 0,0 0 1 0 0,-2-1-1 0 0,1-1 176 0 0,2 3-423 0 0,-1-1 0 0 0,0 0-1 0 0,1 0 1 0 0,-1 0 0 0 0,0 0 0 0 0,0 1 0 0 0,1-1 0 0 0,-1 0 0 0 0,0 1 0 0 0,0-1 0 0 0,0 1 0 0 0,0-1 0 0 0,0 1 0 0 0,0-1 0 0 0,0 1 0 0 0,-2-1 0 0 0,2 1-21 0 0,-1-1 131 0 0,0 0-1 0 0,0 0 1 0 0,0 0 0 0 0,0 0 0 0 0,0 0-1 0 0,0 1 1 0 0,0-1 0 0 0,0 1 0 0 0,0 0-1 0 0,-1 0 1 0 0,1 0 0 0 0,0 0 0 0 0,0 0-1 0 0,0 0 1 0 0,-1 0 0 0 0,-2 1 0 0 0,-4 5 76 0 0,-1 0 1 0 0,1 0 0 0 0,0 1 0 0 0,0 0 0 0 0,1 0 0 0 0,0 1-1 0 0,0 0 1 0 0,1 1 0 0 0,-12 17 0 0 0,-5 11 233 0 0,-22 47-1 0 0,13-14-375 0 0,2 1 0 0 0,4 2 0 0 0,3 1 0 0 0,-27 140 0 0 0,40-142-129 0 0,3 0-1 0 0,3 1 1 0 0,4 0 0 0 0,3-1 0 0 0,2 1-1 0 0,24 115 1 0 0,-14-131 17 0 0,1 0 1 0 0,4-1-1 0 0,2-1 0 0 0,44 84 1 0 0,-42-98-239 0 0,3 0 1 0 0,1-2-1 0 0,2 0 0 0 0,1-2 1 0 0,2-2-1 0 0,41 36 1 0 0,-50-51-915 0 0,2-1-1 0 0,0-1 1 0 0,1-1 0 0 0,40 19 0 0 0,-48-28-79 0 0,1-1-1 0 0,-1 0 1 0 0,1-2 0 0 0,0 0 0 0 0,0-1 0 0 0,0-1 0 0 0,1 0-1 0 0,22-1 1 0 0,41-8-6235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42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3792 0 0,'3'3'7464'0'0,"1"2"-6433"0"0,0-1-1 0 0,-1 1 0 0 0,0-1 1 0 0,0 1-1 0 0,0 0 0 0 0,4 9 1 0 0,12 41 1417 0 0,-12-31-1600 0 0,200 552 3942 0 0,-173-482-4342 0 0,348 815 1224 0 0,-351-843-1573 0 0,96 206 275 0 0,-25 3-179 0 0,-90-234-204 0 0,-2 1 1 0 0,7 78 0 0 0,-15-95-115 0 0,-2 0 1 0 0,0 0-1 0 0,-2 0 1 0 0,-1 0-1 0 0,-11 48 1 0 0,9-57-221 0 0,0-1 0 0 0,-1 0 0 0 0,-1-1 0 0 0,0 1 0 0 0,-1-1 0 0 0,-1-1 0 0 0,0 1 0 0 0,-21 22 0 0 0,20-25-503 0 0,-1-1-1 0 0,0-1 0 0 0,0 0 1 0 0,-1 0-1 0 0,0-1 1 0 0,-1-1-1 0 0,1 0 1 0 0,-1 0-1 0 0,-1-1 0 0 0,1-1 1 0 0,-1 0-1 0 0,0-1 1 0 0,-1-1-1 0 0,1 0 1 0 0,-28 1-1 0 0,12-4-3695 0 0,-29-4 0 0 0,58 4 4435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44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1503 0 4880 0 0,'188'42'10577'0'0,"243"76"-4123"0"0,-376-98-5609 0 0,69 34 1 0 0,-115-50-735 0 0,-1 1 1 0 0,0-1-1 0 0,0 1 0 0 0,-1 1 0 0 0,1-1 1 0 0,-1 1-1 0 0,12 14 0 0 0,-12-4 144 0 0,-6-14-159 0 0,-7 3-13 0 0,-1 1-60 0 0,-1-1 1 0 0,1 1 0 0 0,-1-2-1 0 0,-1 1 1 0 0,1-1 0 0 0,-12 4 0 0 0,-48 10 64 0 0,-72 8 1 0 0,109-21-61 0 0,-645 82 271 0 0,440-62-253 0 0,112-11-15 0 0,-403 54-114 0 0,307-20-7 0 0,187-38 148 0 0,1 1 0 0 0,1 2 0 0 0,0 1 0 0 0,-47 28 0 0 0,70-37-42 0 0,1 1 1 0 0,-1-1 0 0 0,1 2-1 0 0,0-1 1 0 0,0 1 0 0 0,1 0 0 0 0,0 0-1 0 0,-6 10 1 0 0,10-14-17 0 0,0 1 1 0 0,0-1 0 0 0,1 1-1 0 0,-1 0 1 0 0,1 0-1 0 0,0-1 1 0 0,0 1-1 0 0,0 0 1 0 0,0 0-1 0 0,1 0 1 0 0,-1 0-1 0 0,1 0 1 0 0,0 0-1 0 0,0 0 1 0 0,1 0-1 0 0,-1 0 1 0 0,1 0 0 0 0,0 0-1 0 0,0 0 1 0 0,0 0-1 0 0,3 6 1 0 0,3 0 2 0 0,-1 1 1 0 0,1-1-1 0 0,0 0 1 0 0,1-1-1 0 0,0 0 0 0 0,1 0 1 0 0,0-1-1 0 0,0 0 1 0 0,1 0-1 0 0,12 7 1 0 0,5 2-90 0 0,2-2 1 0 0,48 20 0 0 0,-1-8 66 0 0,0-3 0 0 0,118 21 0 0 0,164 6 186 0 0,-257-39-109 0 0,373 66-332 0 0,-242-17-1285 0 0,-5 21-4093 0 0,-68-12-2533 0 0,-85-40 713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44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1891 364 3776 0 0,'60'2'11106'0'0,"-3"-5"-5814"0"0,-56 3-5192 0 0,-1 0-1 0 0,1 0 1 0 0,0 0 0 0 0,0 0 0 0 0,0-1-1 0 0,0 1 1 0 0,0 0 0 0 0,0 0 0 0 0,-1-1 0 0 0,1 1-1 0 0,0 0 1 0 0,0-1 0 0 0,1 0 0 0 0,0-1 127 0 0,0 1 1667 0 0,-11-5-1584 0 0,-1 0-227 0 0,-1 0 1 0 0,-1 0-1 0 0,1 0 0 0 0,-1 2 0 0 0,-19-6 1 0 0,-250-31 823 0 0,182 30-564 0 0,-423-54 966 0 0,0-17-2086 0 0,482 75 580 0 0,-240-46-9918 0 0,184 30 5537 0 0,8-6-4056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46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626 2773 6121 0 0,'17'29'10386'0'0,"-16"-27"-8882"0"0,1-1-248 0 0,1 4-949 0 0,-1-5 348 0 0,-5-8 2153 0 0,-125-309-1661 0 0,-8-173-529 0 0,-25-432 102 0 0,95 296 190 0 0,64 577-673 0 0,4-63-1 0 0,1 84-152 0 0,0 0-1 0 0,2 0 1 0 0,14-44-1 0 0,-15 61-59 0 0,0 0 0 0 0,0 0 1 0 0,1 1-1 0 0,1-1 0 0 0,0 1 0 0 0,11-14 0 0 0,-14 20-23 0 0,0 0 1 0 0,1 1-1 0 0,-1 0 0 0 0,1 0 0 0 0,0 0 1 0 0,0 0-1 0 0,0 0 0 0 0,0 1 1 0 0,1 0-1 0 0,-1 0 0 0 0,1 0 1 0 0,-1 0-1 0 0,1 1 0 0 0,0-1 0 0 0,0 1 1 0 0,-1 1-1 0 0,1-1 0 0 0,6 0 1 0 0,0 2-9 0 0,-1 0 0 0 0,1 0 0 0 0,-1 1 0 0 0,1 0 0 0 0,-1 1 1 0 0,0 0-1 0 0,0 1 0 0 0,0 0 0 0 0,0 0 0 0 0,14 10 0 0 0,-4-1-8 0 0,-1 0 0 0 0,0 2 0 0 0,29 29 0 0 0,-26-20 13 0 0,-1 1 0 0 0,-1 1-1 0 0,-1 1 1 0 0,-2 0 0 0 0,0 2 0 0 0,-2 0-1 0 0,22 58 1 0 0,-27-57 39 0 0,-1 0-1 0 0,-2 0 1 0 0,0 1 0 0 0,-3 0-1 0 0,0 0 1 0 0,-2 1 0 0 0,-1-1-1 0 0,-5 42 1 0 0,2-58-25 0 0,0 0 0 0 0,-1-1 0 0 0,-1 1 0 0 0,0-1 0 0 0,-1 0 0 0 0,-1 0 0 0 0,0-1-1 0 0,-1 1 1 0 0,0-2 0 0 0,-1 1 0 0 0,0-1 0 0 0,-14 16 0 0 0,14-20-23 0 0,-1 0 0 0 0,1-1 0 0 0,-1 1-1 0 0,0-2 1 0 0,-1 1 0 0 0,0-1 0 0 0,0-1 0 0 0,0 0 0 0 0,-1 0 0 0 0,1-1-1 0 0,-1 0 1 0 0,0-1 0 0 0,0 0 0 0 0,-1-1 0 0 0,1 0 0 0 0,-20 0 0 0 0,1-2-230 0 0,0-1 0 0 0,0-2 0 0 0,-32-7 0 0 0,-87-29-3838 0 0,146 38 3834 0 0,-23-6-2183 0 0,-32-15 0 0 0,49 18 1521 0 0,1 0 0 0 0,0-1-1 0 0,1 0 1 0 0,-1 0-1 0 0,1-1 1 0 0,0 0 0 0 0,-12-12-1 0 0,-4-16-6504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47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335 26 1936 0 0,'0'0'6068'0'0,"2"-3"-1990"0"0,6-11-1528 0 0,-6 10-987 0 0,1 3-356 0 0,2-2-1074 0 0,1 4 1287 0 0,-6 5 2438 0 0,0-4-3841 0 0,-1 11 69 0 0,-1 1-1 0 0,0-1 1 0 0,-1 0 0 0 0,-5 13-1 0 0,-47 125 804 0 0,-85 265-126 0 0,71-147-737 0 0,24 4-934 0 0,30-127-115 0 0,4-43-3467 0 0,4-31-5963 0 0,5-53 5151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47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6249 0 0,'3'-1'1176'0'0,"1"0"0"0"0,0 1 0 0 0,0-1 0 0 0,-1 1 0 0 0,1-1 0 0 0,0 1 0 0 0,5 1 1 0 0,-5-1-849 0 0,0 1 1 0 0,1 0 0 0 0,-1 0 0 0 0,0 1-1 0 0,0-1 1 0 0,0 1 0 0 0,0 0 0 0 0,-1 0-1 0 0,1 0 1 0 0,5 5 0 0 0,3 3 131 0 0,0 0-1 0 0,-1 1 1 0 0,19 24 0 0 0,25 42 445 0 0,-53-73-870 0 0,140 249 1399 0 0,-47-76-1043 0 0,-88-165-382 0 0,126 209 117 0 0,17-11-461 0 0,-132-189 205 0 0,81 97-1281 0 0,-68-84-2678 0 0,44 37 0 0 0,-45-48-285 0 0,-5-10-2451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48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879 1 2624 0 0,'0'0'11779'0'0,"-2"4"-9242"0"0,-14 32 402 0 0,6-12-1195 0 0,-25 42 1 0 0,25-51-1655 0 0,-1 0 0 0 0,-1-1 0 0 0,0 0 0 0 0,-1-1 0 0 0,0 0 0 0 0,-1-1-1 0 0,-1 0 1 0 0,0-1 0 0 0,0-1 0 0 0,-1-1 0 0 0,0 0 0 0 0,-1-1 0 0 0,0 0 0 0 0,0-2 0 0 0,0 0 0 0 0,-1-1-1 0 0,0 0 1 0 0,-21 1 0 0 0,13-3-451 0 0,-1-2 0 0 0,0 0-1 0 0,0-2 1 0 0,0-1-1 0 0,0-2 1 0 0,1 0 0 0 0,-34-10-1 0 0,35 6-1226 0 0,1-1-1 0 0,-1-1 1 0 0,1-1 0 0 0,1-1-1 0 0,0-1 1 0 0,1-1 0 0 0,-30-25-1 0 0,6-1-5129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48.6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549 0 768 0 0,'0'0'8057'0'0,"0"4"-2923"0"0,-9 205 3091 0 0,-37 107-6459 0 0,-4-100-1514 0 0,-144 387 0 0 0,-2-47-1600 0 0,161-419-3206 0 0,28-102 1499 0 0,2-1 0 0 0,-1 37 0 0 0,6-29-3572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49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411 1390 7913 0 0,'6'19'13296'0'0,"-14"-25"-12901"0"0,-2-2-289 0 0,0 0-1 0 0,0-1 1 0 0,1 0-1 0 0,-16-20 1 0 0,-5-16-53 0 0,2-1 1 0 0,2-1-1 0 0,-27-70 0 0 0,-40-159 439 0 0,11-71 290 0 0,73 307-664 0 0,0-1 334 0 0,3 0-1 0 0,-3-73 1 0 0,9 91-261 0 0,1 1 0 0 0,1-1-1 0 0,1 1 1 0 0,1-1 0 0 0,1 1-1 0 0,11-33 1 0 0,-14 52-237 0 0,-1 0 1 0 0,0 1-1 0 0,1-1 1 0 0,0 0-1 0 0,0 0 0 0 0,0 1 1 0 0,0-1-1 0 0,0 1 0 0 0,0 0 1 0 0,1 0-1 0 0,-1 0 0 0 0,3-2 1 0 0,3 3-195 0 0,1 1 194 0 0,1 2 1 0 0,-1-1-1 0 0,0 1 1 0 0,0 1-1 0 0,0 0 1 0 0,0 0-1 0 0,0 0 1 0 0,-1 1-1 0 0,1 1 1 0 0,7 5-1 0 0,15 10 43 0 0,35 31-1 0 0,-23-16 88 0 0,75 80 0 0 0,-105-101-84 0 0,-1 1 0 0 0,0 1 0 0 0,-1 0-1 0 0,-1 1 1 0 0,-1 0 0 0 0,0 0 0 0 0,-1 1 0 0 0,-1 0 0 0 0,7 25-1 0 0,-13-33-16 0 0,1 0-1 0 0,-2 14 1 0 0,-1-17 4 0 0,-1-4-1 0 0,2-1 3 0 0,-1 0 1 0 0,1 0 0 0 0,-1 0 0 0 0,0-1 0 0 0,0 1-1 0 0,1 0 1 0 0,-1-1 0 0 0,-1 1 0 0 0,1 0-1 0 0,0-1 1 0 0,0 1 0 0 0,0-1 0 0 0,-1 0 0 0 0,1 1-1 0 0,-1-1 1 0 0,1 0 0 0 0,-1 0 0 0 0,0 0-1 0 0,1 0 1 0 0,-1 0 0 0 0,0 0 0 0 0,0-1 0 0 0,1 1-1 0 0,-1 0 1 0 0,-2-1 0 0 0,-5 2-23 0 0,4-1 14 0 0,-1-1 0 0 0,1 1 0 0 0,-1-1 0 0 0,1 0 0 0 0,-1 0 1 0 0,-9-2-1 0 0,-90-21-43 0 0,102 22-21 0 0,10 11 101 0 0,-3-5-16 0 0,11 16-39 0 0,2-1-1 0 0,21 21 1 0 0,33 29 240 0 0,-4 2-1 0 0,59 81 1 0 0,-102-121-131 0 0,-2 1 1 0 0,-2 1-1 0 0,-1 1 1 0 0,-1 1-1 0 0,-3 0 1 0 0,0 1-1 0 0,-3 1 1 0 0,9 40-1 0 0,-19-66-89 0 0,0-1 0 0 0,-1 1 0 0 0,0-1 1 0 0,-1 22-1 0 0,0-30 12 0 0,-1 0 1 0 0,1-1 0 0 0,0 1 0 0 0,-1 0 0 0 0,0-1-1 0 0,0 1 1 0 0,0 0 0 0 0,0-1 0 0 0,0 1-1 0 0,0-1 1 0 0,0 1 0 0 0,-1-1 0 0 0,1 0-1 0 0,-1 0 1 0 0,0 1 0 0 0,0-1 0 0 0,0 0-1 0 0,0 0 1 0 0,0-1 0 0 0,0 1 0 0 0,0 0 0 0 0,-1-1-1 0 0,1 1 1 0 0,-1-1 0 0 0,1 0 0 0 0,-3 1-1 0 0,-2 0-5 0 0,1-1-1 0 0,0 0 1 0 0,0 0 0 0 0,-1-1-1 0 0,1 0 1 0 0,0 0-1 0 0,-1 0 1 0 0,-7-2-1 0 0,-53-14-289 0 0,66 16 290 0 0,-168-61-3155 0 0,112 35-683 0 0,2-2 0 0 0,-73-49 0 0 0,50 21-3845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50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506 0 6745 0 0,'0'0'8059'0'0,"3"0"-6166"0"0,11 0-402 0 0,-10 0 2131 0 0,-10 12-3116 0 0,3-6-427 0 0,-4 7 60 0 0,1-1 0 0 0,-2 0 0 0 0,0 0 1 0 0,-14 16-1 0 0,-55 59 848 0 0,-128 189-1 0 0,179-233-933 0 0,1 1 1 0 0,2 0-1 0 0,3 2 0 0 0,1 1 0 0 0,2 1 0 0 0,3 0 0 0 0,-10 56 1 0 0,16-40-61 0 0,2 1 1 0 0,4 0-1 0 0,2 0 1 0 0,3 0 0 0 0,14 79-1 0 0,3-36-116 0 0,5-2 0 0 0,52 140 0 0 0,78 123-345 0 0,-106-273-136 0 0,108 158 0 0 0,2-46-4708 0 0,-113-155 1129 0 0,86 78 1 0 0,-51-67-2787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2:50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4480 0 0,'7'2'5736'0'0,"4"2"-4798"0"0,0 0 1 0 0,0 1 0 0 0,-1 1-1 0 0,0-1 1 0 0,1 2 0 0 0,-2-1-1 0 0,12 11 1 0 0,2 6-40 0 0,-1 0 0 0 0,30 42 1 0 0,34 68 57 0 0,11 32-559 0 0,-7 4 0 0 0,-8 4 0 0 0,-8 4 0 0 0,-8 2 0 0 0,49 212 0 0 0,-17 97 102 0 0,-78-331-302 0 0,1 185 1 0 0,-22-231-174 0 0,-5 1 1 0 0,-28 159-1 0 0,16-185-140 0 0,-3-2 0 0 0,-5 0 0 0 0,-59 137 1 0 0,46-142-933 0 0,-67 103 0 0 0,71-130-697 0 0,-2-2 1 0 0,-76 77-1 0 0,87-102 779 0 0,-1 0 0 0 0,-1-2 0 0 0,-1-2 0 0 0,-1 0-1 0 0,-1-2 1 0 0,-1-1 0 0 0,-41 17 0 0 0,-77 12-5511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7:08.96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1752 103 5120 0 0,'-1'-3'8675'0'0,"1"-2"-8092"0"0,0 0 0 0 0,0 0 1 0 0,1 0-1 0 0,0 0 0 0 0,0 0 0 0 0,3-8 0 0 0,-4 11-546 0 0,1 0 1 0 0,0 0-1 0 0,-1 1 0 0 0,1-1 0 0 0,0 1 1 0 0,0-1-1 0 0,0 1 0 0 0,0-1 1 0 0,0 1-1 0 0,1 0 0 0 0,-1-1 0 0 0,0 1 1 0 0,1 0-1 0 0,2-2 0 0 0,0 0 98 0 0,1-1-29 0 0,0 1-1 0 0,1-1 1 0 0,-1 1-1 0 0,1 1 1 0 0,0-1-1 0 0,0 1 0 0 0,0 0 1 0 0,0 0-1 0 0,0 1 1 0 0,1 0-1 0 0,-1 0 1 0 0,10 0-1 0 0,7 1 4 0 0,0 1 0 0 0,25 4 0 0 0,-23-2-51 0 0,36 5 134 0 0,93 26 1 0 0,55 31 328 0 0,-197-61-489 0 0,87 31-7 0 0,127 66 0 0 0,84 68-93 0 0,-177-86 237 0 0,-3 4 1 0 0,190 168 0 0 0,-225-166-67 0 0,120 141 0 0 0,-158-159-99 0 0,-3 3 1 0 0,84 151-1 0 0,-111-168-6 0 0,-2 1 0 0 0,-2 2-1 0 0,-3 0 1 0 0,-3 1 0 0 0,13 85-1 0 0,-19-65-32 0 0,-4 0-1 0 0,-3 1 1 0 0,-12 139-1 0 0,-4-117-2 0 0,-5-1-1 0 0,-53 179 1 0 0,34-175 26 0 0,-5-1 0 0 0,-4-2-1 0 0,-99 164 1 0 0,-14-27 98 0 0,-24-16 102 0 0,136-178-126 0 0,-1-2 0 0 0,-73 54 0 0 0,78-70-41 0 0,-1-1 0 0 0,-1-3-1 0 0,-80 34 1 0 0,64-37-10 0 0,-1-2 1 0 0,-1-3-1 0 0,0-3 0 0 0,-83 7 0 0 0,33-12 92 0 0,-177-8 0 0 0,216-6-2 0 0,1-3 0 0 0,0-4 0 0 0,0-2 0 0 0,2-3 0 0 0,0-4 0 0 0,1-2 0 0 0,1-4 0 0 0,-104-57 0 0 0,66 22 18 0 0,3-4-1 0 0,3-6 1 0 0,-107-97 0 0 0,-43-73-80 0 0,34-3 72 0 0,135 144-53 0 0,5-3-1 0 0,4-3 1 0 0,-97-197-1 0 0,125 208-9 0 0,4-1-1 0 0,5-2 1 0 0,4-1 0 0 0,-23-128-1 0 0,-6-236 107 0 0,50 312 117 0 0,12-163 0 0 0,1 268-229 0 0,2 0 0 0 0,2 1 1 0 0,3 0-1 0 0,29-88 0 0 0,-28 104 2 0 0,2 1-1 0 0,1 1 1 0 0,1 0-1 0 0,2 1 1 0 0,0 1-1 0 0,2 1 0 0 0,1 0 1 0 0,31-30-1 0 0,-18 25-19 0 0,3 2-1 0 0,0 1 1 0 0,1 1 0 0 0,2 2-1 0 0,0 2 1 0 0,2 2-1 0 0,0 2 1 0 0,71-22-1 0 0,-46 22-192 0 0,1 3-1 0 0,0 3 1 0 0,1 2 0 0 0,0 4-1 0 0,79 3 1 0 0,-33 8-2729 0 0,156 28 1 0 0,117 45-5413 0 0,-169-27 219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7:11.76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1 592 0 0,'0'0'6233'0'0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7:13.04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647 1 1104 0 0,'0'0'17668'0'0,"-3"6"-17682"0"0,-11 19 64 0 0,10-19 268 0 0,4-5-316 0 0,0 0 1 0 0,-1 0 0 0 0,1 0-1 0 0,-1 0 1 0 0,1-1-1 0 0,0 1 1 0 0,-1 0 0 0 0,0 0-1 0 0,1-1 1 0 0,-1 1-1 0 0,1 0 1 0 0,-2 0 0 0 0,1 0-1 0 0,0 1 167 0 0,-2-1-132 0 0,-1-1-24 0 0,0 1 0 0 0,-13 11-40 0 0,15-11 49 0 0,-6 2 12 0 0,8-3 2 0 0,-1 0 0 0 0,0 1 0 0 0,1-1 1 0 0,-1 0-1 0 0,0 1 0 0 0,1-1 0 0 0,-1 0 0 0 0,0 0 1 0 0,1 1-1 0 0,-1-1 0 0 0,0 0 0 0 0,0 0 1 0 0,1 0-1 0 0,-1 0 0 0 0,0 0 0 0 0,-1 0 1 0 0,-37 3 479 0 0,31-1-480 0 0,0 0 0 0 0,-1 0 0 0 0,1 1 0 0 0,-14 6 0 0 0,6-2-27 0 0,0-1 23 0 0,0 1 1 0 0,1 0-1 0 0,-25 16 0 0 0,13-9 89 0 0,25-13-107 0 0,1 0 1 0 0,-1-1-1 0 0,1 1 0 0 0,-1 0 1 0 0,1 0-1 0 0,-1 0 1 0 0,1 0-1 0 0,-3 3 0 0 0,-10 7 324 0 0,10-7-291 0 0,-1-1 1 0 0,1 1-1 0 0,0 0 0 0 0,0 0 1 0 0,0 0-1 0 0,1 1 1 0 0,-1-1-1 0 0,1 1 1 0 0,0 0-1 0 0,-2 5 1 0 0,-11 14-45 0 0,11-9 14 0 0,-14 35 63 0 0,11-35-74 0 0,0 1 0 0 0,-1-1 0 0 0,0-1 1 0 0,-21 25-1 0 0,-50 44 66 0 0,43-47 92 0 0,32-31-146 0 0,1 0 0 0 0,0 0 0 0 0,0 1 0 0 0,0 0 0 0 0,1-1 0 0 0,0 1 0 0 0,0 0 0 0 0,0 1 0 0 0,-2 7 0 0 0,-1 1 201 0 0,5-12-139 0 0,1 1 19 0 0,-2 11-43 0 0,2-11-2 0 0,0-1 11 0 0,8 35 113 0 0,-4-28-196 0 0,0 0-1 0 0,0 0 1 0 0,1-1 0 0 0,1 0-1 0 0,0 0 1 0 0,0 0 0 0 0,0 0 0 0 0,1-1-1 0 0,12 10 1 0 0,13 19-5 0 0,72 85 84 0 0,49 53 135 0 0,-129-151-196 0 0,0-1 1 0 0,37 27-1 0 0,61 33-7 0 0,-80-59 10 0 0,1-2 1 0 0,60 22-1 0 0,-40-19 10 0 0,-15-6-4 0 0,99 26 1 0 0,-22-19 32 0 0,94 24 866 0 0,-201-44-1191 0 0,94 31 1695 0 0,-59-12-2570 0 0,-7 8-4355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7:14.30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17 464 0 0,'39'5'10613'0'0,"-9"-3"-7623"0"0,8-2-1938 0 0,72-5 125 0 0,14-2-339 0 0,-2 0 409 0 0,-100 6-1102 0 0,58-1 281 0 0,-76 1-414 0 0,0 1 0 0 0,0 0 0 0 0,0 0 0 0 0,0 0 1 0 0,1 0-1 0 0,-1 1 0 0 0,4 1 0 0 0,5 0 5 0 0,48 4 233 0 0,-1 2 0 0 0,1 3 1 0 0,87 28-1 0 0,-95-22 34 0 0,96 46-1 0 0,-134-55-245 0 0,0 1 0 0 0,0 0 0 0 0,-1 1 0 0 0,0 1 0 0 0,-1 0 0 0 0,0 1 0 0 0,-1 0 0 0 0,-1 1 0 0 0,0 1 1 0 0,14 21-1 0 0,-4 2-155 0 0,-1 2 0 0 0,21 61 0 0 0,15 87-387 0 0,-47-138 723 0 0,-2 0 1 0 0,2 74-1 0 0,-5-65-54 0 0,-3-11-84 0 0,-1 0 0 0 0,-13 92 0 0 0,10-125-79 0 0,0 0 0 0 0,-1 0 0 0 0,0 0 0 0 0,-1 0 0 0 0,0-1 0 0 0,-1 0 0 0 0,-1-1 0 0 0,-11 18 0 0 0,7-15 43 0 0,-1-1-1 0 0,0 0 0 0 0,-1 0 0 0 0,-1-1 1 0 0,-28 20-1 0 0,13-14 73 0 0,-2-1 0 0 0,0-1 1 0 0,-1-2-1 0 0,-1-2 0 0 0,0 0 0 0 0,-51 11 1 0 0,-117 21-492 0 0,66-18-3301 0 0,48-10-2036 0 0,33-7 1757 0 0,2-3-1941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7:19.36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137 264 2344 0 0,'-8'19'5469'0'0,"-5"5"-7421"0"0,-13 34 8595 0 0,26-57-6559 0 0,1 0-1 0 0,-1 0 1 0 0,0 0-1 0 0,0 0 1 0 0,0 0-1 0 0,0 0 1 0 0,0 0-1 0 0,0 0 1 0 0,0 0-1 0 0,0 0 1 0 0,0 1-1 0 0,-1 0 1 0 0,1 1 70 0 0,0 1 181 0 0,-1-1-177 0 0,0 13-1429 0 0,3 31 2900 0 0,3-54-1300 0 0,0 1-258 0 0,-1 1 9 0 0,1 0 1 0 0,-2-1 0 0 0,1 1 0 0 0,0-1 0 0 0,-1 0 0 0 0,0 0-1 0 0,0 0 1 0 0,2-11 0 0 0,7-51 395 0 0,6-134 1 0 0,-17 183 243 0 0,5-34 0 0 0,-4 18 1911 0 0,-5 44-2597 0 0,-52 171-900 0 0,43-130 554 0 0,-10 91 0 0 0,21-138 232 0 0,1 0 0 0 0,-1 0 0 0 0,0-1 0 0 0,1 1 0 0 0,-2 0 0 0 0,1-1 1 0 0,0 1-1 0 0,0-1 0 0 0,-4 5 0 0 0,4-5-9 0 0,0-1 50 0 0,1-1-1 0 0,0 1 0 0 0,0-1 1 0 0,-1 1-1 0 0,1-1 0 0 0,0 1 0 0 0,-1-1 1 0 0,1 1-1 0 0,-1-1 0 0 0,1 0 1 0 0,-1 1-1 0 0,1-1 0 0 0,-1 0 0 0 0,1 1 1 0 0,-1-1-1 0 0,1 0 0 0 0,-1 0 1 0 0,1 1-1 0 0,-1-1 0 0 0,0 0 0 0 0,-1 1-108 0 0,-12-6-1729 0 0,11 4 1869 0 0,1 0 0 0 0,0 0 0 0 0,-1 0 0 0 0,1 0 0 0 0,0 0 0 0 0,0 0 0 0 0,0-1 0 0 0,0 1 0 0 0,0-1 0 0 0,1 1 0 0 0,-1-1 0 0 0,0 0 0 0 0,1 0 0 0 0,-2-2 0 0 0,2 3 28 0 0,0 0-1 0 0,0 0 0 0 0,1 0 1 0 0,-1-1-1 0 0,1 1 1 0 0,-1 0-1 0 0,1 0 0 0 0,-1 0 1 0 0,1-1-1 0 0,0 1 0 0 0,0 0 1 0 0,-1-1-1 0 0,1-1 0 0 0,-1-12 473 0 0,0-3 92 0 0,1 1 1 0 0,2-24-1 0 0,2 18-165 0 0,1 1 0 0 0,1-1 0 0 0,1 1 0 0 0,13-27 0 0 0,26-42 415 0 0,-46 90-825 0 0,1-1-1 0 0,-1 1 1 0 0,1 0-1 0 0,0 0 1 0 0,0 0 0 0 0,-1 1-1 0 0,1-1 1 0 0,0 0-1 0 0,0 0 1 0 0,0 0 0 0 0,0 1-1 0 0,1-2 1 0 0,1 0 8 0 0,0 0 31 0 0,-1 2-12 0 0,10-1-12 0 0,-9 1 27 0 0,1 3-37 0 0,1 3-20 0 0,-1 1 0 0 0,0-1 0 0 0,0 1 0 0 0,0-1 0 0 0,-1 1 0 0 0,0 0 0 0 0,0 1 0 0 0,-1-1 0 0 0,0 0 0 0 0,2 10 0 0 0,2 42-73 0 0,-3 76 1 0 0,-3-110 8 0 0,-3 8-8 0 0,0-6-45 0 0,-9 34-390 0 0,7-30 120 0 0,4-28 242 0 0,2-13-354 0 0,10-78 909 0 0,12-23 722 0 0,-10 53-325 0 0,-12 55-674 0 0,-1 1-27 0 0,-28 42-3155 0 0,-13 57-7510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7:21.66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395 7 2000 0 0,'33'-1'7017'0'0,"-25"0"-7324"0"0,-4 1 512 0 0,0-1 84 0 0,31-3 2542 0 0,-31 4-2325 0 0,5 1-247 0 0,0 0 0 0 0,0 0 0 0 0,0 0 0 0 0,0 1 0 0 0,9 4 0 0 0,-5-1-185 0 0,-1 1 0 0 0,1 1 0 0 0,-1 0 0 0 0,21 18 0 0 0,-19-13-67 0 0,-1 0 1 0 0,-1 1-1 0 0,0 1 1 0 0,-1 0-1 0 0,0 1 1 0 0,-1 0-1 0 0,8 18 1 0 0,-11-18 121 0 0,0 0 1 0 0,-2 0 0 0 0,1 1 0 0 0,-2 0 0 0 0,4 26-1 0 0,-5-20 263 0 0,1-1 168 0 0,-2 0 0 0 0,0 27 0 0 0,0 29-638 0 0,-1 67-61 0 0,-3-102 333 0 0,-15 78 1 0 0,14-105-76 0 0,-1-1 0 0 0,-1 0 0 0 0,0 0-1 0 0,-1-1 1 0 0,0 0 0 0 0,-1 0 0 0 0,-1 0-1 0 0,0-1 1 0 0,-11 13 0 0 0,13-18-82 0 0,-1 0 1 0 0,0 0-1 0 0,-1-1 1 0 0,0-1-1 0 0,0 1 1 0 0,0-1-1 0 0,-1 0 1 0 0,1-1-1 0 0,-1 0 1 0 0,0-1-1 0 0,0 1 0 0 0,-1-2 1 0 0,1 1-1 0 0,-1-1 1 0 0,1-1-1 0 0,-1 0 1 0 0,1 0-1 0 0,-16-1 1 0 0,7-1-18 0 0,1-1 0 0 0,0 0 1 0 0,-1-2-1 0 0,1 0 0 0 0,1 0 0 0 0,-1-2 1 0 0,1 0-1 0 0,0 0 0 0 0,-24-15 1 0 0,13 3 79 0 0,1-1 0 0 0,2-1 0 0 0,0-1 0 0 0,0-1 0 0 0,2-1 0 0 0,1-1 0 0 0,1-1 0 0 0,1-1 0 0 0,-25-46 0 0 0,32 50 5 0 0,2 0 0 0 0,0-1 1 0 0,2-1-1 0 0,0 1 0 0 0,2-1 0 0 0,1-1 1 0 0,-4-37-1 0 0,8 50 76 0 0,1 0 1 0 0,0-1-1 0 0,1 1 1 0 0,1 0-1 0 0,0 0 0 0 0,0-1 1 0 0,1 1-1 0 0,1 1 1 0 0,8-20-1 0 0,-9 25-228 0 0,0 1 0 0 0,0-1 0 0 0,1 0 0 0 0,-1 1 0 0 0,1 0 0 0 0,1 0 0 0 0,-1 0 0 0 0,9-7 0 0 0,-9 10-301 0 0,0-1-1 0 0,-1 1 1 0 0,1 0 0 0 0,0 0 0 0 0,0 0-1 0 0,0 0 1 0 0,0 1 0 0 0,0 0 0 0 0,1 0 0 0 0,-1 0-1 0 0,0 0 1 0 0,1 1 0 0 0,-1-1 0 0 0,5 1 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7:22.39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81 400 0 0,'216'-35'2594'0'0,"-113"17"-896"0"0,161-9 0 0 0,-214 26-1092 0 0,0 3 0 0 0,1 2 0 0 0,-2 2 1 0 0,1 2-1 0 0,-1 2 0 0 0,0 3 0 0 0,-1 1 0 0 0,0 3 1 0 0,64 32-1 0 0,-83-33-626 0 0,-2 2 1 0 0,0 1-1 0 0,-1 2 1 0 0,-1 0 0 0 0,-1 1-1 0 0,-1 2 1 0 0,0 0-1 0 0,21 33 1 0 0,8 19-1249 0 0,70 135 1 0 0,-60-88-2430 0 0,65 182-1 0 0,-110-255 2899 0 0,-1 1 243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7:22.74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255 794 2560 0 0,'-30'-38'4165'0'0,"-35"-60"0"0"0,35 43-2269 0 0,-46-113 0 0 0,63 132-1499 0 0,1 0 0 0 0,-11-57 0 0 0,21 80-305 0 0,0-1-1 0 0,1 1 1 0 0,0-1-1 0 0,1 0 1 0 0,1 1 0 0 0,0-1-1 0 0,1 1 1 0 0,0-1-1 0 0,1 1 1 0 0,7-20-1 0 0,-8 27-59 0 0,1 0 1 0 0,0 1-1 0 0,0-1 0 0 0,0 1 0 0 0,1 0 0 0 0,-1 0 1 0 0,1 0-1 0 0,1 1 0 0 0,-1-1 0 0 0,1 1 0 0 0,-1 0 1 0 0,8-4-1 0 0,-4 3-364 0 0,0 1 0 0 0,0 0 1 0 0,0 0-1 0 0,1 1 0 0 0,0 0 1 0 0,-1 1-1 0 0,16-3 0 0 0,7 3-1625 0 0,1 0-1 0 0,-1 2 0 0 0,58 8 0 0 0,-70-6 1306 0 0,78 9-2750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7:26.75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50 3664 0 0,'26'-9'4529'0'0,"1"1"-1957"0"0,4 3-380 0 0,-4-2-828 0 0,-1 0-756 0 0,1 2-280 0 0,0 2-208 0 0,0-1-316 0 0,-4 2-304 0 0,2 2-420 0 0,8 2-2956 0 0,0 0 976 0 0,-1 2 523 0 0,10 4 529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7:26.994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1 528 0 0,'41'34'-184'0'0,"7"5"64"0"0,3 5 40 0 0,-1 7 24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7:27.27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634 76 1216 0 0,'-68'-2'2088'0'0,"-16"-5"-976"0"0,-3 0-1200 0 0,-6-3-1384 0 0,-3-3 496 0 0,-5-3 336 0 0,-4-5 216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7:28.04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2 2472 0 0,'33'0'6009'0'0,"0"0"-2561"0"0,2-2-1056 0 0,4 2-1468 0 0,3 0-472 0 0,3 2-376 0 0,3 0-472 0 0,-1 0-184 0 0,5-1-3152 0 0,1 3 748 0 0,1-1 231 0 0,3 2 185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7:28.8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5807 286 2536 0 0,'153'32'5911'0'0,"224"77"-1"0"0,130 96-2683 0 0,-46 45-1927 0 0,-26 42-202 0 0,-274-169-1135 0 0,-6 6 0 0 0,240 258 1 0 0,-245-214-78 0 0,-8 6-1 0 0,141 235 1 0 0,-40-33 59 0 0,55 91-15 0 0,-27 14 330 0 0,-236-417-121 0 0,-4 2 0 0 0,-4 2 0 0 0,-2 0 0 0 0,-3 2-1 0 0,-4 0 1 0 0,-3 1 0 0 0,7 113 0 0 0,-19-89-78 0 0,-5 1 0 0 0,-29 194 0 0 0,-78 191 12 0 0,-91 151-592 0 0,-94 94-2474 0 0,180-506 2480 0 0,79-169 597 0 0,-80 99 0 0 0,41-73 166 0 0,-3-3 0 0 0,-4-4 0 0 0,-170 121 0 0 0,158-133 28 0 0,-2-4-1 0 0,-2-4 0 0 0,-3-5 0 0 0,-112 40 0 0 0,75-45-214 0 0,-2-5-1 0 0,-270 40 0 0 0,200-58 127 0 0,-290-6 1 0 0,-178-50 91 0 0,3-35-49 0 0,-255-81 94 0 0,659 88-249 0 0,-362-134-1 0 0,380 98 61 0 0,-346-186 0 0 0,206 33 355 0 0,291 173-88 0 0,-151-148 0 0 0,103 65-117 0 0,7-6 0 0 0,-222-343 0 0 0,-315-738 275 0 0,562 985-416 0 0,-86-289 1 0 0,137 328 120 0 0,-64-402 0 0 0,112 487-65 0 0,7-1-1 0 0,5 0 1 0 0,6 0-1 0 0,36-265 1 0 0,-19 312-95 0 0,4 2 1 0 0,4 0-1 0 0,3 1 0 0 0,5 2 1 0 0,64-125-1 0 0,-54 136-31 0 0,4 1 1 0 0,2 3-1 0 0,4 2 0 0 0,3 3 0 0 0,2 2 1 0 0,80-68-1 0 0,97-60-32 0 0,-107 102-14 0 0,4 6 0 0 0,3 5 0 0 0,194-83-1 0 0,-196 108 32 0 0,212-58-1 0 0,98 15 35 0 0,-98 49 15 0 0,58 23-56 0 0,-22 29-37 0 0,589 98-38 0 0,373 205-237 0 0,-41 155-156 0 0,-741-214-236 0 0,603 362-1 0 0,-102 75-1387 0 0,-386-179-2507 0 0,446 445-3868 0 0,-580-452 594 0 0,-534-490 7700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46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31 1448 0 0,'-1'-2'898'0'0,"-5"-6"2908"0"0,5 7-2539 0 0,0 0 1 0 0,0-1-1 0 0,1 1 0 0 0,-1-1 0 0 0,0 1 0 0 0,0 0 0 0 0,1-1 1 0 0,-1 0-1 0 0,1 1 0 0 0,-1-1 0 0 0,1 1 0 0 0,0-3 0 0 0,8 6-791 0 0,5 2-233 0 0,1 0 1 0 0,-1 1 0 0 0,0 0-1 0 0,19 11 1 0 0,-5 3-15 0 0,0 1 1 0 0,-1 1-1 0 0,-1 1 1 0 0,-1 1-1 0 0,-1 1 0 0 0,-1 2 1 0 0,-1 0-1 0 0,22 36 1 0 0,16 34 139 0 0,46 102 0 0 0,33 110-264 0 0,-112-245-293 0 0,-25-61 307 0 0,-4-104 54 0 0,1-36-19 0 0,5 67 60 0 0,13-76 1 0 0,-12 119 32 0 0,2 1 0 0 0,1-1 0 0 0,2 2 0 0 0,0-1 0 0 0,24-44-1 0 0,-29 63-91 0 0,2 0 0 0 0,-1-1-1 0 0,11-10 1 0 0,-13 16-112 0 0,0 0 1 0 0,0 0 0 0 0,1 0-1 0 0,-1 0 1 0 0,1 1 0 0 0,0-1-1 0 0,-1 1 1 0 0,1 0-1 0 0,5-2 1 0 0,-1 4 115 0 0,2 2-200 0 0,0 0-1 0 0,0 1 1 0 0,0 0-1 0 0,-1 1 1 0 0,1 0-1 0 0,-1 0 0 0 0,0 1 1 0 0,0 1-1 0 0,0-1 1 0 0,14 14-1 0 0,-8-6-100 0 0,0 0-1 0 0,1-2 1 0 0,28 18-1 0 0,-30-26 68 0 0,3-2 72 0 0,-8-3 53 0 0,-2-2-54 0 0,-1 0-1 0 0,0 0 1 0 0,1-1 0 0 0,-1 0-1 0 0,-1 0 1 0 0,1 0 0 0 0,8-12-1 0 0,32-50-3 0 0,-32 44 277 0 0,19-23 0 0 0,-31 44-254 0 0,-1 0 0 0 0,0 0 1 0 0,1 0-1 0 0,0 1 0 0 0,-1-1 0 0 0,1 1 1 0 0,0-1-1 0 0,0 1 0 0 0,0 0 1 0 0,0-1-1 0 0,0 1 0 0 0,0 0 0 0 0,0 0 1 0 0,0 0-1 0 0,0 1 0 0 0,0-1 1 0 0,1 1-1 0 0,-1-1 0 0 0,0 1 0 0 0,0-1 1 0 0,1 1-1 0 0,-1 0 0 0 0,0 0 1 0 0,1 0-1 0 0,-1 1 0 0 0,4 0 0 0 0,1 1-13 0 0,0 1-1 0 0,-1-1 0 0 0,1 2 0 0 0,-1-1 0 0 0,0 1 0 0 0,0 0 0 0 0,0 0 1 0 0,-1 0-1 0 0,8 8 0 0 0,7 8-241 0 0,16 23 1 0 0,-21-26 99 0 0,-5-4 3 0 0,27 29 140 0 0,-33-38 74 0 0,0 0 0 0 0,1-1 0 0 0,-1 1 0 0 0,1-1 0 0 0,-1 0 0 0 0,11 5 0 0 0,-13-7-39 0 0,-1-1 0 0 0,0 1 0 0 0,1-1-1 0 0,-1 0 1 0 0,1 1 0 0 0,-1-1 0 0 0,1 0 0 0 0,-1 0 0 0 0,3 0 0 0 0,1 0 30 0 0,4 0 114 0 0,1-3-167 0 0,1 0 0 0 0,-1 0 0 0 0,-1-1 0 0 0,1-1 0 0 0,-1 0 0 0 0,13-8 0 0 0,57-46-363 0 0,-9 7 230 0 0,-42 33 239 0 0,1 1 1 0 0,47-20 0 0 0,-61 32-228 0 0,0 1 1 0 0,1 0 0 0 0,-1 1 0 0 0,1 1 0 0 0,0 1-1 0 0,0 0 1 0 0,28 0 0 0 0,-5 5-2743 0 0,64 11 0 0 0,41 18-5249 0 0,-53-10 4532 0 0,49 9-6367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52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279 2302 2280 0 0,'-10'17'12365'0'0,"12"-14"-11729"0"0,0-1-158 0 0,4 7-651 0 0,-4-2 4960 0 0,2-15-4624 0 0,13-21-34 0 0,-17 28-120 0 0,1 1-1 0 0,-1-1 1 0 0,1 0-1 0 0,-1 1 0 0 0,0-1 1 0 0,1 0-1 0 0,-1 1 1 0 0,0-1-1 0 0,0 0 1 0 0,1 0-1 0 0,-1 1 1 0 0,0-1-1 0 0,0 0 0 0 0,0-1 1 0 0,-3-54 354 0 0,-7-75 821 0 0,-6 0 0 0 0,-42-168 1 0 0,-8 53-334 0 0,-10-37 364 0 0,20-4 95 0 0,43 169-726 0 0,6 0 1 0 0,10-166-1 0 0,-1 253-422 0 0,0 0-1 0 0,2 0 1 0 0,2 1 0 0 0,16-55-1 0 0,-18 75-168 0 0,0 1 0 0 0,0 0-1 0 0,1 1 1 0 0,0-1 0 0 0,0 1 0 0 0,1 0-1 0 0,0 0 1 0 0,10-9 0 0 0,-11 13-28 0 0,0-1 1 0 0,1 1 0 0 0,0 0-1 0 0,0 0 1 0 0,0 1-1 0 0,0 0 1 0 0,0 0 0 0 0,1 0-1 0 0,0 1 1 0 0,-1 0-1 0 0,1 0 1 0 0,0 1-1 0 0,7-1 1 0 0,-1 1-4 0 0,0 1-1 0 0,0 0 1 0 0,-1 1-1 0 0,1 0 1 0 0,0 1-1 0 0,-1 1 1 0 0,1 0-1 0 0,-1 1 0 0 0,16 6 1 0 0,2 4 53 0 0,-1 0 0 0 0,39 27 0 0 0,-31-15-35 0 0,-2 2 0 0 0,-1 1 0 0 0,44 46 0 0 0,-25-14 111 0 0,48 68-1 0 0,-8 18 149 0 0,-79-120-198 0 0,-1 1 1 0 0,-1 1-1 0 0,14 49 0 0 0,-23-67-32 0 0,-1 0 0 0 0,0 1-1 0 0,-1 0 1 0 0,0-1-1 0 0,0 1 1 0 0,-1 0-1 0 0,-1-1 1 0 0,0 1-1 0 0,-1-1 1 0 0,0 1-1 0 0,-7 18 1 0 0,5-20-5 0 0,0 0-1 0 0,-1-1 1 0 0,0 0 0 0 0,0 0 0 0 0,-1 0-1 0 0,0-1 1 0 0,-1 1 0 0 0,0-2 0 0 0,0 1-1 0 0,-1-1 1 0 0,0 0 0 0 0,0 0-1 0 0,-14 7 1 0 0,-1-1-93 0 0,0-1-1 0 0,-1-2 1 0 0,0 0 0 0 0,-1-1-1 0 0,0-2 1 0 0,-37 7-1 0 0,-163 12-2666 0 0,199-23 2178 0 0,-59 2-2930 0 0,65-4-614 0 0,0-2 0 0 0,-23-2 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53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428 0 3200 0 0,'0'0'14174'0'0,"-4"3"-13217"0"0,0-1-773 0 0,1 1 0 0 0,0 0 0 0 0,-1-1 1 0 0,1 2-1 0 0,0-1 0 0 0,0 0 0 0 0,1 0 0 0 0,-1 1 0 0 0,1 0 0 0 0,-1-1 0 0 0,1 1 1 0 0,0 0-1 0 0,1 0 0 0 0,-1 0 0 0 0,1 0 0 0 0,-2 6 0 0 0,-10 117 958 0 0,-1 8-304 0 0,-11-25-467 0 0,-4-1 0 0 0,-5-1 0 0 0,-54 113-1 0 0,-8-2-695 0 0,79-182-214 0 0,2 1-1 0 0,1 0 1 0 0,-15 72-1 0 0,24-72-8363 0 0,4-34 4642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54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2432 0 0,'3'0'5489'0'0,"22"0"1092"0"0,-12-1-5442 0 0,5 0 92 0 0,0 1 1 0 0,0 0-1 0 0,0 1 0 0 0,18 4 1 0 0,-26-3-1064 0 0,0 1 1 0 0,-1 0-1 0 0,0 1 1 0 0,1 0-1 0 0,-1 0 1 0 0,-1 1-1 0 0,1 0 1 0 0,11 9-1 0 0,-3 0 23 0 0,0 1 0 0 0,-1 0-1 0 0,14 19 1 0 0,40 56 153 0 0,-29-36-201 0 0,13 17 19 0 0,124 148 216 0 0,-170-210-380 0 0,169 179 162 0 0,-136-149-589 0 0,1-2-1 0 0,74 50 1 0 0,-99-77-1267 0 0,19 10 0 0 0,-29-17-18 0 0,0 0-1 0 0,1 0 1 0 0,-1-1 0 0 0,1 0 0 0 0,10 1-1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54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1400 1 3304 0 0,'-12'2'14211'0'0,"8"-1"-12362"0"0,-18 5 479 0 0,-43 20 0 0 0,-3 2-1709 0 0,18-14-455 0 0,1-2 0 0 0,-2-2 0 0 0,1-2-1 0 0,-61 2 1 0 0,14-8-346 0 0,-123-14 0 0 0,55-6-1180 0 0,-82-19-7303 0 0,150 17 4178 0 0,6-5-3333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54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435 1 6057 0 0,'-36'8'7313'0'0,"-15"5"-2047"0"0,33-8-4667 0 0,0 0 0 0 0,0 2 1 0 0,1 0-1 0 0,-26 15 1 0 0,27-12-422 0 0,-1 1 1 0 0,2 0-1 0 0,0 2 1 0 0,0 0-1 0 0,1 0 0 0 0,1 2 1 0 0,0-1-1 0 0,1 2 1 0 0,0 0-1 0 0,1 0 1 0 0,1 1-1 0 0,1 0 1 0 0,1 1-1 0 0,0 0 1 0 0,-10 36-1 0 0,9-15 25 0 0,1 1 0 0 0,3 0 0 0 0,1 1-1 0 0,3 75 1 0 0,6-46 30 0 0,3-1-1 0 0,18 71 1 0 0,-13-84-365 0 0,2-2 0 0 0,3 0 0 0 0,2-1 0 0 0,3-1 0 0 0,1-1 0 0 0,3-2 0 0 0,57 82 0 0 0,-23-52-119 0 0,4-2 0 0 0,2-3 1 0 0,4-4-1 0 0,3-2 0 0 0,86 60 0 0 0,9-21-1444 0 0,-49-45-2605 0 0,-77-42 1654 0 0,1-2 0 0 0,60 16 1 0 0,-6-11-4302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55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1 134 2152 0 0,'3'-49'10720'0'0,"10"-21"-1222"0"0,-13 69-9429 0 0,1 1 1 0 0,-1-1-1 0 0,0 1 0 0 0,0-1 0 0 0,0 0 1 0 0,0 1-1 0 0,1-1 0 0 0,-1 1 1 0 0,0-1-1 0 0,1 1 0 0 0,-1-1 0 0 0,0 1 1 0 0,1-1-1 0 0,-1 1 0 0 0,1-1 1 0 0,-1 1-1 0 0,1-1 0 0 0,-1 1 0 0 0,1 0 1 0 0,-1-1-1 0 0,1 1 0 0 0,-1 0 1 0 0,1 0-1 0 0,0-1 0 0 0,0 1 173 0 0,1-2 529 0 0,6 10 53 0 0,15 22-248 0 0,-1 0 1 0 0,30 56-1 0 0,178 389 160 0 0,-107-216-808 0 0,211 507-1505 0 0,-269-590 930 0 0,-45-116 11 0 0,11 65 0 0 0,-25-91-481 0 0,-1-1 0 0 0,-2 1-1 0 0,-1 52 1 0 0,-4-64-346 0 0,0 0 1 0 0,-1-1-1 0 0,-2 1 0 0 0,0-1 0 0 0,-1 0 0 0 0,-13 29 1 0 0,-4-2-5906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07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2344 0 0,'0'0'2136'0'0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08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3278 289 232 0 0,'15'-10'5460'0'0,"25"-17"2099"0"0,-29 21-6451 0 0,0 0-1 0 0,15-5 1 0 0,-7 5-340 0 0,-1 0 0 0 0,1 1 1 0 0,32-3-1 0 0,132-9 1155 0 0,119-10-1056 0 0,3 25-610 0 0,-168 11-106 0 0,213 40-1 0 0,-206-13-106 0 0,-2 5-1 0 0,202 88 1 0 0,-190-57 159 0 0,278 177 1 0 0,-33 39-72 0 0,-320-221-83 0 0,-2 3-1 0 0,120 142 1 0 0,-104-90 42 0 0,-5 4 0 0 0,-6 4-1 0 0,103 220 1 0 0,-84-124-60 0 0,77 256-1 0 0,-45-21 17 0 0,-32 9 87 0 0,-84-355-56 0 0,-5 1 1 0 0,-5 0-1 0 0,-6 1 0 0 0,-4 0 1 0 0,-5-1-1 0 0,-6 0 0 0 0,-50 200 0 0 0,28-183-99 0 0,-7-1 1 0 0,-5-3-1 0 0,-73 141 0 0 0,77-187-3 0 0,-83 116 0 0 0,-70 58-16 0 0,-22-16 106 0 0,-26-8 9 0 0,-29-17 36 0 0,-12-45-66 0 0,213-136-48 0 0,-3-3-1 0 0,0-3 1 0 0,-134 31-1 0 0,114-40 12 0 0,-2-4 0 0 0,-108 5 0 0 0,-371-27 44 0 0,-485-122 350 0 0,657 36-4 0 0,194 33-60 0 0,-281-119 0 0 0,-59-82 68 0 0,25-47-274 0 0,399 219-80 0 0,3-6-1 0 0,5-5 1 0 0,4-5-1 0 0,-176-208 1 0 0,235 241 74 0 0,4-1 1 0 0,3-3-1 0 0,-71-146 0 0 0,69 108 553 0 0,-65-208 0 0 0,81 182 96 0 0,-28-235 0 0 0,38-150-132 0 0,31 351-673 0 0,43-257-1 0 0,26 20 346 0 0,19 49 210 0 0,-59 264-566 0 0,3 1 1 0 0,5 3-1 0 0,3 1 1 0 0,77-112-1 0 0,-48 96 57 0 0,5 4 0 0 0,182-181 0 0 0,-180 211-80 0 0,103-73-1 0 0,103-48-160 0 0,232-99-351 0 0,-399 236 504 0 0,3 6-1 0 0,167-47 0 0 0,-140 59 0 0 0,266-35-1 0 0,183 46-29 0 0,-409 35 137 0 0,277 42 0 0 0,-338-25-370 0 0,-2 6 1 0 0,245 89 0 0 0,-270-71-1994 0 0,34 34-6513 0 0,-109-64 7475 0 0,48 26-3308 0 0,-4-12-5198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10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3790 253 3328 0 0,'-3'-9'1884'0'0,"-1"0"0"0"0,0 0 0 0 0,-1 1-1 0 0,0 0 1 0 0,-11-14 0 0 0,6 10-746 0 0,0 1 1 0 0,-1 1-1 0 0,-13-11 1 0 0,-2 2-228 0 0,-1 2-1 0 0,-52-26 1 0 0,61 34-801 0 0,-1 0 0 0 0,0 2 0 0 0,0 0-1 0 0,0 1 1 0 0,-1 2 0 0 0,0-1-1 0 0,0 2 1 0 0,-1 1 0 0 0,1 0 0 0 0,0 2-1 0 0,-21 1 1 0 0,-70 14-64 0 0,-107 29-1 0 0,108-19-210 0 0,-479 123-30 0 0,-38 88 710 0 0,527-192-573 0 0,3 4-1 0 0,1 4 1 0 0,-145 106 0 0 0,-120 142 113 0 0,351-292-49 0 0,-51 47 161 0 0,1 2 0 0 0,4 3 0 0 0,1 2 0 0 0,4 3 0 0 0,3 1 1 0 0,-57 103-1 0 0,65-89-61 0 0,3 3 0 0 0,-42 138 0 0 0,50-113-145 0 0,-26 189 0 0 0,-19 472 93 0 0,75-503 232 0 0,28-17 186 0 0,-19-195-413 0 0,3-1 0 0 0,2 0-1 0 0,2-1 1 0 0,2-1 0 0 0,3 0 0 0 0,2-2-1 0 0,30 47 1 0 0,-20-45-33 0 0,1-1 1 0 0,3-2-1 0 0,2-1 0 0 0,2-3 1 0 0,1-1-1 0 0,58 43 0 0 0,-41-41-31 0 0,1-3 0 0 0,97 50-1 0 0,182 50-86 0 0,-194-96-56 0 0,2-8-1 0 0,232 32 1 0 0,745 23-316 0 0,-704-69 445 0 0,-220-9-66 0 0,206 11-171 0 0,-280-23 143 0 0,149-17-1 0 0,-213 6 130 0 0,0-3-1 0 0,0-3 1 0 0,-1-3 0 0 0,-1-2-1 0 0,-1-3 1 0 0,-1-2-1 0 0,-1-3 1 0 0,-1-3 0 0 0,-2-2-1 0 0,-1-2 1 0 0,-1-3-1 0 0,68-62 1 0 0,-61 44 92 0 0,-2-3 0 0 0,-4-3 0 0 0,-2-1-1 0 0,45-71 1 0 0,-20 11 251 0 0,110-231-1 0 0,-147 259-124 0 0,-4-1 0 0 0,-4-2 0 0 0,29-142 0 0 0,-46 137-70 0 0,-4-1 1 0 0,-4 0-1 0 0,-5-1 0 0 0,-15-142 0 0 0,-9 77-97 0 0,-80-309 1 0 0,71 373 52 0 0,-4 2 1 0 0,-76-157 0 0 0,68 179-31 0 0,-4 2 0 0 0,-2 1 1 0 0,-87-101-1 0 0,60 93 27 0 0,-4 4 0 0 0,-3 2 0 0 0,-118-85 0 0 0,120 107-87 0 0,-2 5-1 0 0,-2 3 0 0 0,-2 3 1 0 0,-104-38-1 0 0,82 44 15 0 0,-172-42 0 0 0,-15 28-404 0 0,-88 11-1498 0 0,350 41 1487 0 0,-223-13-3682 0 0,-129 8-8095 0 0,260 6 4341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11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1520 779 6889 0 0,'26'-79'8307'0'0,"8"5"-3735"0"0,-16 41-3750 0 0,1 1 1 0 0,2 1-1 0 0,2 1 0 0 0,39-42 1 0 0,-17 27-696 0 0,1 3 0 0 0,2 2 0 0 0,2 1 0 0 0,1 3 1 0 0,101-52-1 0 0,-97 60 16 0 0,2 4 0 0 0,0 1 0 0 0,66-15 0 0 0,-91 30-63 0 0,1 2 1 0 0,0 1-1 0 0,0 2 0 0 0,0 1 0 0 0,1 1 0 0 0,-1 2 0 0 0,47 7 0 0 0,-33 1-54 0 0,-1 2 0 0 0,-1 2 0 0 0,83 36 0 0 0,-69-20-17 0 0,-1 2 0 0 0,68 48 0 0 0,94 98 6 0 0,-17 16 50 0 0,-72-59-55 0 0,-7 7-1 0 0,-5 4 1 0 0,-7 6-1 0 0,134 240 1 0 0,-83-59-46 0 0,-126-237 14 0 0,43 170 1 0 0,2 97-139 0 0,-30 43-9 0 0,-40-206 119 0 0,-13 222 0 0 0,-7-310-24 0 0,-5-1 0 0 0,-4-1 0 0 0,-48 164 0 0 0,-18-51-118 0 0,80-214 189 0 0,-31 66 8 0 0,-3-1 0 0 0,-2-2 0 0 0,-4-2-1 0 0,-3-2 1 0 0,-96 108 0 0 0,96-123 33 0 0,-3-1 1 0 0,-2-3-1 0 0,-3-2 0 0 0,-96 65 0 0 0,97-78 0 0 0,-2-1-1 0 0,-1-4 0 0 0,-75 28 1 0 0,53-30-4 0 0,-2-3 0 0 0,0-5 0 0 0,-89 11 0 0 0,66-19-25 0 0,-1-5 1 0 0,-108-7-1 0 0,65-11 26 0 0,0-6 0 0 0,2-6 0 0 0,-237-73 0 0 0,289 68 167 0 0,-174-83 0 0 0,208 80-14 0 0,1-2 0 0 0,2-3 0 0 0,2-3 1 0 0,-50-47-1 0 0,45 31 173 0 0,2-3 0 0 0,-94-130 0 0 0,-177-357 884 0 0,54-30-1019 0 0,251 525-198 0 0,-128-296-229 0 0,21-7-177 0 0,96 242 483 0 0,-25-147-1 0 0,47 180 237 0 0,4 0 1 0 0,2 0-1 0 0,5-1 0 0 0,3 0 0 0 0,23-154 0 0 0,-8 154 60 0 0,2 2 1 0 0,38-94-1 0 0,-32 111-449 0 0,2 2-1 0 0,4 1 1 0 0,47-70-1 0 0,-25 57 48 0 0,3 1-1 0 0,3 4 0 0 0,2 2 1 0 0,4 2-1 0 0,104-77 0 0 0,-65 66 61 0 0,3 4 0 0 0,3 4 0 0 0,150-63 0 0 0,-151 82-549 0 0,227-65 0 0 0,-257 96 47 0 0,1 3 1 0 0,1 3-1 0 0,0 4 1 0 0,0 3-1 0 0,0 4 1 0 0,0 4-1 0 0,-1 3 1 0 0,148 34-1 0 0,-9 23-4668 0 0,54 12-6071 0 0,-179-62 2568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12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 1728 0 0,'19'-13'5225'0'0,"-5"4"-2153"0"0,1 2-1940 0 0,3 2-1224 0 0,0 0-2892 0 0,-3 1 231 0 0,18-4 185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13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2918 104 1232 0 0,'14'-11'10464'0'0,"6"-4"-5438"0"0,10-7-1940 0 0,-25 18-2822 0 0,0 2 1 0 0,0-1 0 0 0,1 0-1 0 0,-1 1 1 0 0,1 0-1 0 0,0 1 1 0 0,0-1-1 0 0,-1 1 1 0 0,11-1 0 0 0,6 0 162 0 0,25 2 0 0 0,47 6 157 0 0,129 23-1 0 0,90 41-3 0 0,-116-14-233 0 0,217 93 0 0 0,-57 24 225 0 0,-12 25-38 0 0,-338-193-522 0 0,349 226 414 0 0,-251-152-320 0 0,117 114 0 0 0,-81-49 37 0 0,217 286 0 0 0,-276-313-88 0 0,-4 4 1 0 0,119 254-1 0 0,-164-296 16 0 0,-3 2 0 0 0,30 135 1 0 0,-51-172-48 0 0,-2 1 0 0 0,-1 1 0 0 0,-3-1 0 0 0,-2 1 0 0 0,-1-1 0 0 0,-3 1 0 0 0,-1-1 0 0 0,-14 55 0 0 0,10-70 8 0 0,-2-1 0 0 0,-1 1-1 0 0,-1-2 1 0 0,-2 1 0 0 0,0-2-1 0 0,-2 0 1 0 0,-1-1 0 0 0,-33 39-1 0 0,4-14-7 0 0,-3-1 0 0 0,-98 76 0 0 0,57-59-76 0 0,-4-5 1 0 0,-198 99-1 0 0,-221 58 77 0 0,273-127 269 0 0,-5-11 0 0 0,-440 85-1 0 0,596-152 13 0 0,0-3-1 0 0,-167-3 0 0 0,151-15-70 0 0,-1-4-1 0 0,2-5 0 0 0,-134-38 0 0 0,118 17 65 0 0,1-5 0 0 0,-171-85 0 0 0,119 37-225 0 0,4-8 1 0 0,5-6-1 0 0,4-8 0 0 0,-159-147 0 0 0,-106-148 64 0 0,39-36-125 0 0,59 0-12 0 0,35-23-13 0 0,236 366 16 0 0,6-3-1 0 0,-66-201 1 0 0,102 260-4 0 0,1 1 0 0 0,2-1 0 0 0,2-1 0 0 0,3 1 0 0 0,1-1 0 0 0,4-67 0 0 0,2 79 0 0 0,2 0 0 0 0,1 0 0 0 0,1 0 0 0 0,2 0 0 0 0,1 1 0 0 0,2 1 0 0 0,1 0 0 0 0,1 0 0 0 0,27-41 0 0 0,-14 33 0 0 0,1 2 0 0 0,2 1 0 0 0,2 1 0 0 0,0 2 0 0 0,3 1 0 0 0,0 2 0 0 0,2 1 0 0 0,2 2 0 0 0,45-24 0 0 0,3 6 0 0 0,3 5 0 0 0,1 3 0 0 0,2 4 0 0 0,134-28 0 0 0,-22 22 0 0 0,214-14 0 0 0,-26 27-47 0 0,631 39 0 0 0,-338 67-2318 0 0,-8 57-7050 0 0,-121-9 410 0 0,-285-72-123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37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309 1 2088 0 0,'0'0'15152'0'0,"-3"7"-14388"0"0,-57 120 2463 0 0,51-106-2993 0 0,1 0 1 0 0,1 0 0 0 0,1 0-1 0 0,-4 26 1 0 0,-12 122-408 0 0,15-99 190 0 0,-86 568 754 0 0,90-617-752 0 0,-56 249-3479 0 0,58-266 2854 0 0,-9 25-3764 0 0,0-13-1621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38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5416 0 0,'7'0'16015'0'0,"-7"14"-15875"0"0,0-1 1 0 0,1 1-1 0 0,1 0 0 0 0,0-1 0 0 0,1 0 0 0 0,7 20 0 0 0,13 19 162 0 0,2-1 0 0 0,38 57 1 0 0,74 89-229 0 0,-11-38-52 0 0,47 67-12 0 0,-62-64-255 0 0,-7-12-3910 0 0,-82-119-1236 0 0,42 48 0 0 0,-36-51-92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38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758 67 2664 0 0,'0'0'7497'0'0,"-15"-8"800"0"0,-18 7-6797 0 0,13 1-440 0 0,-13 0-188 0 0,-6 0-104 0 0,-15-2-160 0 0,-6 2-176 0 0,-3-2-236 0 0,-20-1-328 0 0,13 1-764 0 0,-16-3-3884 0 0,3-3 1351 0 0,13-10-343 0 0,22 0-4353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41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1393 1 2432 0 0,'-4'14'4533'0'0,"3"-12"-1040"0"0,0 3-922 0 0,-13 122 3421 0 0,-23 71-4298 0 0,32-178-1535 0 0,-2 0 0 0 0,0 0 0 0 0,-1 0 1 0 0,-2-1-1 0 0,1 0 0 0 0,-2-1 1 0 0,-17 22-1 0 0,17-26-95 0 0,-1 0 1 0 0,-1-2-1 0 0,0 1 1 0 0,-1-2-1 0 0,0 0 1 0 0,0 0-1 0 0,-1-1 1 0 0,-1-1-1 0 0,-16 7 0 0 0,8-5-18 0 0,-1-2-1 0 0,1-1 0 0 0,-2-1 1 0 0,1-1-1 0 0,-49 5 0 0 0,38-9-9 0 0,1-2 0 0 0,-1-1 0 0 0,-63-10 0 0 0,37-2-8 0 0,1-3 1 0 0,0-3 0 0 0,1-2 0 0 0,-86-43 0 0 0,104 43-144 0 0,-66-46-1 0 0,87 52 172 0 0,1-1-1 0 0,0-1 1 0 0,1-1 0 0 0,-27-33 0 0 0,43 47-6 0 0,0 0 0 0 0,0 0 0 0 0,0-1 0 0 0,1 1 0 0 0,0-1 0 0 0,0 0-1 0 0,0 1 1 0 0,0-1 0 0 0,1 0 0 0 0,0 0 0 0 0,0 0 0 0 0,-1-10 0 0 0,5 9 88 0 0,-2 3-122 0 0,1 1 0 0 0,1 0 0 0 0,-1 0 0 0 0,0 0 0 0 0,1 0 0 0 0,-1 0-1 0 0,1 0 1 0 0,-1 0 0 0 0,1 1 0 0 0,0-1 0 0 0,0 1 0 0 0,0 0 0 0 0,0 0 0 0 0,0 0 0 0 0,0 0 0 0 0,0 0-1 0 0,0 1 1 0 0,5-1 0 0 0,11 0 42 0 0,1 1-1 0 0,0 0 1 0 0,0 2-1 0 0,36 6 1 0 0,73 28 198 0 0,-4 9 177 0 0,122 63 0 0 0,462 301 1065 0 0,-627-355-1853 0 0,172 113 340 0 0,-88-56-6518 0 0,-138-91 3593 0 0,2-2 0 0 0,36 17 0 0 0,-14-15-5815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4:42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515 1890 4224 0 0,'0'0'12192'0'0,"-2"2"-11106"0"0,1-1-810 0 0,0 0-1 0 0,0-1 1 0 0,0 1 0 0 0,0 0 0 0 0,0 0 0 0 0,1 0 0 0 0,-1 0 0 0 0,0 0 0 0 0,1 0 0 0 0,-2 2 0 0 0,-4-9-228 0 0,-3-4-22 0 0,0 0 0 0 0,0 0 1 0 0,-12-21-1 0 0,-19-51 796 0 0,-34-100 1 0 0,66 162-737 0 0,-131-431 2477 0 0,89 272-1703 0 0,-32-113 58 0 0,64 213-718 0 0,3 0 1 0 0,-4-86-1 0 0,16 134-119 0 0,2 0-1 0 0,4-40 1 0 0,-2 58-50 0 0,1 0 0 0 0,0-1 0 0 0,1 1 0 0 0,0 0 1 0 0,1 1-1 0 0,1-1 0 0 0,11-22 0 0 0,-14 31-30 0 0,1 1 1 0 0,-1 0-1 0 0,0-1 0 0 0,1 1 0 0 0,-1 0 1 0 0,1 0-1 0 0,0 1 0 0 0,0-1 1 0 0,0 1-1 0 0,1-1 0 0 0,-1 1 1 0 0,1 0-1 0 0,-1 0 0 0 0,1 0 1 0 0,-1 1-1 0 0,1-1 0 0 0,0 1 0 0 0,4-1 1 0 0,-2 1 0 0 0,0 1 1 0 0,-1 0 0 0 0,1 0 0 0 0,-1 0-1 0 0,1 0 1 0 0,0 1 0 0 0,-1 0-1 0 0,1 1 1 0 0,-1-1 0 0 0,0 1 0 0 0,1 0-1 0 0,6 3 1 0 0,4 4 4 0 0,-1 0-1 0 0,0 1 1 0 0,0 1 0 0 0,-1 0-1 0 0,0 1 1 0 0,13 15 0 0 0,69 86 47 0 0,-95-111-52 0 0,35 46 64 0 0,40 67 0 0 0,-60-87-93 0 0,-2 1-1 0 0,0 1 1 0 0,-2 0-1 0 0,9 36 1 0 0,-19-59-14 0 0,-1 0 1 0 0,0 0 0 0 0,-1 0-1 0 0,1 0 1 0 0,-2 10-1 0 0,1-17 39 0 0,0 0 1 0 0,0 0-1 0 0,0 0 0 0 0,0 1 0 0 0,0-1 0 0 0,0 0 1 0 0,0 0-1 0 0,0 0 0 0 0,0 1 0 0 0,0-1 0 0 0,0 0 1 0 0,0 0-1 0 0,-1 0 0 0 0,1 1 0 0 0,0-1 1 0 0,0 0-1 0 0,0 0 0 0 0,0 0 0 0 0,0 0 0 0 0,0 1 1 0 0,0-1-1 0 0,-1 0 0 0 0,1 0 0 0 0,0 0 0 0 0,0 0 1 0 0,0 0-1 0 0,0 0 0 0 0,-1 1 0 0 0,-3 1-16 0 0,0-1 0 0 0,0 1 0 0 0,0-1 0 0 0,0 1 0 0 0,-1-1 0 0 0,1 0 0 0 0,0-1 1 0 0,-1 1-1 0 0,1-1 0 0 0,0 0 0 0 0,-9 0 0 0 0,-8-2 49 0 0,-22-6 1 0 0,30 6 54 0 0,10 1-167 0 0,-1 1-1 0 0,1 0 0 0 0,0-1 1 0 0,0 1-1 0 0,-1 1 0 0 0,1-1 1 0 0,0 0-1 0 0,0 1 1 0 0,0 0-1 0 0,-1-1 0 0 0,-4 3 1 0 0,8-2 72 0 0,-4 0-220 0 0,5 3 25 0 0,1 13 39 0 0,-1-16 158 0 0,-1-1-1 0 0,0 1 1 0 0,0 0-1 0 0,0-1 1 0 0,1 1 0 0 0,-1 0-1 0 0,0-1 1 0 0,0 1-1 0 0,1-1 1 0 0,-1 1 0 0 0,1-1-1 0 0,-1 1 1 0 0,1 0-1 0 0,-1-1 1 0 0,1 1 0 0 0,-1-1-1 0 0,1 0 1 0 0,0 1-1 0 0,34 32 67 0 0,2-2-1 0 0,50 31 0 0 0,37 12 485 0 0,54 35 335 0 0,-171-105-836 0 0,20 18 80 0 0,-25-21-110 0 0,-1 0-1 0 0,0 0 1 0 0,0 0-1 0 0,0 0 1 0 0,0 1-1 0 0,0-1 1 0 0,0 0 0 0 0,0 1-1 0 0,0-1 1 0 0,0 1-1 0 0,-1-1 1 0 0,1 1-1 0 0,0 0 1 0 0,-1-1 0 0 0,1 4-1 0 0,-7-1 0 0 0,-1-1-2 0 0,1 0 0 0 0,0 0 0 0 0,-1-1 0 0 0,1 0 0 0 0,-1 0 0 0 0,0 0 0 0 0,0-1 0 0 0,-11 1 0 0 0,-160-11-553 0 0,89 1-1430 0 0,73 7 992 0 0,-218-22-11764 0 0,158 8 3791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00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1 8581 0 0,'14'17'5472'0'0,"-8"-12"-839"0"0,3 4-1293 0 0,-32 18-9213 0 0,-4-23 2517 0 0,-4-4-188 0 0,2-9-2949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00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 2432 0 0,'9'19'11665'0'0,"3"-7"-8000"0"0,3-7-1245 0 0,6-5-2096 0 0,-3-18-7841 0 0,-12 2 3909 0 0,0-11-3013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00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0 209 2368 0 0,'12'6'11137'0'0,"18"-25"-9037"0"0,0-5-859 0 0,-6-9-4398 0 0,-3-6-691 0 0,-9-9 944 0 0,-6-3-1273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01.3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1000 0 0,'0'0'6513'0'0,"21"2"223"0"0,3-2-7296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01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1 3536 0 0,'0'0'6261'0'0,"6"19"-769"0"0,-21 15-10372 0 0,-7 0 1936 0 0,-5 5 399 0 0,7-5 385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02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2664 0 0,'0'0'11421'0'0,"21"5"-9317"0"0,-9-1-5444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02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 0 4944 0 0,'0'0'5925'0'0,"4"7"872"0"0,-23 19-7305 0 0,-14-1-2609 0 0,-8-1-823 0 0,-4-9 1024 0 0,8-13-1509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03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0 120 7641 0 0,'0'0'10565'0'0,"21"-48"-20762"0"0,3-23 4948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12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1420 1060 488 0 0,'0'0'5584'0'0,"5"-4"-1518"0"0,15-13-1335 0 0,-13 8-1121 0 0,-1-2-1063 0 0,0-3 220 0 0,1 0 0 0 0,12-17 1 0 0,5 2-433 0 0,0 2 0 0 0,2 1 1 0 0,1 1-1 0 0,1 1 1 0 0,51-32-1 0 0,-4 10-1378 0 0,98-42-1 0 0,-60 39 1766 0 0,2 6 1 0 0,137-34-1 0 0,49 15-2244 0 0,4 21-1806 0 0,-98 13 3678 0 0,741-86 3588 0 0,-409 60-5162 0 0,-43-4 2174 0 0,291-23-1064 0 0,109 49-2470 0 0,-853 32 2706 0 0,489 4 1898 0 0,-386-2-1440 0 0,125 5 410 0 0,324 21-212 0 0,991 100 606 0 0,-1183-74-1166 0 0,-56 11-322 0 0,-308-57 93 0 0,252 55-108 0 0,-201-43 54 0 0,281 69-75 0 0,-366-88 140 0 0,384 95 335 0 0,1174 284-999 0 0,-1173-273 736 0 0,-201-42 45 0 0,-2 9 0 0 0,213 117 0 0 0,167 129-436 0 0,-23 38 230 0 0,-445-283 206 0 0,-5 5 0 0 0,-2 3 0 0 0,124 147 0 0 0,-126-119-479 0 0,115 181-1 0 0,-29 17 383 0 0,-28 2 80 0 0,-15 21-435 0 0,-64-125 295 0 0,51 259 0 0 0,4 228 258 0 0,-70-223-528 0 0,-52 1 460 0 0,-68 176-1009 0 0,-56 59 9 0 0,-49 0 731 0 0,162-673 195 0 0,-130 428 343 0 0,-131 223 958 0 0,248-636-1260 0 0,-111 242 516 0 0,-94 112-230 0 0,68-160-463 0 0,-11-7 0 0 0,-321 344 1 0 0,229-328-67 0 0,-42 15 10 0 0,275-242 106 0 0,-622 528 251 0 0,200-204 105 0 0,439-340-336 0 0,-259 175-67 0 0,-98 25 147 0 0,218-136 19 0 0,-175 57 0 0 0,-165 28 97 0 0,402-131-162 0 0,-276 72 76 0 0,198-63-71 0 0,-1-7-1 0 0,-1-7 0 0 0,-2-8 0 0 0,1-7 0 0 0,-205-18 0 0 0,-29-33-9 0 0,0-16-375 0 0,-723-193-109 0 0,1041 228 438 0 0,-586-178 347 0 0,6-21 15 0 0,-338-185-76 0 0,495 166-195 0 0,246 115-106 0 0,-615-360 250 0 0,193 22 126 0 0,190 75 313 0 0,18-24-465 0 0,151 105-214 0 0,22-23-78 0 0,-94-189 13 0 0,26-18 8 0 0,252 351-234 0 0,9-5 0 0 0,-124-299 0 0 0,-11-174 83 0 0,237 640 207 0 0,-252-811-123 0 0,56-18 706 0 0,178 718-465 0 0,-13-80-12 0 0,-33-191 49 0 0,-7-75-388 0 0,65 352 189 0 0,6 0 1 0 0,5 0-1 0 0,7 0 0 0 0,30-208 0 0 0,65-188 90 0 0,-63 383 19 0 0,6 2 0 0 0,6 1 0 0 0,7 3 0 0 0,5 3 0 0 0,79-131 0 0 0,-81 177 19 0 0,3 3-1 0 0,5 2 1 0 0,3 4 0 0 0,90-85 0 0 0,-88 102 12 0 0,128-92 0 0 0,99-27 150 0 0,-201 135-205 0 0,1 3-1 0 0,3 5 0 0 0,186-49 1 0 0,-130 54-1824 0 0,304-26-1 0 0,274 28-9915 0 0,-450 26 4973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20.6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9 5801 0 0,'47'-5'7660'0'0,"-8"3"-4423"0"0,-12 0-805 0 0,-5 2-496 0 0,-1 0 392 0 0,8 4-1188 0 0,-10-1-1208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21.0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8193 0 0,'0'0'13561'0'0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21.8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3112 0 0,'0'0'17466'0'0,"48"10"-14742"0"0,-33-7-2132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22.1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7209 0 0,'0'0'10637'0'0,"12"22"-7741"0"0,21-17-2192 0 0,-2-3-1132 0 0,2-4-3900 0 0,0-5 1119 0 0,5-5-567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22.6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2384 0 0,'23'14'12217'0'0,"-1"-2"-9988"0"0,-1 0-673 0 0,2 4-1048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23.0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7145 0 0,'60'2'8332'0'0,"-32"-2"-4971"0"0,-5 2-1113 0 0,-2-2-1648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23.2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0 680 0 0,'54'36'12413'0'0,"-21"-21"-10281"0"0,-12-3-2120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23.6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1744 0 0,'48'54'11909'0'0,"-24"-30"-10757"0"0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24.0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26 7657 0 0,'35'-25'7120'0'0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24.3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164 1 5673 0 0,'-8'15'1408'0'0,"-13"1"-3817"0"0,-18-3 817 0 0,-12-11 544 0 0,7-16 352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25.7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7681 0 0,'33'9'4992'0'0,"-6"4"-2868"0"0,-9 20-2296 0 0,-16 16-3608 0 0,-10 9 808 0 0,-4-1 291 0 0,3-8 249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26.0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311 1 2704 0 0,'-21'33'3289'0'0,"-12"0"-1217"0"0,-20 8-4817 0 0,-13-1 929 0 0,-3-10 624 0 0,0-12 400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26.3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162 0 1728 0 0,'24'7'13357'0'0,"-15"12"-13169"0"0,-71 16-6948 0 0,4-28 3952 0 0,-16-22-137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26.6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4432 0 0,'25'0'-1512'0'0,"-11"0"512"0"0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50.18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40 18 2344 0 0,'-3'-17'15926'0'0,"-33"50"-20159"0"0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50.53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29 1064 0 0,'0'-29'19626'0'0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50.91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18 36 576 0 0,'0'0'18750'0'0,"27"-36"-17202"0"0,-56 99-9137 0 0,14-27 3877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51.29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90 0 7657 0 0,'0'0'8580'0'0,"21"12"-5603"0"0,-23 2-2625 0 0,-14 9-844 0 0,-14 10-3277 0 0,0 3 181 0 0,-3-4 412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51.58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55 1 6825 0 0,'0'0'8924'0'0,"15"23"-6935"0"0,-24-2-1905 0 0,-27 32-7249 0 0,12-24 4205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51.87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207 6 6313 0 0,'-30'-5'13465'0'0,"0"13"-12749"0"0,6 16-312 0 0,-5 7-796 0 0,-4 3-3813 0 0,2-2 893 0 0,2-4-296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52.23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 7721 0 0,'0'0'5568'0'0,"23"4"-2708"0"0,-8 2-1123 0 0,3 11-457 0 0,-6 3-356 0 0,0 7-712 0 0,3 13-464 0 0,-6 6-1036 0 0,0 5-2373 0 0,-4-2 13 0 0,1-16 560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52.55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 8765 0 0,'0'0'5744'0'0,"27"0"-2571"0"0,-13 19-2749 0 0,-14 13-3865 0 0,-2 12-323 0 0,-4-1 792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52.87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108 9 1192 0 0,'-12'-9'19650'0'0,"4"28"-19250"0"0,-8 14-440 0 0,-1 12-4332 0 0,-14 14 1207 0 0,8-13-675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53.18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45 3600 0 0,'0'0'14310'0'0,"39"-45"-12646"0"0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05:53.41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22 1 5569 0 0,'-21'8'15409'0'0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06.68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11 1448 0 0,'0'0'5913'0'0,"28"-11"-5377"0"0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06.94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98 2112 0 0,'24'-18'4602'0'0,"39"-22"0"0"0,-51 34-3942 0 0,0 0 0 0 0,1 1 0 0 0,0 1 0 0 0,0 0 0 0 0,23-4-1 0 0,-8 4-341 0 0,1 2 0 0 0,0 1 0 0 0,0 2 0 0 0,-1 1 0 0 0,1 1 0 0 0,55 13 0 0 0,163 63 2 0 0,-201-62-468 0 0,126 46-1266 0 0,66 24-2111 0 0,2-6-3938 0 0,137 41 3724 0 0,-297-95 3183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07.26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1 552 0 0,'59'26'4608'0'0,"5"8"-215"0"0,8-1-1429 0 0,3 5-916 0 0,5 6-992 0 0,1 2-235 0 0,2 5-141 0 0,1 2-484 0 0,0 6-220 0 0,-1 3-268 0 0,20 18-260 0 0,-26-16-269 0 0,23 21-427 0 0,-23-18-2592 0 0,23 22 892 0 0,-26-22 363 0 0,25 20 337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08.83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12321 2721 5593 0 0,'36'37'444'0'0,"199"220"3255"0"0,-14 24-723 0 0,129 269-967 0 0,-165-223-1655 0 0,-19-12 516 0 0,-63-98-362 0 0,-52-108-135 0 0,92 220 557 0 0,-133-303-833 0 0,107 288 600 0 0,119 469-754 0 0,-195-608 93 0 0,-6 1 1 0 0,17 279-1 0 0,-53-150 645 0 0,-5-233-351 0 0,-3-1 0 0 0,-22 87 0 0 0,8-73 138 0 0,-53 132-1 0 0,35-126-4 0 0,-3-1 0 0 0,-107 156 0 0 0,-264 273-566 0 0,155-262 366 0 0,175-175 1 0 0,-405 361 195 0 0,278-288-166 0 0,-10-14-58 0 0,-267 119 569 0 0,7-44-762 0 0,348-165-48 0 0,-234 58 0 0 0,-173-19 270 0 0,-28-20 192 0 0,166-8-168 0 0,-22 3-116 0 0,-1227 83 410 0 0,841-133-351 0 0,1-59 204 0 0,400-13-87 0 0,6-31 1 0 0,173 19-377 0 0,-402-179 1 0 0,89-19 192 0 0,369 169-90 0 0,-167-122 1 0 0,-331-327-34 0 0,478 361-37 0 0,-207-258 1 0 0,70 13 276 0 0,41-27-83 0 0,133 161-71 0 0,-137-362 1 0 0,8-175-172 0 0,193 444-146 0 0,59 183 52 0 0,9-1 0 0 0,9-1 0 0 0,9 0 0 0 0,10-1 1 0 0,53-389-1 0 0,30 216-346 0 0,32 16 359 0 0,75-79-7 0 0,-12 138-221 0 0,53-16 396 0 0,-7 56-235 0 0,25 12-18 0 0,16 29 126 0 0,31 1 164 0 0,398-205 57 0 0,-428 301-160 0 0,-214 105 44 0 0,420-183 26 0 0,2 27 168 0 0,-220 101-277 0 0,476-85 1 0 0,-72 89-199 0 0,-452 66-19 0 0,249 21 0 0 0,-253 10 131 0 0,-1 9 0 0 0,233 66-1 0 0,-88-1-24 0 0,358 87-8 0 0,-535-145 137 0 0,185 42 65 0 0,-5 17-45 0 0,169 94-27 0 0,-215-50 65 0 0,280 112-48 0 0,362 49-19 0 0,-804-257 272 0 0,-1 7 0 0 0,-3 5 0 0 0,-3 7 0 0 0,163 100 0 0 0,-201-100-501 0 0,-4 3 0 0 0,-3 4 0 0 0,-3 5 0 0 0,-3 3 0 0 0,-4 4 0 0 0,84 108 1 0 0,-28-3-5257 0 0,50 63-1912 0 0,-69-114-965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17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1629 471 1728 0 0,'0'0'7508'0'0,"3"-1"-5733"0"0,21-8 3717 0 0,-17 6-5620 0 0,-4 2 1827 0 0,-1 0-1349 0 0,9-5-49 0 0,-9 4 774 0 0,1 1-938 0 0,8-4 4 0 0,-9 4 682 0 0,1 0-501 0 0,10-1 6 0 0,-10 2 741 0 0,0 0-956 0 0,12 1-27 0 0,-11-1 52 0 0,-1 1-105 0 0,15 6 94 0 0,-1 1 0 0 0,33 19 0 0 0,34 29 47 0 0,-78-52-184 0 0,109 86 63 0 0,-3-3 353 0 0,-77-60-251 0 0,46 46 0 0 0,-3-1-167 0 0,65 27-68 0 0,-98-70 62 0 0,78 47-78 0 0,99 70 159 0 0,-48 8-11 0 0,-12 13-34 0 0,-37-37-39 0 0,9-2-6 0 0,32 34-65 0 0,66 93-35 0 0,169 215-272 0 0,-399-468 396 0 0,196 236-343 0 0,-150-174 321 0 0,73 130-1 0 0,-55-64 44 0 0,-6 2 0 0 0,-6 3 0 0 0,48 187 0 0 0,-72-193 122 0 0,18 183 1 0 0,-21 136 199 0 0,-33-182 81 0 0,3-184-273 0 0,-13 173 283 0 0,4-92-143 0 0,-21 94 118 0 0,-23-5-71 0 0,44-207-303 0 0,-2 0 1 0 0,-2-1-1 0 0,-1-1 1 0 0,-3 0-1 0 0,-1-1 1 0 0,-3-1-1 0 0,-48 65 0 0 0,71-105-30 0 0,-153 190 188 0 0,72-98-162 0 0,-3-4 0 0 0,-104 83-1 0 0,120-119-441 0 0,-129 78 1 0 0,158-110 366 0 0,-1-2 1 0 0,0-2-1 0 0,-1-1 1 0 0,-1-3 0 0 0,-48 9-1 0 0,12-7 21 0 0,-158 6 0 0 0,-122-30 8 0 0,224 1 101 0 0,51 1-43 0 0,0-3 1 0 0,0-4-1 0 0,1-4 0 0 0,1-4 1 0 0,-104-41-1 0 0,-134-78 140 0 0,7-20 399 0 0,257 132-366 0 0,-244-147 591 0 0,202 106-830 0 0,4-3-1 0 0,-139-142 1 0 0,197 179 30 0 0,-50-57 14 0 0,-20-42 294 0 0,59 67-215 0 0,-70-138-1 0 0,-12-88 35 0 0,72 142 23 0 0,8-2-1 0 0,6-2 0 0 0,-25-174 1 0 0,34-30 43 0 0,27 3-60 0 0,1 126-87 0 0,0 8 63 0 0,4 18 35 0 0,0-92-41 0 0,3 247-106 0 0,32-682 257 0 0,6 452-304 0 0,-23 202 402 0 0,41-116-1 0 0,8 30-745 0 0,112-207 0 0 0,-13 83 1403 0 0,9 8-359 0 0,-153 250-599 0 0,-1 3-58 0 0,1 0 1 0 0,2 2-1 0 0,0 0 0 0 0,1 1 1 0 0,2 1-1 0 0,0 1 1 0 0,2 2-1 0 0,0 1 0 0 0,33-18 1 0 0,0 8-496 0 0,2 2-1 0 0,80-23 1 0 0,47-19 29 0 0,-42 11 577 0 0,-38 16-1928 0 0,-84 31-6032 0 0,42-26 0 0 0,-38 18-1139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18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717 91 2048 0 0,'14'-8'9395'0'0,"0"1"-4815"0"0,-10 6-4102 0 0,0-1 0 0 0,1 1 0 0 0,-1-1 1 0 0,0 1-1 0 0,1 0 0 0 0,-1 1 0 0 0,1-1 0 0 0,8 1 0 0 0,15 2 433 0 0,-1 2-194 0 0,53 14 0 0 0,-46-9-430 0 0,-31-9 23 0 0,-17 0-286 0 0,-1-1-18 0 0,-4 1 1 0 0,-1-2-1 0 0,-25-4 0 0 0,-583-79 601 0 0,593 82-286 0 0,-1 1 1 0 0,-57 4 0 0 0,88-1-255 0 0,1 0 0 0 0,0 0-1 0 0,-1 0 1 0 0,1 0 0 0 0,-5 3 0 0 0,6-2-55 0 0,2-2 7 0 0,0 0 0 0 0,0 1 1 0 0,0-1-1 0 0,0 1 1 0 0,0-1-1 0 0,0 1 0 0 0,0-1 1 0 0,1 1-1 0 0,-1 0 1 0 0,0-1-1 0 0,0 1 0 0 0,0 0 1 0 0,1 0-1 0 0,-1-1 1 0 0,0 1-1 0 0,0 2 0 0 0,-1 0 36 0 0,-1 3 99 0 0,1 5-117 0 0,0 0 0 0 0,1 0 0 0 0,0 0-1 0 0,1 0 1 0 0,0 0 0 0 0,1 0 0 0 0,3 12-1 0 0,20 81 37 0 0,-17-80-90 0 0,89 286-62 0 0,-4-13 41 0 0,-45-128 34 0 0,32 118 119 0 0,-16 4-77 0 0,-40-179-104 0 0,3 17 134 0 0,-20-99-61 0 0,-2-12 1297 0 0,-2-5-3572 0 0,-1-1-3139 0 0,-1 0-4361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19.3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894 1 4392 0 0,'-3'5'2210'0'0,"2"-3"-1596"0"0,0-1 1 0 0,0 1-1 0 0,1-1 1 0 0,-2 0-1 0 0,1 1 1 0 0,0-1-1 0 0,0 0 1 0 0,0 1-1 0 0,-1-1 1 0 0,1 0-1 0 0,0 0 1 0 0,-1 0 0 0 0,1 0-1 0 0,-1 0 1 0 0,-1 0-1 0 0,-27 13 959 0 0,0-2-1 0 0,-1-1 0 0 0,-56 13 1 0 0,-106 10-153 0 0,180-32-1299 0 0,-199 24-1596 0 0,171-23-1602 0 0,1-2 0 0 0,0-2 0 0 0,-53-8 0 0 0,33-2-4645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25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0 295 512 0 0,'0'0'17334'0'0,"1"-4"-17167"0"0,1-2 153 0 0,0 0 0 0 0,0 0 0 0 0,6-9-1 0 0,-7 13 38 0 0,1-1 9 0 0,6-7-32 0 0,-6 7-108 0 0,1 1-38 0 0,8-8-20 0 0,-9 8-32 0 0,-1 1-113 0 0,-1 0 1 0 0,1 0 0 0 0,0 0 0 0 0,0 0-1 0 0,-1 0 1 0 0,1 1 0 0 0,0-1 0 0 0,0 0-1 0 0,0 0 1 0 0,1 0 0 0 0,21-21-31 0 0,-22 21-51 0 0,2-1 16 0 0,108-69 598 0 0,-62 42 10 0 0,15-9-284 0 0,-36 23-309 0 0,-26 14 3 0 0,-2 1 21 0 0,1 0 0 0 0,0 0-1 0 0,-1 0 1 0 0,1 0 0 0 0,-1 0 0 0 0,1-1 0 0 0,-1 1 0 0 0,1 0-1 0 0,-1 0 1 0 0,1 0 0 0 0,-1 0 0 0 0,1-1 0 0 0,-1 1-1 0 0,1 0 1 0 0,-1-1 0 0 0,1 1 0 0 0,0-1 0 0 0,11-5 45 0 0,-2 3 3 0 0,-8 2 234 0 0,1 0-188 0 0,24-12 975 0 0,-25 12-322 0 0,13-3-586 0 0,-12 3 62 0 0,1 1-152 0 0,79-2 50 0 0,-46 2 83 0 0,-3 0-161 0 0,347 11 145 0 0,-300-6-424 0 0,-49-5-4 0 0,9 0 121 0 0,-31 0-4962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36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4992 411 1600 0 0,'0'0'16226'0'0,"7"6"-15970"0"0,20 19 37 0 0,-20-19 1067 0 0,-9 0-1205 0 0,-6 12-35 0 0,0 0 1 0 0,-10 18 0 0 0,4-14-83 0 0,9-14-20 0 0,0 0 0 0 0,-10 10-1 0 0,-14 14 425 0 0,-2-2 1 0 0,0-2-1 0 0,-42 29 0 0 0,23-24-136 0 0,-2-2 0 0 0,-1-2-1 0 0,-61 24 1 0 0,37-24-273 0 0,-139 33 0 0 0,52-26 63 0 0,-251 22-1 0 0,256-45 79 0 0,-293 15 248 0 0,351-29-404 0 0,-180-26 0 0 0,-95-43-56 0 0,313 58 70 0 0,-210-54-55 0 0,137 32 10 0 0,-321-79-16 0 0,170 21 39 0 0,272 87-8 0 0,-395-178 855 0 0,312 130 106 0 0,-155-112 0 0 0,52 30-3582 0 0,192 130 1314 0 0,0-2-1 0 0,0 1 1 0 0,1-1-1 0 0,-8-9 1 0 0,12 12 650 0 0,1 0 0 0 0,-1-1-1 0 0,1 0 1 0 0,0 0 0 0 0,0 0 0 0 0,0 0-1 0 0,1 0 1 0 0,0-1 0 0 0,-2-5 0 0 0,-4-37-7835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52.9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1102 43 6553 0 0,'6'-17'0'0'0,"2"1"0"0"0,-7 15 0 0 0,-1 1 0 0 0,0-1 0 0 0,0 1 0 0 0,0-1 0 0 0,1 1 0 0 0,-1-1 0 0 0,0 1 0 0 0,0-1 0 0 0,1 1 0 0 0,-1 0 0 0 0,1-1 0 0 0,-1 1 0 0 0,0-1 0 0 0,1 1 0 0 0,-1 0 0 0 0,1 0 0 0 0,-1-1 0 0 0,0 1 0 0 0,1 0 0 0 0,-1 0 0 0 0,1-1 0 0 0,-1 1 0 0 0,1 0 0 0 0,-1 0 0 0 0,1 0 0 0 0,-1 0 0 0 0,1 0 0 0 0,-1 0 0 0 0,1 0 0 0 0,-1 0 0 0 0,1 0 0 0 0,0 0 0 0 0,3 2 40 0 0,-1 0 0 0 0,1 0 0 0 0,-1 0-1 0 0,0 0 1 0 0,0 1 0 0 0,0 0-1 0 0,0-1 1 0 0,0 1 0 0 0,-1 0 0 0 0,1 0-1 0 0,-1 0 1 0 0,0 1 0 0 0,3 6-1 0 0,30 61 1408 0 0,-24-48-989 0 0,40 91 3266 0 0,47 151 1 0 0,-89-233-2958 0 0,-1 1 0 0 0,-2-1 0 0 0,-1 1 0 0 0,1 42 0 0 0,-5-57-111 0 0,-3 18-391 0 0,-1-11 176 0 0,-3-1 16 0 0,-1-6-94 0 0,-5-5-23 0 0,-4-5 23 0 0,14-8-296 0 0,-1 1-1 0 0,1-1 1 0 0,-1 0 0 0 0,1 0-1 0 0,-1 0 1 0 0,-4 0 0 0 0,-1-2 33 0 0,-1 0 1 0 0,0-1-1 0 0,1 0 1 0 0,-1 0 0 0 0,1-1-1 0 0,0 0 1 0 0,-9-6-1 0 0,-54-40-1333 0 0,67 47 1104 0 0,-253-213-6370 0 0,33 26 1519 0 0,30 51 817 0 0,152 114 3864 0 0,-1 1 0 0 0,-86-33 0 0 0,108 49 361 0 0,0 1-1 0 0,-1 2 0 0 0,0 0 0 0 0,-34-3 0 0 0,48 7 88 0 0,0 1-1 0 0,-1 0 0 0 0,1 1 1 0 0,0-1-1 0 0,0 2 1 0 0,0-1-1 0 0,0 1 1 0 0,0 0-1 0 0,0 1 1 0 0,0 0-1 0 0,0 0 0 0 0,1 0 1 0 0,0 1-1 0 0,0 1 1 0 0,-10 6-1 0 0,-1 6 357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59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1 408 7337 0 0,'0'0'13012'0'0,"1"2"-12056"0"0,3 9-214 0 0,-3-8 1157 0 0,-1 1-1730 0 0,0 0-116 0 0,0-2-33 0 0,0 0 1 0 0,0-1 0 0 0,0 1 0 0 0,0 0 0 0 0,1-1 0 0 0,-1 1-1 0 0,0 0 1 0 0,1-1 0 0 0,-1 1 0 0 0,2 2 0 0 0,51 166 411 0 0,91 221-327 0 0,-138-376-114 0 0,111 268-63 0 0,21-8-25 0 0,-120-247 108 0 0,1-2-1 0 0,23 26 0 0 0,-41-51-21 0 0,0-1 0 0 0,-1 1 0 0 0,1-1 0 0 0,0 1 0 0 0,0-1-1 0 0,0 1 1 0 0,0-1 0 0 0,0 1 0 0 0,0-1 0 0 0,0 0 0 0 0,0 0 0 0 0,0 1 0 0 0,0-1 0 0 0,0 0 0 0 0,2 0 0 0 0,1-4-66 0 0,1 0 67 0 0,-1-1-1 0 0,0 0 1 0 0,0-1 0 0 0,-1 1-1 0 0,1-1 1 0 0,-1 1 0 0 0,0-1-1 0 0,-1 0 1 0 0,1 0 0 0 0,2-11 0 0 0,4-26-1 0 0,-1 0 1 0 0,3-83 0 0 0,-3 24-77 0 0,-7 93 80 0 0,4-42 249 0 0,3 0 1 0 0,18-66-1 0 0,-20 99-124 0 0,-1-1-130 0 0,0 1 1 0 0,2 0 0 0 0,16-32-1 0 0,-12 37-178 0 0,-9 11 110 0 0,2 0 22 0 0,-2 1 41 0 0,-1 0 9 0 0,0 0 0 0 0,-1 1 0 0 0,1-1 0 0 0,0 1 1 0 0,0-1-1 0 0,0 1 0 0 0,0-1 0 0 0,0 1 1 0 0,0 0-1 0 0,0-1 0 0 0,0 1 0 0 0,2 0 1 0 0,2 3-55 0 0,4 3 53 0 0,1 0 0 0 0,-2 1 1 0 0,1 0-1 0 0,-1 1 1 0 0,8 8-1 0 0,10 17-2 0 0,-2 1 0 0 0,27 50-1 0 0,31 80-44 0 0,-30-57 40 0 0,-47-95 18 0 0,15 27 120 0 0,44 67 1 0 0,-44-81 494 0 0,-20-24-593 0 0,1-1 0 0 0,-1 1-1 0 0,0-1 1 0 0,1 1-1 0 0,-1-1 1 0 0,1 1 0 0 0,-1-1-1 0 0,1 0 1 0 0,-1 1-1 0 0,1-1 1 0 0,-1 0 0 0 0,1 1-1 0 0,0-1 1 0 0,-1 0 0 0 0,1 0-1 0 0,-1 1 1 0 0,1-1-1 0 0,0 0 1 0 0,-1 0 0 0 0,2 0-1 0 0,-1 0 71 0 0,2 1 388 0 0,1-5-331 0 0,1-3-103 0 0,-1 1 0 0 0,1 0 0 0 0,-1-1 0 0 0,-1 0-1 0 0,1 0 1 0 0,-1 0 0 0 0,0 0 0 0 0,-1-1 0 0 0,3-11 0 0 0,5-47 186 0 0,2-128 1 0 0,-12 188-233 0 0,-11-309-185 0 0,-24 0-1753 0 0,5 54-5224 0 0,21 25-947 0 0,14 115 788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01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1057 92 3584 0 0,'-2'2'5560'0'0,"-8"8"1996"0"0,8-8-6368 0 0,-9 8 2177 0 0,3 1-2684 0 0,7-9 509 0 0,-7-5-1433 0 0,-74-30-376 0 0,26 9 10 0 0,-109-29 1 0 0,142 48 715 0 0,0 1 0 0 0,0 1 0 0 0,0 0 0 0 0,-1 2 0 0 0,1 1 0 0 0,0 1 0 0 0,0 1 0 0 0,-1 1 0 0 0,-25 7 0 0 0,6 0-27 0 0,1 3 0 0 0,0 1-1 0 0,1 2 1 0 0,1 2-1 0 0,0 2 1 0 0,2 1-1 0 0,-61 44 1 0 0,93-60-25 0 0,0 0-1 0 0,0 1 1 0 0,1-1-1 0 0,-1 1 1 0 0,1 0-1 0 0,1 1 1 0 0,-1-1-1 0 0,1 1 1 0 0,0 0-1 0 0,1 0 1 0 0,-1 0-1 0 0,1 0 1 0 0,1 1-1 0 0,-4 12 0 0 0,7-7 115 0 0,0 1-111 0 0,1 6-36 0 0,1 1-1 0 0,9 36 1 0 0,7-7-72 0 0,2-1 0 0 0,52 87 0 0 0,72 83 125 0 0,-107-163 132 0 0,35 47 60 0 0,100 153 13 0 0,-114-175-869 0 0,-33-51-5646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02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0 2112 0 0,'2'2'7788'0'0,"0"0"-6401"0"0,-1 0-1 0 0,1 1 1 0 0,-1-1 0 0 0,1 0-1 0 0,-1 1 1 0 0,0-1 0 0 0,2 5-1 0 0,-2-4-145 0 0,-8 2-249 0 0,3-2-844 0 0,-3 3 102 0 0,-1 0 0 0 0,0-1-1 0 0,-1 0 1 0 0,-17 7 0 0 0,-18 3-34 0 0,-2-2 0 0 0,-89 13 0 0 0,-97-8-1963 0 0,86-24-1551 0 0,52-8-4750 0 0,63 7 4238 0 0,2-2-1798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03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2801 0 976 0 0,'38'7'10795'0'0,"3"2"-6388"0"0,20 4-1678 0 0,0 0-809 0 0,-25-10-797 0 0,-26-2-837 0 0,-7-1 754 0 0,1-1-890 0 0,13-2-23 0 0,-12 2 182 0 0,-17-1-139 0 0,9 1-156 0 0,-22-4 110 0 0,-38-3 0 0 0,-184 3 16 0 0,78 5-194 0 0,-934 12 2236 0 0,814 6-1559 0 0,-229 12-700 0 0,391-24-1125 0 0,-145 7-81 0 0,94-10-8394 0 0,140-5 5203 0 0,5-3-3238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04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0 680 8089 0 0,'3'-18'5309'0'0,"3"-26"1397"0"0,-6 41-5802 0 0,0-2-180 0 0,0-17 1041 0 0,6 31-1607 0 0,485 639 757 0 0,-426-572-817 0 0,82 74 0 0 0,-105-112-72 0 0,2-2-1 0 0,2-2 1 0 0,71 40 0 0 0,-104-67-84 0 0,1 0 0 0 0,0-1-1 0 0,0 0 1 0 0,0-1 0 0 0,1-1 0 0 0,0 0 0 0 0,0-1-1 0 0,0 0 1 0 0,17 0 0 0 0,-29-3 42 0 0,-1 0 1 0 0,1 0 0 0 0,-1 0-1 0 0,0-1 1 0 0,1 1-1 0 0,-1-1 1 0 0,1 1 0 0 0,-1-1-1 0 0,0 0 1 0 0,0 0-1 0 0,3-1 1 0 0,2-1-19 0 0,-4 1 3 0 0,1 0-1 0 0,0 0 0 0 0,-1-1 0 0 0,1 1 1 0 0,-1-1-1 0 0,0 0 0 0 0,0 0 1 0 0,0 0-1 0 0,0 0 0 0 0,-1-1 1 0 0,1 1-1 0 0,-1-1 0 0 0,0 1 0 0 0,0-1 1 0 0,0 0-1 0 0,0 0 0 0 0,-1 0 1 0 0,0 0-1 0 0,2-5 0 0 0,-1-4-60 0 0,1 0-1 0 0,-2 0 0 0 0,1 0 0 0 0,-2-23 1 0 0,-3-5-92 0 0,-14-75-1 0 0,-20-38 339 0 0,11 49 399 0 0,24 99-472 0 0,-6-24 271 0 0,7 20-227 0 0,2 9-106 0 0,2 4-41 0 0,92 142-92 0 0,-58-85-4 0 0,118 191-191 0 0,-114-191 399 0 0,97 108 0 0 0,-118-148 9 0 0,0-1-1 0 0,1 0 1 0 0,1-2-1 0 0,0-1 1 0 0,2 0-1 0 0,0-2 0 0 0,42 19 1 0 0,-57-29-49 0 0,1-1 0 0 0,-1 0-1 0 0,1-1 1 0 0,0 0 0 0 0,0 0 0 0 0,-1-1 0 0 0,18-1 0 0 0,-16-2 6 0 0,-3-1-44 0 0,0-1 1 0 0,0 0-1 0 0,-1 0 1 0 0,1 0-1 0 0,-1-1 1 0 0,0 0-1 0 0,0 0 1 0 0,0-1-1 0 0,7-8 1 0 0,-3 0 22 0 0,-2-1-1 0 0,0 0 1 0 0,0-1 0 0 0,-2 1-1 0 0,1-2 1 0 0,-2 1-1 0 0,-1-1 1 0 0,0 0 0 0 0,5-33-1 0 0,-4-1 87 0 0,-2-2-1 0 0,-3-54 1 0 0,-7-11-82 0 0,-5 0-1 0 0,-5 1 1 0 0,-45-161 0 0 0,-74-163-1414 0 0,102 349-294 0 0,-11-30-3729 0 0,35 91 1963 0 0,-11-61-1 0 0,15 32-4225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19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912 0 1232 0 0,'0'4'5085'0'0,"0"6"-2381"0"0,0-3 955 0 0,-3-4-2005 0 0,-6 4-755 0 0,-1 1 0 0 0,-17 8 1 0 0,-5-3-1293 0 0,-57 16 0 0 0,42-14-92 0 0,16-7 761 0 0,-1 0 0 0 0,1-2-1 0 0,-1-2 1 0 0,0 0 0 0 0,0-3 0 0 0,0 0 0 0 0,0-2 0 0 0,0-2 0 0 0,0 0 0 0 0,-36-10 0 0 0,-73-23-1845 0 0,118 28-365 0 0,1 0 0 0 0,0-2 0 0 0,1 0 0 0 0,-24-16 0 0 0,10 0-2863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50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0 1600 0 0,'0'0'14393'0'0,"-1"3"-13598"0"0,-4 9-119 0 0,3-9 1332 0 0,8 0-1731 0 0,46 23 476 0 0,-14-8-461 0 0,-1 2 1 0 0,-1 1-1 0 0,59 47 0 0 0,-25-7-177 0 0,109 122 0 0 0,35 95-70 0 0,-54-3-162 0 0,-132-222 65 0 0,73 156 49 0 0,-53-103 29 0 0,-23-44-83 0 0,-2 1 1 0 0,16 78-1 0 0,-36-130 40 0 0,25 109-177 0 0,22 206 0 0 0,-30-104-291 0 0,34 287 521 0 0,34-10-40 0 0,-83-468 163 0 0,11 70-69 0 0,-4 1 1 0 0,-3 140-1 0 0,-11 138 1061 0 0,2-348-975 0 0,-2 1-1 0 0,-1-1 1 0 0,-11 50 0 0 0,12-72-159 0 0,-1-1 1 0 0,-1 0-1 0 0,0 1 0 0 0,0-2 1 0 0,-1 1-1 0 0,0 0 0 0 0,0-1 0 0 0,-1 0 1 0 0,-10 11-1 0 0,10-13-6 0 0,1-1 0 0 0,-1 0 0 0 0,0 0 0 0 0,0 0 0 0 0,-1-1 0 0 0,0 0 0 0 0,1 0 0 0 0,-1-1 1 0 0,0 1-1 0 0,-1-2 0 0 0,1 1 0 0 0,-10 1 0 0 0,5-2-10 0 0,1-1 0 0 0,-1 0 0 0 0,1-1 0 0 0,-1 0 1 0 0,0-1-1 0 0,-14-3 0 0 0,-66-19 23 0 0,47 10-7 0 0,-50-12 120 0 0,-28-6 32 0 0,-148-59 1 0 0,249 80-234 0 0,0-1 1 0 0,1-1 0 0 0,0 0-1 0 0,1-2 1 0 0,0 0 0 0 0,2-2-1 0 0,-1 0 1 0 0,-27-33 0 0 0,22 20 38 0 0,2-1 0 0 0,2-1 0 0 0,0-1 0 0 0,2 0 1 0 0,-14-38-1 0 0,-101-287 461 0 0,25 59 60 0 0,92 259-440 0 0,-84-226 342 0 0,82 208-296 0 0,2-2 0 0 0,-13-99 1 0 0,24 86 59 0 0,7-105 1 0 0,1 94 44 0 0,11-424 261 0 0,17 56 1209 0 0,-26 412-1441 0 0,2 0-1 0 0,19-60 1 0 0,35-73 744 0 0,-33 96-671 0 0,15-37 60 0 0,78-152 0 0 0,-111 249-428 0 0,0 0 0 0 0,0 0 0 0 0,2 1-1 0 0,-1 1 1 0 0,2 0 0 0 0,0 0 0 0 0,24-18-1 0 0,-25 23-117 0 0,1 0 0 0 0,0 1 0 0 0,0 1 0 0 0,1 0 0 0 0,0 1 0 0 0,1 0 0 0 0,-1 2 0 0 0,1-1 0 0 0,28-3 0 0 0,-15 5-365 0 0,0 1 1 0 0,0 1-1 0 0,40 5 1 0 0,85 19-5615 0 0,50 23-2452 0 0,-93-17 259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53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4944 157 1808 0 0,'0'0'12880'0'0,"0"9"-12291"0"0,1 6-326 0 0,0-8 11 0 0,-1 0 1 0 0,1 0-1 0 0,-2 0 1 0 0,1-1-1 0 0,-2 8 0 0 0,2-11-151 0 0,-2 1-44 0 0,-2 3 75 0 0,0-1 0 0 0,-1 0 0 0 0,1 0 0 0 0,-1 0 0 0 0,-8 8 0 0 0,-7 1 418 0 0,0-1-193 0 0,1 2 0 0 0,0 0 1 0 0,-19 23-1 0 0,36-36-371 0 0,-107 125 1428 0 0,90-108-1084 0 0,0-2 1 0 0,-2-1 0 0 0,0 0-1 0 0,-30 17 1 0 0,-76 30-9 0 0,80-42-263 0 0,-54 33 0 0 0,-82 68-167 0 0,152-104 71 0 0,0 0 0 0 0,-1-2-1 0 0,-66 25 1 0 0,31-21 156 0 0,-74 15 0 0 0,-23 5-24 0 0,-89 16 77 0 0,216-53-174 0 0,0-1 1 0 0,-54-4-1 0 0,-74-14 95 0 0,26 2-55 0 0,-108-7 111 0 0,185 16-168 0 0,0-4 0 0 0,1-2-1 0 0,0-3 1 0 0,-77-26 0 0 0,-50-34 209 0 0,41 16-7 0 0,102 42 1 0 0,-77-16 0 0 0,-48 3-13 0 0,49 9-150 0 0,87 13 0 0 0,1-2 1 0 0,0-2-1 0 0,0-1 1 0 0,1-1-1 0 0,0-2 1 0 0,1-1-1 0 0,1-2 1 0 0,-38-26-1 0 0,-27-26 130 0 0,-32-22 559 0 0,89 67-655 0 0,-60-29 0 0 0,69 39-67 0 0,-42-19 108 0 0,-104-63 0 0 0,11-27-299 0 0,65 46 179 0 0,87 68-121 0 0,0 2 1 0 0,-1-1 0 0 0,0 1 0 0 0,-24-8-1 0 0,0 5-2666 0 0,25 7-2777 0 0,5 1 3933 0 0,2 0 357 0 0,0-2-3272 0 0,0-7-3827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6:53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2000 0 0,'0'0'7389'0'0,"-5"3"-6462"0"0,-18 12 6423 0 0,22-11-6949 0 0,-3 9-18 0 0,3-10 1065 0 0,2 2-1244 0 0,5 18-47 0 0,-5-18 165 0 0,0-1-171 0 0,10 31 513 0 0,-9-31-379 0 0,3 32 157 0 0,-4-33-343 0 0,-1 0-10 0 0,2 13 60 0 0,1-1 0 0 0,9 26 1 0 0,-7-27-15 0 0,7 26-1 0 0,-1-2-75 0 0,-10-37-48 0 0,0 1-1 0 0,0 0 1 0 0,-1 0 0 0 0,1 0 0 0 0,-1 0-1 0 0,1 0 1 0 0,-1 0 0 0 0,1 4 0 0 0,-1 1 9 0 0,1 0 1 0 0,0 0 0 0 0,0-1-1 0 0,4 13 1 0 0,4 19 58 0 0,4 47 0 0 0,-2-12 104 0 0,-9-60-128 0 0,0 0 0 0 0,-1 1 0 0 0,-1-1 0 0 0,-1 14 0 0 0,0 42-42 0 0,1-49 15 0 0,0-16-8 0 0,0 0-38 0 0,0 61-36 0 0,0-62 133 0 0,1 2-43 0 0,22 63 577 0 0,61 102-155 0 0,22 51-892 0 0,-88-178-875 0 0,-17-40 263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00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1 680 0 0,'0'0'14860'0'0,"4"4"-14677"0"0,10 14-36 0 0,-11-14 310 0 0,3 32 806 0 0,-5-31-1347 0 0,-1-1 1008 0 0,1-1-822 0 0,4 10-35 0 0,-4-10 74 0 0,0-1-107 0 0,5 9 31 0 0,-5-8-4 0 0,1-1-1884 0 0,4 5 924 0 0,-4-5-580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26.989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1046 236 104 0 0,'0'0'14674'0'0,"5"-7"-14309"0"0,2-1-249 0 0,-4 4 14 0 0,0 0 1 0 0,0 0-1 0 0,0-1 0 0 0,4-7 1 0 0,-6 11-110 0 0,-1 1 1 0 0,1-1-1 0 0,-1 0 0 0 0,1 1 1 0 0,0-1-1 0 0,0 0 1 0 0,0 1-1 0 0,-1-1 1 0 0,1 1-1 0 0,0-1 0 0 0,0 1 1 0 0,2-1-1 0 0,-2 0 19 0 0,2 0 66 0 0,-2-1-3 0 0,56-75 1625 0 0,-52 71-1485 0 0,1 1-1 0 0,-1 0 0 0 0,1 0 1 0 0,0 0-1 0 0,8-4 0 0 0,-5 3-95 0 0,0 1 0 0 0,1 0 0 0 0,-1 1-1 0 0,1 0 1 0 0,1 1 0 0 0,-1 0 0 0 0,18-3-1 0 0,83-7 450 0 0,-71 10-506 0 0,91-8 466 0 0,160 7 0 0 0,210 71-271 0 0,-386-48-335 0 0,97 15-29 0 0,-203-34 82 0 0,-1 2-1 0 0,0-1 1 0 0,14 5 0 0 0,-2 1-3 0 0,84 22-30 0 0,-14-5 223 0 0,138 57 0 0 0,-169-51-312 0 0,-2 2 0 0 0,67 48-1 0 0,105 99-34 0 0,-182-140 169 0 0,184 172-22 0 0,-148-127-42 0 0,80 87 100 0 0,-40-38 51 0 0,-47-53-135 0 0,-40-41-51 0 0,23 24-214 0 0,84 116-1 0 0,-81-96 233 0 0,22 33 57 0 0,48 45-290 0 0,5 4-96 0 0,-64-73-200 0 0,37 52-191 0 0,-96-124 747 0 0,9 13 60 0 0,-1 1-1 0 0,19 40 1 0 0,-27-43 65 0 0,-1 0 1 0 0,-1 2-1 0 0,-2-1 0 0 0,9 48 1 0 0,5 40 426 0 0,-13-72-361 0 0,9 83 1 0 0,-16-66-143 0 0,4 101-640 0 0,-4-72 427 0 0,0-35 123 0 0,8 100 170 0 0,-8-109-26 0 0,0 44 86 0 0,-3-43 203 0 0,1-24-243 0 0,-2 0-1 0 0,-1-1 1 0 0,-7 39 0 0 0,-54 244-370 0 0,30-80 601 0 0,12-74-18 0 0,13-118-544 0 0,-3 0 0 0 0,-26 68 0 0 0,-31 35-19 0 0,41-91 598 0 0,6-11-108 0 0,-10 20-33 0 0,-15 56-68 0 0,-14 32-24 0 0,49-129-94 0 0,0 0 0 0 0,-1 0 0 0 0,-1-1 0 0 0,0-1 0 0 0,-1 0 0 0 0,-1-1 0 0 0,-17 15 0 0 0,-16 8 145 0 0,-53 31-1 0 0,-4 3-130 0 0,81-55-100 0 0,0-1-1 0 0,-2-2 0 0 0,0 0 0 0 0,0-2 1 0 0,-1-1-1 0 0,0-1 0 0 0,-1-1 0 0 0,0-1 1 0 0,-46 5-1 0 0,-140 10 198 0 0,62-7-37 0 0,45-8 42 0 0,-142-9 0 0 0,34-16-73 0 0,-23-1 123 0 0,108 25-15 0 0,56-1-101 0 0,-67 10 44 0 0,23-2-88 0 0,63-11 53 0 0,0-2 0 0 0,0-3 0 0 0,0-2 0 0 0,-74-17 1 0 0,-354-69 2 0 0,345 61-173 0 0,-147-51 0 0 0,192 48-3 0 0,2-4 1 0 0,-124-71 0 0 0,136 61 85 0 0,-100-78 0 0 0,132 87 98 0 0,1-2 0 0 0,3-2-1 0 0,-44-54 1 0 0,44 44 67 0 0,7 10 21 0 0,-46-72 0 0 0,53 65-285 0 0,2 0 1 0 0,2-1-1 0 0,-23-73 0 0 0,12 2 185 0 0,-34-196 0 0 0,65 285 41 0 0,-5-29 42 0 0,-5-40 140 0 0,7 44-204 0 0,-24-188-23 0 0,-23-154-230 0 0,-13 81 371 0 0,38 192-170 0 0,17 59 251 0 0,-7-112 1 0 0,13-69 298 0 0,5 142-579 0 0,5-151 111 0 0,24-4 224 0 0,-21 210-338 0 0,12-53-80 0 0,-2 10 4 0 0,12-49 97 0 0,-14 81 46 0 0,19-69 247 0 0,-21 82-122 0 0,15-28 31 0 0,-16 45-224 0 0,8-14 31 0 0,52-86 0 0 0,-71 131-53 0 0,29-46 55 0 0,2 1 0 0 0,2 1 0 0 0,78-76 0 0 0,-74 86-58 0 0,61-46 0 0 0,-50 48-13 0 0,1 2-1 0 0,93-44 1 0 0,-103 59 20 0 0,0 1 1 0 0,1 2-1 0 0,0 2 1 0 0,66-9 0 0 0,-64 15 16 0 0,0 3 0 0 0,0 1 0 0 0,0 2 1 0 0,64 11-1 0 0,-56-3-1809 0 0,80 25 0 0 0,-125-32 1202 0 0,13 5-1519 0 0,-1-1 1 0 0,1-1 0 0 0,0-1 0 0 0,0-1-1 0 0,35 2 1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29.810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91 0 2448 0 0,'-6'16'11355'0'0,"6"-11"-10941"0"0,0 40 3644 0 0,-1-41-3680 0 0,-4 13 1238 0 0,3-15-1318 0 0,-22 12 522 0 0,22-12-664 0 0,2-1-142 0 0,-1 0 0 0 0,1 0 0 0 0,-1 0 0 0 0,0 0 0 0 0,1 0 1 0 0,-1 0-1 0 0,0 0 0 0 0,1 0 0 0 0,-1 0 0 0 0,0 0 1 0 0,0-1-1 0 0,-1 2 0 0 0,2-2 5 0 0,-10 12 167 0 0,8-10-156 0 0,0 1-1 0 0,0-1 0 0 0,0 0 0 0 0,1 1 0 0 0,-1-1 1 0 0,1 1-1 0 0,-3 5 0 0 0,0 10 221 0 0,-4 25 0 0 0,6-7-86 0 0,1 1 0 0 0,2-1 0 0 0,9 59 0 0 0,-10-90-148 0 0,8 41-421 0 0,1-1 0 0 0,2-1 1 0 0,22 56-1 0 0,-26-87-1028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30.496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0 43 576 0 0,'46'-34'15399'0'0,"-27"26"-13802"0"0,-15 8-1366 0 0,1 0-1 0 0,0 0 1 0 0,-1 0-1 0 0,1 1 1 0 0,7 1-1 0 0,-4 2-52 0 0,0 5-98 0 0,0 0 1 0 0,0 0-1 0 0,-1 0 0 0 0,0 1 1 0 0,-1 1-1 0 0,0-1 0 0 0,0 1 1 0 0,-1 0-1 0 0,-1 0 0 0 0,4 15 1 0 0,5 21 319 0 0,7 57 1 0 0,-16-85-290 0 0,16 113 607 0 0,12 62-548 0 0,-18-87-2085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30.873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471 1 4800 0 0,'-24'48'11569'0'0,"-16"-40"-9261"0"0,13-7-2122 0 0,-1-1 1 0 0,-47-7-1 0 0,22 1-1134 0 0,-2 2-826 0 0,-73-4-8286 0 0,87 6 6366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31.838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3159 278 2704 0 0,'-29'9'3490'0'0,"-1"-2"0"0"0,-40 4 0 0 0,28-8-1944 0 0,-49-1 1 0 0,12-7-1001 0 0,-108-21 1 0 0,-230-63 392 0 0,122 25-155 0 0,-307-22 548 0 0,-222 50-906 0 0,550 36-216 0 0,123 0-5610 0 0,84-4-1928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32.708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14 1 6041 0 0,'-1'3'10287'0'0,"-9"66"-6247"0"0,8-48-4317 0 0,2 0 1 0 0,0 0-1 0 0,1 0 0 0 0,5 22 1 0 0,1-3-957 0 0,15 40 0 0 0,-12-50 1013 0 0,1-1 1 0 0,1-1 0 0 0,1 1-1 0 0,2-2 1 0 0,25 35-1 0 0,-27-43 458 0 0,1-1 0 0 0,1-1 0 0 0,1 0 0 0 0,1-1 0 0 0,0-1 0 0 0,1 0 0 0 0,35 21 0 0 0,-46-32-62 0 0,0 0-1 0 0,0 0 0 0 0,0-1 1 0 0,0 0-1 0 0,1-1 0 0 0,-1 1 1 0 0,1-1-1 0 0,0-1 0 0 0,14 2 1 0 0,-11-5 180 0 0,-5 0-296 0 0,1 0 0 0 0,0 0 0 0 0,0 0 0 0 0,-1-1 0 0 0,1 0 1 0 0,-1-1-1 0 0,0 1 0 0 0,0-1 0 0 0,0-1 0 0 0,9-8 0 0 0,-5 1-53 0 0,0 0 1 0 0,-1-1-1 0 0,-1 0 0 0 0,0 0 1 0 0,0-1-1 0 0,-2 0 0 0 0,7-19 0 0 0,26-109 85 0 0,-26 85 287 0 0,-12 53-229 0 0,8-18 1167 0 0,-8 138-1330 0 0,1-68 21 0 0,2-1 0 0 0,17 74 0 0 0,-13-91 31 0 0,0 0-1 0 0,2-1 0 0 0,2 0 1 0 0,0-1-1 0 0,18 29 0 0 0,-25-49 9 0 0,0 0 0 0 0,1 0 0 0 0,0-1 0 0 0,10 9 0 0 0,-12-12-9 0 0,-1-1-1 0 0,1 0 0 0 0,0 0 0 0 0,0-1 1 0 0,0 1-1 0 0,0-1 0 0 0,0 0 1 0 0,1 0-1 0 0,8 3 0 0 0,-7-5 9 0 0,0 0 0 0 0,-1 0 0 0 0,1 0 0 0 0,-1-1 0 0 0,1 1 0 0 0,0-1 0 0 0,-1 0 1 0 0,1-1-1 0 0,-1 0 0 0 0,0 0 0 0 0,0 0 0 0 0,7-3 0 0 0,1-1 27 0 0,-1-1-1 0 0,1 0 1 0 0,-1-1 0 0 0,-1 0 0 0 0,1 0-1 0 0,-1-1 1 0 0,-1-1 0 0 0,0 0 0 0 0,0 0-1 0 0,-1-1 1 0 0,13-21 0 0 0,-12 15-251 0 0,-1 1 1 0 0,-1-2-1 0 0,0 1 1 0 0,-1-1-1 0 0,-1 0 1 0 0,-1-1-1 0 0,-1 1 1 0 0,3-26-1 0 0,5-159-9414 0 0,-10 149 6974 0 0,1-54-5008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34.361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43 0 6361 0 0,'-1'4'11225'0'0,"-9"30"-8064"0"0,9-31-2779 0 0,1 2-50 0 0,3 88 874 0 0,0-78-1074 0 0,-3 0-96 0 0,0-12-20 0 0,-18 67 1900 0 0,18-70-1859 0 0,-3-7 205 0 0,-9-21 64 0 0,9 21 508 0 0,6 3-379 0 0,12-12-25 0 0,-14 15-393 0 0,0 0 1 0 0,-1 0-1 0 0,1 0 0 0 0,0 0 1 0 0,0 0-1 0 0,0 0 0 0 0,0 0 0 0 0,0 1 1 0 0,0-1-1 0 0,0 0 0 0 0,0 1 1 0 0,1-1-1 0 0,-1 1 0 0 0,0-1 0 0 0,2 0 1 0 0,2 0 53 0 0,2-2-225 0 0,0 1 0 0 0,0-1 1 0 0,1 1-1 0 0,-1 1 0 0 0,9-1 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8:00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0 2432 0 0,'3'2'4986'0'0,"9"5"-1444"0"0,-9-5 205 0 0,0 0-2996 0 0,7 3-218 0 0,-7-3-121 0 0,0-2-85 0 0,11 3-73 0 0,-10-2-97 0 0,0-1 13 0 0,57 5 487 0 0,-58-5-577 0 0,2 0 16 0 0,17 0 8 0 0,-17 0 51 0 0,-1 0 51 0 0,7 0 227 0 0,0 0 1 0 0,0 2-1 0 0,20 3 1 0 0,-25-3-351 0 0,0 0 1 0 0,0 0-1 0 0,1 1 1 0 0,-2 0 0 0 0,1 0-1 0 0,0 0 1 0 0,0 0 0 0 0,-1 1-1 0 0,0 0 1 0 0,7 6 0 0 0,14 16 658 0 0,37 44 0 0 0,20 37-189 0 0,116 122 241 0 0,-82-101-307 0 0,-66-73-421 0 0,19 24-37 0 0,49 77 13 0 0,140 239 0 0 0,-232-346-76 0 0,-2 1 0 0 0,-2 1 1 0 0,-2 1-1 0 0,-2 1 0 0 0,15 75 1 0 0,-1 31-166 0 0,-9-41-16 0 0,47 144 0 0 0,21 43 296 0 0,-82-262-120 0 0,-3 0 0 0 0,-2 0 1 0 0,-1 0-1 0 0,-2 0 1 0 0,-6 61-1 0 0,-5-44-11 0 0,-3-1 0 0 0,-2 0 0 0 0,-2-1 0 0 0,-25 55 0 0 0,-50 101-30 0 0,64-159 208 0 0,-63 92 0 0 0,69-118-48 0 0,0-1 1 0 0,-44 43-1 0 0,56-62-54 0 0,-1-1 1 0 0,-1 0-1 0 0,1 0 1 0 0,-1-1-1 0 0,0 0 1 0 0,-1-1-1 0 0,0 0 1 0 0,0-1-1 0 0,0-1 1 0 0,-23 6-1 0 0,14-6 12 0 0,0-2-1 0 0,0 0 0 0 0,0-2 1 0 0,0 0-1 0 0,0-1 0 0 0,0-1 1 0 0,1-1-1 0 0,-1-1 0 0 0,1-1 1 0 0,-1-1-1 0 0,-32-14 1 0 0,22 6 166 0 0,0-2 1 0 0,1-1 0 0 0,1-1 0 0 0,1-2 0 0 0,1 0 0 0 0,-36-36-1 0 0,-36-45 134 0 0,-164-219 0 0 0,207 239-419 0 0,3-1 1 0 0,-64-138-1 0 0,95 168 71 0 0,1-1 0 0 0,3-1 0 0 0,2-1 0 0 0,3 0 0 0 0,2-1 0 0 0,2 0 0 0 0,-1-75 0 0 0,11 3 100 0 0,27-203 1 0 0,63-119-115 0 0,-64 351-4 0 0,4 2-1 0 0,4 1 1 0 0,71-136 0 0 0,104-112 528 0 0,-196 325-499 0 0,31-34 0 0 0,-36 45-29 0 0,0 0 0 0 0,0 0 0 0 0,1 1 0 0 0,0 0 0 0 0,18-9 0 0 0,-23 14-98 0 0,1 0 0 0 0,-1 0 1 0 0,1 0-1 0 0,0 1 0 0 0,-1 0 1 0 0,1 0-1 0 0,0 1 0 0 0,0 0 1 0 0,0 0-1 0 0,0 0 0 0 0,-1 0 1 0 0,1 1-1 0 0,0 0 0 0 0,0 0 1 0 0,-1 1-1 0 0,8 2 0 0 0,7 4-1692 0 0,0 2 0 0 0,37 22-1 0 0,-41-23 699 0 0,17 11-614 0 0,100 57-4628 0 0,-18-16-920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3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1417 483 1424 0 0,'0'0'21265'0'0,"-2"-5"-20919"0"0,-6-17-57 0 0,6 17 158 0 0,3 1-299 0 0,3-12-19 0 0,0 9 22 0 0,4 0-111 0 0,1 0 1 0 0,0 1-1 0 0,1 0 1 0 0,0 1-1 0 0,-1-1 1 0 0,2 2-1 0 0,16-6 1 0 0,83-17 398 0 0,-34 10-303 0 0,-49 9-124 0 0,-1-1 0 0 0,1-1 0 0 0,-2-1 0 0 0,1-1 0 0 0,-2-2 0 0 0,29-19 0 0 0,-20 11 22 0 0,41-32 291 0 0,-51 34-178 0 0,2 1 1 0 0,0 1-1 0 0,1 2 0 0 0,1 0 0 0 0,1 2 1 0 0,0 1-1 0 0,55-18 0 0 0,-63 28-104 0 0,0 0 0 0 0,1 1 0 0 0,-1 1 0 0 0,1 1-1 0 0,31 4 1 0 0,-34-2-22 0 0,187 27 257 0 0,-89-10-158 0 0,-16-4-6 0 0,-2 4 1 0 0,0 4 0 0 0,106 40 0 0 0,-20 12-307 0 0,264 149 0 0 0,-320-149 163 0 0,170 134 1 0 0,-204-135-1 0 0,122 94-211 0 0,214 188-385 0 0,-337-265 517 0 0,-5 3 0 0 0,-3 4 0 0 0,74 113-1 0 0,-86-102 82 0 0,-4 4 0 0 0,92 210-1 0 0,-87-159 271 0 0,51 135 242 0 0,-94-198-607 0 0,25 150 1 0 0,-30-103 98 0 0,11 65 265 0 0,30 120 369 0 0,-24-142-498 0 0,-20-74 69 0 0,-5 1 0 0 0,-6 0-1 0 0,-3 166 1 0 0,-12-230-165 0 0,-2 0 0 0 0,-3 0-1 0 0,-2 0 1 0 0,-2-1 0 0 0,-3 0-1 0 0,-1-2 1 0 0,-4 0 0 0 0,-1-1-1 0 0,-29 49 1 0 0,45-91-18 0 0,-82 129-148 0 0,60-102 168 0 0,-59 60-1 0 0,34-50-32 0 0,-2-1 0 0 0,-74 46 1 0 0,-125 57 127 0 0,144-92 139 0 0,-164 58-1 0 0,150-71-57 0 0,-1-5 0 0 0,-2-6 0 0 0,-249 29 0 0 0,-160-29 87 0 0,-2-50-204 0 0,431 6-50 0 0,-1-4 0 0 0,2-6 1 0 0,1-3-1 0 0,1-6 0 0 0,-159-71 1 0 0,80 15-73 0 0,4-9-1 0 0,-315-227 1 0 0,462 300 62 0 0,-306-240 228 0 0,263 200-157 0 0,3-3-1 0 0,-85-105 1 0 0,-141-249 88 0 0,194 251-139 0 0,8-4-1 0 0,-117-301 0 0 0,156 316 127 0 0,7-2-1 0 0,-45-259 0 0 0,52 6-6 0 0,40 307-87 0 0,24-202-1 0 0,-4 194 288 0 0,4 0 0 0 0,57-169 0 0 0,-46 199-735 0 0,71-134-1 0 0,69-66 479 0 0,48-18 732 0 0,-180 256-900 0 0,1 2 1 0 0,2 2-1 0 0,2 2 0 0 0,55-39 0 0 0,-59 52-64 0 0,2 1-1 0 0,0 3 0 0 0,52-21 1 0 0,-61 31 84 0 0,0 3 1 0 0,1 0-1 0 0,0 3 1 0 0,0 0-1 0 0,38-1 1 0 0,3 5-217 0 0,99 7 1 0 0,75 22-1224 0 0,-36 9-1689 0 0,-94-15-3176 0 0,-96-15 3437 0 0,0-1 1 0 0,43-1 0 0 0,-10-7-5706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32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6169 0 0,'2'2'8510'0'0,"2"2"-7768"0"0,0 0 1 0 0,0 1-1 0 0,0-1 0 0 0,-1 1 1 0 0,1 0-1 0 0,-1 0 1 0 0,-1 0-1 0 0,4 7 1 0 0,14 48-643 0 0,-11-31 482 0 0,28 82-162 0 0,99 312 524 0 0,-14 3-463 0 0,-86-258-433 0 0,-24-106-104 0 0,40 388-867 0 0,-40-306-5008 0 0,-9-85-1815 0 0,-1-38 1226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32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5288 0 0,'3'3'5227'0'0,"5"3"-3178"0"0,0 1 1 0 0,-1 0-1 0 0,12 15 0 0 0,-13-12-1590 0 0,0 1-1 0 0,-1 1 0 0 0,0-1 0 0 0,-1 1 0 0 0,4 15 1 0 0,0 0-22 0 0,22 76 500 0 0,57 169 762 0 0,-79-250-1574 0 0,120 400 1433 0 0,-58-61-1163 0 0,-25 4-274 0 0,-11 12-2266 0 0,-21-285-1509 0 0,-8-59-3300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4:33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924 0 744 0 0,'0'0'8489'0'0,"7"18"2348"0"0,-57 3-9645 0 0,6-16-236 0 0,-9-3-212 0 0,-5-2-248 0 0,-14-2-208 0 0,-21-3-168 0 0,-2 3-276 0 0,-2 1-344 0 0,-3-3-4360 0 0,7-1 1339 0 0,1-1-203 0 0,9-1-4621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22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3240 0 0,'0'0'4273'0'0,"18"9"2279"0"0,-52 12-17857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23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1 4048 0 0,'24'7'8683'0'0,"-4"1"-4968"0"0,-17-6-3533 0 0,-1-1 0 0 0,0 1 0 0 0,0 0 0 0 0,0-1 0 0 0,0 1 0 0 0,0 0 0 0 0,0 0 0 0 0,-1 0 0 0 0,1 1 0 0 0,0-1 0 0 0,-1 0 0 0 0,0 0 0 0 0,2 5 0 0 0,-2-5 144 0 0,0 11 87 0 0,0-11-379 0 0,-1 0-1 0 0,0 0 1 0 0,0 0-1 0 0,0-1 1 0 0,0 1-1 0 0,0 0 1 0 0,-1 0-1 0 0,1 0 1 0 0,-1 0-1 0 0,0 2 1 0 0,-4 13 155 0 0,-1 0 1 0 0,-1 0 0 0 0,0-1-1 0 0,-17 28 1 0 0,-49 63 409 0 0,30-48-370 0 0,-5 9-278 0 0,-74 80-1 0 0,24-52-3513 0 0,-12-10-7083 0 0,77-63 5836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24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582 0 3112 0 0,'-28'20'3737'0'0,"-2"1"-1125"0"0,-2 0-764 0 0,-2 2-292 0 0,1 0-320 0 0,1-2-720 0 0,-2 1 16 0 0,3-3-140 0 0,0 1 24 0 0,-4-3-108 0 0,1 3-47 0 0,1-3-173 0 0,-5-1-333 0 0,2-1-819 0 0,-2-1-2524 0 0,8-5 412 0 0,-2-4 364 0 0,11-3-157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24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854 1 5929 0 0,'0'0'5235'0'0,"-1"3"-1785"0"0,-1 4-2712 0 0,1-1 1 0 0,-2 0-1 0 0,1 1 1 0 0,0-1-1 0 0,-1 0 0 0 0,-4 6 1 0 0,-1-1-170 0 0,1 0 0 0 0,-14 15 0 0 0,-2-4-387 0 0,-44 36 1 0 0,19-22-542 0 0,-55 30 0 0 0,-57 23-611 0 0,62-37 440 0 0,-22 17-2113 0 0,-19 11-7444 0 0,100-59 5940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25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816 1 5633 0 0,'-5'6'2961'0'0,"0"1"1"0"0,-12 10-1 0 0,-15 10 961 0 0,-40 16-2278 0 0,46-28-476 0 0,-183 93 1186 0 0,115-63-3241 0 0,-107 71 1 0 0,174-97-1563 0 0,-66 40-6969 0 0,58-43 2213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38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0 2320 0 0,'46'11'5131'0'0,"-14"0"-3148"0"0,44 9-1487 0 0,-73-19-11 0 0,2-1 210 0 0,14 1 125 0 0,-15-1 140 0 0,0 0-15 0 0,30 3 819 0 0,-31-2-1504 0 0,-1 0-28 0 0,9 2-50 0 0,-8-2-93 0 0,-1 1 5 0 0,25 21 242 0 0,-7-7-193 0 0,0 1-1 0 0,26 31 0 0 0,-4-3 52 0 0,5 8-39 0 0,-8-5 178 0 0,37 50 808 0 0,109 152 297 0 0,-142-195-1126 0 0,-2 2 0 0 0,-3 1 0 0 0,-2 2 1 0 0,36 86-1 0 0,8 26-182 0 0,35 83-256 0 0,-93-200 51 0 0,13 38 11 0 0,-15-33-2 0 0,-3-9 31 0 0,17 76 0 0 0,16 170-466 0 0,-40-250 626 0 0,22 66 0 0 0,-3-12 57 0 0,49 278 652 0 0,-64-304-711 0 0,18 121-557 0 0,-28-132 483 0 0,-3 0 1 0 0,-3 0-1 0 0,-2 0 1 0 0,-3-1-1 0 0,-25 102 1 0 0,-4-50-60 0 0,3-11 33 0 0,24-74 69 0 0,-1-1-1 0 0,-21 43 1 0 0,-36 51 304 0 0,51-95-355 0 0,-6 11 115 0 0,-2-1 0 0 0,-1-2 1 0 0,-37 42-1 0 0,53-67-108 0 0,4-5-23 0 0,0-1 0 0 0,0 1 0 0 0,-1-1-1 0 0,1-1 1 0 0,-1 1 0 0 0,0-1 0 0 0,-1 0-1 0 0,-10 5 1 0 0,1-1 15 0 0,-1-2 0 0 0,0 0 1 0 0,-1-1-1 0 0,-23 3 0 0 0,15-6-23 0 0,-1-1 1 0 0,1-1-1 0 0,0-1 1 0 0,0-2-1 0 0,0 0 0 0 0,1-2 1 0 0,-1-1-1 0 0,1-1 1 0 0,0-1-1 0 0,-24-11 1 0 0,14 2-69 0 0,1-1 1 0 0,0-2 0 0 0,2-1 0 0 0,0-2-1 0 0,1-1 1 0 0,-29-30 0 0 0,-136-145-59 0 0,132 132 347 0 0,29 30-266 0 0,-60-81 1 0 0,80 94-62 0 0,0 0-1 0 0,2-1 1 0 0,1-1 0 0 0,1 0 0 0 0,1 0-1 0 0,2-1 1 0 0,0-1 0 0 0,2 1-1 0 0,-5-43 1 0 0,-8-143-14 0 0,-14-131 526 0 0,17 232-277 0 0,-9-75 71 0 0,21 133-114 0 0,-7-123 293 0 0,20-59 661 0 0,0 1-445 0 0,21-341 102 0 0,-26 526-635 0 0,9-171 49 0 0,2-43 510 0 0,10 81-510 0 0,-19 150-141 0 0,3 0-1 0 0,0 0 0 0 0,21-45 0 0 0,-23 65-2 0 0,1 0-1 0 0,1 1 0 0 0,0 0 1 0 0,0 0-1 0 0,1 1 1 0 0,1 0-1 0 0,-1 1 0 0 0,2 0 1 0 0,24-16-1 0 0,-32 23 15 0 0,1 0 0 0 0,0 1 0 0 0,0-1 0 0 0,0 1-1 0 0,0 1 1 0 0,0-1 0 0 0,0 1 0 0 0,1-1 0 0 0,-1 1 0 0 0,0 1-1 0 0,1-1 1 0 0,-1 1 0 0 0,0 0 0 0 0,1 0 0 0 0,9 2 0 0 0,2 2-31 0 0,-1 0 1 0 0,25 10 0 0 0,-10 2-13 0 0,0 1 0 0 0,-2 2 0 0 0,28 22 1 0 0,77 74-152 0 0,-90-76 161 0 0,-4-1-84 0 0,-1 2-1 0 0,-2 2 1 0 0,-1 1-1 0 0,-3 2 1 0 0,-1 1-1 0 0,-3 2 1 0 0,42 90-1 0 0,67 178-214 0 0,-22 10 231 0 0,-14 87-518 0 0,-72-274 593 0 0,48 209-73 0 0,-56-263 106 0 0,34 146-17 0 0,-16 2-273 0 0,-32-148 160 0 0,-6 111-1 0 0,-19 86 54 0 0,15-263 64 0 0,-27 216 144 0 0,23-196-160 0 0,0 2 189 0 0,-1 0-1 0 0,-19 55 1 0 0,20-81-87 0 0,0 1-1 0 0,-1-1 1 0 0,0 0 0 0 0,-1-1 0 0 0,-1 0-1 0 0,0 0 1 0 0,-1-1 0 0 0,-22 24 0 0 0,7-14 24 0 0,-53 39 0 0 0,69-56-95 0 0,0 0-1 0 0,-1-1 0 0 0,1 0 1 0 0,-1-1-1 0 0,0 1 1 0 0,0-2-1 0 0,-1 0 1 0 0,1 0-1 0 0,-21 2 0 0 0,26-4-13 0 0,-1-1 1 0 0,1 0-1 0 0,0 0 0 0 0,0-1 0 0 0,0 1 0 0 0,-9-3 0 0 0,2 0-9 0 0,-5-1 6 0 0,0-1 0 0 0,0 0-1 0 0,0-1 1 0 0,1-1-1 0 0,0-1 1 0 0,-30-19 0 0 0,11 2-142 0 0,-52-48 0 0 0,29 14-99 0 0,2-2 0 0 0,-52-76 0 0 0,-80-156 172 0 0,151 229 111 0 0,-96-165-30 0 0,39 45 41 0 0,72 129-9 0 0,3 0 0 0 0,2-1 0 0 0,2-1 0 0 0,-12-100 0 0 0,-5-98 33 0 0,3-271 0 0 0,19 79 730 0 0,5 357-583 0 0,4-1 1 0 0,4 0 0 0 0,22-133-1 0 0,-17 181-143 0 0,34-172-78 0 0,17 5-695 0 0,-55 199 335 0 0,0-1-1 0 0,1 1 0 0 0,1 0 0 0 0,0 0 0 0 0,11-15 1 0 0,-13 21-401 0 0,1 0 1 0 0,-1 0-1 0 0,1 0 1 0 0,0 1 0 0 0,1-1-1 0 0,-1 1 1 0 0,1 0 0 0 0,0 1-1 0 0,0 0 1 0 0,0 0 0 0 0,10-4-1 0 0,27-5-3677 0 0,8 1-3009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41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260 667 1920 0 0,'0'0'12034'0'0,"-5"0"-10615"0"0,-8 0-738 0 0,3 0 3576 0 0,7-3-3957 0 0,0-1-208 0 0,2 3-54 0 0,1 0-1 0 0,-1 0 1 0 0,0 0 0 0 0,0-1-1 0 0,0 1 1 0 0,0 0-1 0 0,0 1 1 0 0,0-1 0 0 0,0 0-1 0 0,0 0 1 0 0,-2-1 220 0 0,2-2-82 0 0,-13-45 271 0 0,-21-48 0 0 0,-6-18 163 0 0,-33-111 1232 0 0,35 97 83 0 0,35 120-1685 0 0,4 7-59 0 0,-2-2 18 0 0,0-4-124 0 0,1 5-31 0 0,2 5 44 0 0,30 128-334 0 0,8 47 4 0 0,26 95-205 0 0,7-59 272 0 0,-31-97-123 0 0,-23-72 66 0 0,-17-42 175 0 0,5-7-128 0 0,20-16 198 0 0,-24 19-12 0 0,0-1 0 0 0,0 0 0 0 0,-1 0 0 0 0,1 0 0 0 0,-1 0 0 0 0,0 0 0 0 0,1 0 1 0 0,-1 0-1 0 0,-1 0 0 0 0,1 0 0 0 0,0-5 0 0 0,0 2 8 0 0,4-20 6 0 0,-1 0 1 0 0,-1-1-1 0 0,-2 1 1 0 0,-1-1-1 0 0,-3-30 1 0 0,0-20 147 0 0,3 55 56 0 0,1 0 0 0 0,1-1 0 0 0,1 1 0 0 0,1 0-1 0 0,0 0 1 0 0,12-30 0 0 0,-15 48-183 0 0,1 1 0 0 0,0 0 1 0 0,0 0-1 0 0,0 0 0 0 0,0 0 1 0 0,0 0-1 0 0,1 1 0 0 0,-1-1 1 0 0,6-4-1 0 0,-7 7-20 0 0,5-3 115 0 0,28-5 126 0 0,-25 10-198 0 0,2 2-30 0 0,-1 0-1 0 0,1 1 1 0 0,-1 0-1 0 0,0 1 1 0 0,0 0-1 0 0,15 13 1 0 0,-7-2-4 0 0,-1 1 1 0 0,-1 1-1 0 0,-1 1 1 0 0,-1 0 0 0 0,0 1-1 0 0,19 40 1 0 0,-8-4-576 0 0,27 90 0 0 0,-48-130-959 0 0,5 31-1 0 0,-8-35-2893 0 0,2 1 0 0 0,7 26-1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8:19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91 2000 0 0,'0'0'17747'0'0,"5"-5"-17447"0"0,42-32 667 0 0,-38 31-840 0 0,0 0 0 0 0,1 0-1 0 0,-1 1 1 0 0,1 1 0 0 0,0-1 0 0 0,1 2-1 0 0,-1-1 1 0 0,1 1 0 0 0,-1 1 0 0 0,1 0 0 0 0,0 1-1 0 0,0 0 1 0 0,0 0 0 0 0,0 1 0 0 0,0 0 0 0 0,0 1-1 0 0,11 3 1 0 0,-6-1-107 0 0,-1 1 0 0 0,0 1 0 0 0,0 1-1 0 0,0 0 1 0 0,-1 0 0 0 0,0 2 0 0 0,0 0 0 0 0,24 18-1 0 0,-9-2-33 0 0,-1 1 0 0 0,39 46 0 0 0,-46-46 18 0 0,-2 1 0 0 0,-1 1 0 0 0,-1 1-1 0 0,-1 0 1 0 0,17 42 0 0 0,-6 3 0 0 0,20 82 0 0 0,-14 3 1 0 0,-16-70-50 0 0,23 110-62 0 0,97 400 0 0 0,66 199 391 0 0,-151-517 165 0 0,-33-170-293 0 0,30 152-30 0 0,126 386 1 0 0,-149-558-170 0 0,-15-50-28 0 0,-7-27 102 0 0,-2-1-1 0 0,1 0 1 0 0,-2 1 0 0 0,1 0-1 0 0,-2-1 1 0 0,0 1 0 0 0,-1 13-1 0 0,1-24-31 0 0,-1 0 0 0 0,1-1 0 0 0,0 1 0 0 0,-1 0 0 0 0,1-1 0 0 0,-1 1 0 0 0,1 0-1 0 0,-1-1 1 0 0,1 1 0 0 0,-1-1 0 0 0,0 1 0 0 0,0-1 0 0 0,-1 2 0 0 0,-2 2 3 0 0,1 0 3 0 0,0-1 0 0 0,0 0 0 0 0,0 0 0 0 0,-1 0 0 0 0,0-1 1 0 0,1 1-1 0 0,-1-1 0 0 0,-1 0 0 0 0,1 0 0 0 0,0 0 0 0 0,-1-1 0 0 0,1 1 0 0 0,-1-1 0 0 0,0 0 0 0 0,0-1 1 0 0,0 1-1 0 0,-7 1 0 0 0,-6 0-13 0 0,-1 0 0 0 0,1-1-1 0 0,-26-1 1 0 0,-9-4-36 0 0,1-2 0 0 0,-1-3-1 0 0,-81-22 1 0 0,73 12 45 0 0,0-4 1 0 0,1-1-1 0 0,2-4 1 0 0,-81-48-1 0 0,75 34-88 0 0,2-2 1 0 0,2-3-1 0 0,3-3 0 0 0,1-2 0 0 0,-90-108 1 0 0,91 88 206 0 0,2-2 0 0 0,4-2 0 0 0,4-3 0 0 0,-56-129 0 0 0,82 160 49 0 0,3-1 1 0 0,2-1 0 0 0,-14-95 0 0 0,5-148 514 0 0,29-390-379 0 0,10 456-203 0 0,52-153-322 0 0,-27 209 287 0 0,48-188-118 0 0,-62 271-150 0 0,57-128-1 0 0,-80 206 162 0 0,1-1 1 0 0,0 1-1 0 0,0 0 1 0 0,1 0-1 0 0,0 1 0 0 0,1 0 1 0 0,14-14-1 0 0,-18 19 32 0 0,0 0-1 0 0,0 1 1 0 0,1-1-1 0 0,-1 1 1 0 0,1 0-1 0 0,0 0 1 0 0,-1 1-1 0 0,1-1 1 0 0,0 1-1 0 0,0-1 1 0 0,0 1-1 0 0,0 1 1 0 0,0-1-1 0 0,0 0 1 0 0,1 1-1 0 0,-1 0 1 0 0,0 0-1 0 0,0 0 1 0 0,0 1-1 0 0,0-1 1 0 0,0 1-1 0 0,6 1 1 0 0,1 2 4 0 0,0 1 0 0 0,0 0-1 0 0,-1 1 1 0 0,0 0 0 0 0,0 0 0 0 0,18 15 0 0 0,-4 1 5 0 0,28 31 1 0 0,150 208-47 0 0,-116-142 39 0 0,131 168-108 0 0,-25 0-17 0 0,-148-211 92 0 0,-3 1 0 0 0,-4 2 0 0 0,-3 1 0 0 0,-4 2 0 0 0,30 130 0 0 0,-18 24-1605 0 0,13 262 0 0 0,-47-370-1635 0 0,20 188-5111 0 0,-10-193 1574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8:22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1 107 832 0 0,'26'-13'1640'0'0,"-2"-1"-1024"0"0,4 0-16 0 0,3-2-960 0 0,0 4-776 0 0,-3-1 384 0 0,13-1 256 0 0,-1 4 168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8:22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2128 0 0,'57'166'8915'0'0,"-10"1"-4913"0"0,-33-103-3408 0 0,-3 1-1 0 0,-2 0 1 0 0,-1 86 0 0 0,-8-142-547 0 0,1 44-179 0 0,-3 0-1 0 0,-14 90 1 0 0,7-98-439 0 0,-30 82-1 0 0,30-105-572 0 0,-1 0 0 0 0,0-1-1 0 0,-2-1 1 0 0,0 0 0 0 0,-25 31 0 0 0,-10-3-1877 0 0,-2-4-260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8:23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4589 5832 2768 0 0,'-134'23'9125'0'0,"-65"-5"-5237"0"0,101-18-2423 0 0,-174-23 1 0 0,-95-41-45 0 0,-18-26-377 0 0,19-31-370 0 0,213 60-715 0 0,3-6-1 0 0,-149-92 0 0 0,-18-47-412 0 0,149 84 406 0 0,-200-188 0 0 0,243 188 791 0 0,-210-265-1 0 0,132 89 147 0 0,18-11-674 0 0,176 295-209 0 0,-204-382 255 0 0,169 293-149 0 0,5-2 0 0 0,5-2 1 0 0,-32-167-1 0 0,41 121-6 0 0,7 0-1 0 0,2-156 0 0 0,22-220 322 0 0,1 417-190 0 0,6 0 0 0 0,44-186 0 0 0,-40 241-130 0 0,1 1 0 0 0,3 1-1 0 0,3 1 1 0 0,34-58 0 0 0,-32 70-38 0 0,1 1-1 0 0,3 2 1 0 0,1 0 0 0 0,1 3 0 0 0,50-45 0 0 0,-48 52-106 0 0,2 2 0 0 0,0 1 1 0 0,2 2-1 0 0,1 1 1 0 0,0 2-1 0 0,2 2 0 0 0,0 2 1 0 0,1 1-1 0 0,60-13 0 0 0,-59 20-536 0 0,-1 2 0 0 0,2 2 0 0 0,-1 2 0 0 0,0 1 0 0 0,80 9 0 0 0,-48 4-3595 0 0,-1 4 1 0 0,83 28-1 0 0,-58-13-3646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8:24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769 0 16 0 0,'0'0'11939'0'0,"2"6"-9945"0"0,10 30-110 0 0,-4-20-1530 0 0,0 1-1 0 0,0-1 1 0 0,2-1-1 0 0,0 0 1 0 0,1 0-1 0 0,0-1 1 0 0,21 21-1 0 0,66 52 527 0 0,-44-41-429 0 0,91 102 0 0 0,-109-101-222 0 0,-1 2 0 0 0,54 105 0 0 0,-47-64-125 0 0,30 94 0 0 0,0 37-210 0 0,53 284-1 0 0,-65-155 365 0 0,-47-242 158 0 0,-2 212-1 0 0,-15-258-394 0 0,-3 0 1 0 0,-3 0-1 0 0,-2-1 1 0 0,-3 0-1 0 0,-2-1 1 0 0,-4-1-1 0 0,-37 78 0 0 0,40-101-11 0 0,-2-1 0 0 0,-1 0 0 0 0,-2-2 0 0 0,-2 0 0 0 0,-1-2 0 0 0,-1-1-1 0 0,-1-1 1 0 0,-2-1 0 0 0,-1-2 0 0 0,-1-1 0 0 0,-1-1 0 0 0,-1-2 0 0 0,-67 32-1 0 0,71-40 88 0 0,-2-2-1 0 0,0-1 0 0 0,0-2 0 0 0,-56 9 0 0 0,69-16 4 0 0,1 0-1 0 0,-1-2 1 0 0,0 0 0 0 0,1-1 0 0 0,-1-1-1 0 0,1-1 1 0 0,-1 0 0 0 0,1-1-1 0 0,0-2 1 0 0,-18-7 0 0 0,21 6-37 0 0,1 0-1 0 0,0-2 1 0 0,0 0 0 0 0,1 0 0 0 0,0-1 0 0 0,0-1-1 0 0,2 0 1 0 0,-13-15 0 0 0,0-2 59 0 0,2-1-1 0 0,-28-49 1 0 0,7 1 161 0 0,-46-119-1 0 0,-9-92-114 0 0,19-17 110 0 0,-61-476 0 0 0,111 329-118 0 0,29 415-167 0 0,2 1 0 0 0,1 0-1 0 0,15-66 1 0 0,-14 86-70 0 0,1 1 0 0 0,0 0-1 0 0,1 0 1 0 0,1 0 0 0 0,0 1 0 0 0,1 0 0 0 0,0 0 0 0 0,1 1-1 0 0,1 0 1 0 0,0 1 0 0 0,14-13 0 0 0,-8 12-26 0 0,0 0 0 0 0,1 2 0 0 0,0 0 0 0 0,1 1 0 0 0,0 0 0 0 0,0 2 0 0 0,1 0 0 0 0,1 1-1 0 0,-1 1 1 0 0,1 1 0 0 0,0 1 0 0 0,21-2 0 0 0,9 1-134 0 0,0 3 0 0 0,-1 2 0 0 0,92 11 0 0 0,-47 3-168 0 0,178 53 0 0 0,-210-47-439 0 0,87 41 0 0 0,-19 11-3431 0 0,44 38-3300 0 0,-89-57 1446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8:26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7430 1500 4968 0 0,'0'0'10021'0'0,"-9"-4"-8723"0"0,1 0-1046 0 0,-4-2 130 0 0,0 0 1 0 0,0-1-1 0 0,-11-9 0 0 0,-62-48 1107 0 0,-404-276 593 0 0,31 80-1864 0 0,-20 41-74 0 0,128 97-168 0 0,332 116 24 0 0,-726-195 202 0 0,69 73-327 0 0,-18 49-263 0 0,78 45 271 0 0,256 30 271 0 0,1 16 0 0 0,0 16-1 0 0,-421 88 1 0 0,650-89 61 0 0,-146 49 1 0 0,217-55-294 0 0,1 2 0 0 0,0 3 0 0 0,2 2 0 0 0,-86 58 0 0 0,102-60-3244 0 0,33-22 1973 0 0,-1-1-1 0 0,1 0 1 0 0,-1 0 0 0 0,0-1-1 0 0,0 1 1 0 0,-13 1 0 0 0,-3-1-5329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8:28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1362 208 1512 0 0,'3'-12'4325'0'0,"-1"0"1"0"0,8-22-1 0 0,-5 21-3334 0 0,1 1 1 0 0,0 0 0 0 0,0 0-1 0 0,15-19 1 0 0,-16 25-921 0 0,-1 1 0 0 0,2 0-1 0 0,-1 0 1 0 0,0 1 0 0 0,1-1 0 0 0,0 1 0 0 0,0 0 0 0 0,0 1 0 0 0,1-1 0 0 0,-1 1 0 0 0,1 1 0 0 0,11-4-1 0 0,-3 2-40 0 0,1 1 0 0 0,-1 0-1 0 0,1 1 1 0 0,24 1-1 0 0,-12 2-17 0 0,0 1-1 0 0,0 1 0 0 0,0 2 1 0 0,32 9-1 0 0,103 44-128 0 0,-102-31-63 0 0,-2 2 0 0 0,97 65 1 0 0,95 104 79 0 0,-85-45 141 0 0,-47-43 18 0 0,235 225 217 0 0,-138-106-363 0 0,-120-126 80 0 0,210 234 122 0 0,-218-229-170 0 0,92 145 0 0 0,77 189-534 0 0,-24 14 432 0 0,-116-203-338 0 0,-50-107 326 0 0,69 187 220 0 0,50 218-124 0 0,-43-115 292 0 0,-21-67 1149 0 0,-97-278-1188 0 0,-3 1-1 0 0,15 165 1 0 0,-33-190-93 0 0,-2-1 0 0 0,-3 0 0 0 0,-4 0 0 0 0,-2 0 0 0 0,-3-1 0 0 0,-3 0 0 0 0,-2-1 0 0 0,-4 0 0 0 0,-40 93 0 0 0,28-89-142 0 0,-3-1 1 0 0,-3-2-1 0 0,-62 81 1 0 0,72-112 84 0 0,-1 0 0 0 0,-2-3 0 0 0,-1 0 1 0 0,-2-2-1 0 0,0-1 0 0 0,-2-2 0 0 0,-44 25 1 0 0,25-22 92 0 0,-1-3 0 0 0,-1-2 0 0 0,-1-3 1 0 0,-1-2-1 0 0,-1-3 0 0 0,0-2 1 0 0,-1-3-1 0 0,-63 3 0 0 0,-82 0 247 0 0,0-9 0 0 0,-221-23-1 0 0,288 3-436 0 0,1-6 1 0 0,2-6-1 0 0,0-6 0 0 0,-137-53 0 0 0,-130-87-61 0 0,351 147 118 0 0,-297-154 605 0 0,92 45-239 0 0,-86-48-295 0 0,15-23-363 0 0,278 169 305 0 0,2-1 1 0 0,2-3-1 0 0,1-2 1 0 0,2-1-1 0 0,2-2 1 0 0,-56-86 0 0 0,45 49 37 0 0,5-2 0 0 0,3-2 1 0 0,4-2-1 0 0,-39-131 1 0 0,42 88 131 0 0,6-2 1 0 0,-20-211 0 0 0,25-297 414 0 0,43-3 121 0 0,-9 422-614 0 0,-5 104-14 0 0,30-501 275 0 0,-20 493-1 0 0,6 1-1 0 0,61-217 1 0 0,-59 279-249 0 0,3 2 1 0 0,2 1 0 0 0,3 1 0 0 0,2 1-1 0 0,3 2 1 0 0,3 1 0 0 0,72-82 0 0 0,-76 103-228 0 0,1 1-1 0 0,2 2 1 0 0,2 1 0 0 0,78-48 0 0 0,-63 49-142 0 0,2 3 0 0 0,1 1-1 0 0,85-25 1 0 0,-100 40-1413 0 0,0 2 1 0 0,79-8 0 0 0,89 10-9929 0 0,-138 7 4006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8:29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908 0 4776 0 0,'56'13'10294'0'0,"-45"-9"-9684"0"0,0 0-1 0 0,0 0 1 0 0,0 1-1 0 0,-1 1 1 0 0,13 7 0 0 0,1 5-259 0 0,-2 0 1 0 0,0 2 0 0 0,-1 1 0 0 0,0 0 0 0 0,-2 1-1 0 0,21 31 1 0 0,0 10-79 0 0,43 88-1 0 0,72 219-3 0 0,-150-356-266 0 0,89 265 89 0 0,-73-199-106 0 0,-3 2 1 0 0,-3 0-1 0 0,-4 1 1 0 0,0 105-1 0 0,-12-51-167 0 0,-34 247 0 0 0,14-251 299 0 0,-7-1-1 0 0,-4-2 1 0 0,-7-1-1 0 0,-62 140 1 0 0,84-231-139 0 0,-1-1 1 0 0,-2-1 0 0 0,-37 51 0 0 0,48-75 5 0 0,-2 1 1 0 0,1-1 0 0 0,-1-1-1 0 0,-1 0 1 0 0,0 0 0 0 0,-1-2-1 0 0,0 1 1 0 0,0-2 0 0 0,-1 1-1 0 0,0-2 1 0 0,-1 0 0 0 0,-17 6-1 0 0,21-11 25 0 0,1 1 0 0 0,-1-2-1 0 0,0 0 1 0 0,0 0 0 0 0,1 0-1 0 0,-1-2 1 0 0,0 1 0 0 0,0-1-1 0 0,0-1 1 0 0,-20-6-1 0 0,6 0 19 0 0,0-1-1 0 0,1-1 1 0 0,-33-19-1 0 0,20 7-25 0 0,2-1 0 0 0,0-2 0 0 0,2-2 0 0 0,-36-36 0 0 0,8-1-5 0 0,-53-73 0 0 0,77 86 122 0 0,2-3-1 0 0,3 0 1 0 0,2-2-1 0 0,3-2 1 0 0,-36-106-1 0 0,-57-317 818 0 0,37-11-493 0 0,50-5-56 0 0,33 447-365 0 0,2 1 0 0 0,2 0 0 0 0,3 0 0 0 0,1 0 0 0 0,26-80 0 0 0,-25 106-15 0 0,1 0-1 0 0,0 0 1 0 0,2 0-1 0 0,1 2 1 0 0,21-29-1 0 0,-22 35-21 0 0,1 1 0 0 0,0 0-1 0 0,1 1 1 0 0,0 1-1 0 0,1 0 1 0 0,1 1 0 0 0,32-18-1 0 0,-28 20-297 0 0,0 0 0 0 0,1 2 0 0 0,0 0-1 0 0,0 1 1 0 0,1 2 0 0 0,0 0 0 0 0,0 1-1 0 0,0 1 1 0 0,0 1 0 0 0,37 3 0 0 0,1 5-3420 0 0,-1 3 1 0 0,96 29 0 0 0,-64-14-3600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8:30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595 242 3008 0 0,'4'5'3131'0'0,"1"0"-1"0"0,0 0 1 0 0,9 6-1 0 0,38 20 1406 0 0,-15-10-3625 0 0,158 107 1140 0 0,-164-104-1957 0 0,-2 1 0 0 0,0 1 0 0 0,-2 1 0 0 0,25 33-1 0 0,14 31 85 0 0,94 174 0 0 0,-80-106-202 0 0,-7 4 0 0 0,87 284 1 0 0,-132-350 69 0 0,-5 1 0 0 0,-3 1 1 0 0,9 148-1 0 0,-27-186-74 0 0,-2 0 1 0 0,-14 90-1 0 0,7-104-44 0 0,-3 0-1 0 0,-2-1 1 0 0,-31 79 0 0 0,33-104 66 0 0,0 1 1 0 0,-1-1-1 0 0,-1-1 1 0 0,-1 0 0 0 0,-1-1-1 0 0,-1-1 1 0 0,-31 32-1 0 0,36-41-3 0 0,-1 0 0 0 0,0 0 0 0 0,-1-2 1 0 0,1 1-1 0 0,-2-1 0 0 0,1-1 0 0 0,-1 0 0 0 0,1-1 0 0 0,-2 0 0 0 0,1-1 0 0 0,0 0 0 0 0,-1-1 0 0 0,0-1 0 0 0,-24 1 0 0 0,18-3 5 0 0,-1-1-1 0 0,1-2 1 0 0,-1 0-1 0 0,1-1 1 0 0,0-1-1 0 0,1 0 1 0 0,-1-2-1 0 0,1 0 1 0 0,-20-12-1 0 0,0-2 0 0 0,2-2 0 0 0,1-1 0 0 0,-42-36 0 0 0,23 12-1 0 0,3-3 1 0 0,-50-60-1 0 0,-75-128 135 0 0,105 127-23 0 0,6-3-1 0 0,5-3 1 0 0,-56-151 0 0 0,77 156 84 0 0,5-2 0 0 0,5-2 1 0 0,-27-212-1 0 0,48 229 54 0 0,3 0 0 0 0,14-176 0 0 0,-2 226-161 0 0,1 0 1 0 0,3 0-1 0 0,1 1 1 0 0,3 0-1 0 0,2 1 1 0 0,2 1-1 0 0,34-63 1 0 0,-37 84-78 0 0,1 1 0 0 0,2 0 0 0 0,32-36 0 0 0,-40 50-46 0 0,2 0 0 0 0,-1 0 0 0 0,2 2 1 0 0,-1-1-1 0 0,1 2 0 0 0,1-1 0 0 0,-1 2 0 0 0,25-10 1 0 0,-27 13-3 0 0,-1 2 1 0 0,1-1 0 0 0,0 1 0 0 0,-1 1 0 0 0,1 0-1 0 0,0 1 1 0 0,0 0 0 0 0,0 0 0 0 0,0 1-1 0 0,-1 1 1 0 0,1 0 0 0 0,0 0 0 0 0,-1 1-1 0 0,0 0 1 0 0,1 1 0 0 0,9 5 0 0 0,6 5-19 0 0,-1 0 0 0 0,-1 1-1 0 0,0 2 1 0 0,40 36 0 0 0,-20-10-14 0 0,-2 1-1 0 0,-2 2 0 0 0,-2 1 1 0 0,-3 2-1 0 0,36 65 0 0 0,120 284-173 0 0,-20 94 3 0 0,-49 9 122 0 0,-73-232 165 0 0,-39-189-105 0 0,0 101 0 0 0,-10-156 53 0 0,-1 0 1 0 0,-1 0-1 0 0,-2-1 0 0 0,0 1 0 0 0,-16 45 0 0 0,17-59 22 0 0,-2 0 0 0 0,1-1 0 0 0,-2 0 0 0 0,1 0 0 0 0,-1 0 0 0 0,-1 0 0 0 0,1-1 0 0 0,-2 0 0 0 0,1-1 0 0 0,-1 1 0 0 0,-1-2 0 0 0,1 1 0 0 0,-1-1 1 0 0,-17 10-1 0 0,16-12-11 0 0,0-1 1 0 0,0 0-1 0 0,-1-1 1 0 0,1 0 0 0 0,-1-1-1 0 0,0 0 1 0 0,1 0 0 0 0,-1-1-1 0 0,0-1 1 0 0,0 0 0 0 0,0 0-1 0 0,-16-3 1 0 0,3-1 16 0 0,0-1 0 0 0,1-2 0 0 0,0 0 0 0 0,-32-15 1 0 0,19 5 20 0 0,2-2-1 0 0,-1-1 1 0 0,2-2 0 0 0,1-1 0 0 0,1-2 0 0 0,-36-37 0 0 0,16 9 20 0 0,2-3 1 0 0,-60-90-1 0 0,47 48 44 0 0,-81-169 1 0 0,-15-125-28 0 0,123 284 33 0 0,-29-152-1 0 0,45 156-10 0 0,-11-176 1 0 0,28 222-78 0 0,3 1 1 0 0,2 0 0 0 0,3 0 0 0 0,23-99 0 0 0,-23 132-13 0 0,2 0 0 0 0,0 0 0 0 0,2 1 0 0 0,1 0 0 0 0,0 1 0 0 0,2 0 0 0 0,1 1 0 0 0,0 0 0 0 0,32-34 0 0 0,-37 46-5 0 0,1 0 0 0 0,0 0 0 0 0,0 1 0 0 0,0 1 1 0 0,1 0-1 0 0,0 0 0 0 0,1 1 0 0 0,-1 1 0 0 0,1 0 0 0 0,0 0 0 0 0,1 1 0 0 0,-1 1 0 0 0,1 0 0 0 0,0 0 0 0 0,-1 1 0 0 0,1 1 0 0 0,0 1 0 0 0,0-1 0 0 0,0 2 0 0 0,0 0 1 0 0,14 3-1 0 0,0 2 9 0 0,0 2 1 0 0,-1 0-1 0 0,0 2 0 0 0,-1 1 1 0 0,0 1-1 0 0,-1 1 1 0 0,0 1-1 0 0,-1 1 1 0 0,32 28-1 0 0,-20-13-39 0 0,-1 3 0 0 0,-2 1 0 0 0,-1 1 0 0 0,50 76 0 0 0,-36-37-29 0 0,-3 2 0 0 0,55 142 0 0 0,27 178-218 0 0,-60-121 65 0 0,52 502-1 0 0,-109-687 18 0 0,-6 129 0 0 0,-4-182 139 0 0,-1 1 0 0 0,-2-1 1 0 0,-1-1-1 0 0,-2 1 0 0 0,-1-1 1 0 0,-19 41-1 0 0,24-65 39 0 0,-1 0 0 0 0,0-1 0 0 0,-1 1 0 0 0,-1-1 0 0 0,1-1 0 0 0,-2 1 1 0 0,-9 9-1 0 0,13-16 11 0 0,0 0 0 0 0,1 0 0 0 0,-1 0 0 0 0,-1-1 0 0 0,1 0 0 0 0,-1 0 0 0 0,1 0 0 0 0,-1-1 0 0 0,0 0 0 0 0,0 0 0 0 0,0 0 0 0 0,0-1 0 0 0,0 0 1 0 0,0 0-1 0 0,0 0 0 0 0,0-1 0 0 0,-11 0 0 0 0,3-2 21 0 0,-1-1-1 0 0,1 0 1 0 0,0 0 0 0 0,0-2 0 0 0,0 0-1 0 0,1 0 1 0 0,-26-15 0 0 0,13 4 39 0 0,1-1 1 0 0,-45-40 0 0 0,25 14 22 0 0,2-2 0 0 0,2-2 0 0 0,-43-64 0 0 0,-87-172 289 0 0,6-69 129 0 0,29-6-114 0 0,106 271-258 0 0,3-1 0 0 0,5-2 0 0 0,3 0 0 0 0,-9-129 0 0 0,25 159-57 0 0,6-73 0 0 0,1 94-57 0 0,1 0 1 0 0,2 1 0 0 0,12-39 0 0 0,-12 54-8 0 0,2 0-1 0 0,0 1 1 0 0,1 0 0 0 0,1 0 0 0 0,27-37-1 0 0,-26 45 4 0 0,0-1-1 0 0,0 2 1 0 0,2 0-1 0 0,-1 0 0 0 0,2 1 1 0 0,0 1-1 0 0,0 0 1 0 0,25-12-1 0 0,-23 15-10 0 0,0 1 0 0 0,0 1 0 0 0,1 0 0 0 0,0 1 1 0 0,0 1-1 0 0,0 1 0 0 0,0 1 0 0 0,1 0 0 0 0,-1 1 0 0 0,0 1 0 0 0,28 4 0 0 0,-19 0-5 0 0,-1 0 0 0 0,1 3 1 0 0,-1 0-1 0 0,0 1 0 0 0,-1 2 0 0 0,0 0 0 0 0,30 18 0 0 0,-26-10-33 0 0,-2 1 0 0 0,0 2 0 0 0,0 0 0 0 0,-2 2 1 0 0,-1 0-1 0 0,35 45 0 0 0,-15-9 35 0 0,71 128 0 0 0,-60-79-41 0 0,-4 3-1 0 0,48 156 0 0 0,36 244 87 0 0,-95-316-123 0 0,28 389 0 0 0,-65-529 1 0 0,-4 0 0 0 0,-1 0 0 0 0,-3-1 1 0 0,-17 74-1 0 0,14-97 56 0 0,-1-1 0 0 0,-1 0 1 0 0,-2-1-1 0 0,-1 0 0 0 0,-28 45 0 0 0,36-67 42 0 0,0 1 1 0 0,-1-1-1 0 0,1-1 0 0 0,-1 1 0 0 0,0-1 0 0 0,-1 0 0 0 0,0 0 0 0 0,-13 8 0 0 0,15-11-4 0 0,1-1 0 0 0,0 0 0 0 0,-1 0 0 0 0,1-1 0 0 0,-1 1 0 0 0,0-1-1 0 0,1 0 1 0 0,-1 0 0 0 0,0-1 0 0 0,0 1 0 0 0,0-1 0 0 0,0 0 0 0 0,1 0 0 0 0,-1-1-1 0 0,0 0 1 0 0,0 0 0 0 0,-7-2 0 0 0,2 0 19 0 0,0-2 0 0 0,0 1 0 0 0,0-1 1 0 0,-17-12-1 0 0,6 2 17 0 0,-26-27 1 0 0,-13-19-23 0 0,3-3 0 0 0,3-2 1 0 0,-80-128-1 0 0,53 55 97 0 0,-71-169 1 0 0,-77-251 295 0 0,19-8-626 0 0,196 530 149 0 0,-48-123-1343 0 0,-35-102-4756 0 0,83 215 4341 0 0,2 0 0 0 0,2-1 0 0 0,-7-75 0 0 0,19-15-6775 0 0,-2 136 8498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8:34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3920 0 0,'16'10'5861'0'0,"-10"1"-1653"0"0,-16 19-8156 0 0,-5-12 1036 0 0,-3-17-1457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07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721 25 4352 0 0,'3'-1'2182'0'0,"14"-4"5681"0"0,-11 4-4091 0 0,-6 4-544 0 0,-18 24-3091 0 0,9-18-11 0 0,1-5-62 0 0,-1 0 0 0 0,0-1 0 0 0,0 0 0 0 0,0 0 0 0 0,0-1-1 0 0,0 0 1 0 0,-1-1 0 0 0,1 0 0 0 0,0-1 0 0 0,-1 1 0 0 0,-14-3 0 0 0,-15-3 120 0 0,-58-15 1 0 0,38 7-28 0 0,15 5-51 0 0,-9-4 277 0 0,0 4-1 0 0,-73-4 1 0 0,116 12-193 0 0,-7 1-43 0 0,2 2 102 0 0,10-2-195 0 0,1-1-16 0 0,0 1 0 0 0,-1 0 0 0 0,1 0 0 0 0,0 0 1 0 0,0 1-1 0 0,0-1 0 0 0,0 1 0 0 0,0 0 0 0 0,1 0 0 0 0,-5 3 0 0 0,8-5-27 0 0,-3 1 11 0 0,1 1 0 0 0,0-1 0 0 0,0 0 0 0 0,0 1 0 0 0,0-1 0 0 0,0 1 0 0 0,0 0-1 0 0,0 0 1 0 0,1 0 0 0 0,-1 0 0 0 0,1 0 0 0 0,-1 0 0 0 0,1 0 0 0 0,-2 5 0 0 0,3 40 324 0 0,3-34-288 0 0,41 90 166 0 0,16 40 36 0 0,-54-126-219 0 0,43 130-231 0 0,-41-117 111 0 0,11 48-446 0 0,-18-62 38 0 0,-2-12 371 0 0,1 0-271 0 0,-4 11-8465 0 0,3-13 7777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07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597 1 2344 0 0,'0'0'17921'0'0,"-5"9"-16750"0"0,0 4-810 0 0,2-6-88 0 0,0-1 1 0 0,0 1-1 0 0,-1-1 0 0 0,-7 10 0 0 0,-3 1 844 0 0,13-16-1081 0 0,1-1 0 0 0,-1 1 0 0 0,0 0 0 0 0,0 0 0 0 0,0 0 1 0 0,0 0-1 0 0,0-1 0 0 0,0 1 0 0 0,0 0 0 0 0,0-1 0 0 0,0 1 0 0 0,0-1 0 0 0,0 1 0 0 0,-1-1 0 0 0,1 0 0 0 0,-1 1 0 0 0,-3 0 68 0 0,2 0-6 0 0,0 1 0 0 0,-1-1 1 0 0,1 0-1 0 0,-1 0 0 0 0,1 0 0 0 0,-1-1 0 0 0,1 1 0 0 0,-1-1 1 0 0,1 0-1 0 0,-7 0 0 0 0,-29-4 125 0 0,-60-14-1 0 0,-6-1-1011 0 0,22 12-1697 0 0,-41-7-10031 0 0,93 7 4547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08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1591 43 5184 0 0,'75'-24'13475'0'0,"-72"23"-12545"0"0,0 0-202 0 0,12-3-134 0 0,-11 3 1615 0 0,-17 1-2063 0 0,-136-6 189 0 0,-211 0 629 0 0,0 17 623 0 0,-280-2-518 0 0,614-10-2274 0 0,-59-2 1387 0 0,56 3-5243 0 0,0 0-5939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08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18 2856 0 0,'-1'-3'11856'0'0,"-6"-11"-2394"0"0,10 23-9247 0 0,20 48-58 0 0,37 66 0 0 0,-35-75-157 0 0,-14-26 57 0 0,2 1 0 0 0,0-2 0 0 0,2 0-1 0 0,0-1 1 0 0,1 0 0 0 0,31 29 0 0 0,-43-46 46 0 0,1 0 0 0 0,-1 0 0 0 0,0-1 0 0 0,1 1 0 0 0,0-1 0 0 0,0 0 0 0 0,9 2 0 0 0,-11-3 64 0 0,11-8-152 0 0,-13 7-17 0 0,0-1-1 0 0,0 1 0 0 0,0 0 1 0 0,0-1-1 0 0,0 1 1 0 0,-1-1-1 0 0,1 1 1 0 0,0-1-1 0 0,0 0 1 0 0,0 1-1 0 0,0-1 0 0 0,-1 0 1 0 0,1 1-1 0 0,0-1 1 0 0,-1 0-1 0 0,1 0 1 0 0,0 0-1 0 0,-1 1 0 0 0,1-1 1 0 0,-1 0-1 0 0,1 0 1 0 0,-1 0-1 0 0,0 0 1 0 0,1 0-1 0 0,-1 0 0 0 0,0 0 1 0 0,0 0-1 0 0,0 0 1 0 0,0 0-1 0 0,0 0 1 0 0,0-2-1 0 0,0-16-74 0 0,-1-1 0 0 0,-4-23 0 0 0,-20-49 403 0 0,24 89-52 0 0,8 13-237 0 0,126 171 126 0 0,-86-124-106 0 0,94 90-1 0 0,-109-119-67 0 0,1-2 1 0 0,1 0-1 0 0,1-3 1 0 0,59 31-1 0 0,-79-47-20 0 0,0 0-1 0 0,1-1 0 0 0,0 0 0 0 0,31 5 0 0 0,-41-10-2 0 0,-1 0 0 0 0,1-1 0 0 0,0 0 0 0 0,0 0 0 0 0,0-1 0 0 0,-1 1 0 0 0,11-3 0 0 0,-13 1 1 0 0,1 1-1 0 0,-1 0 1 0 0,1-1-1 0 0,-1 0 1 0 0,1 1-1 0 0,-1-1 0 0 0,0-1 1 0 0,0 1-1 0 0,0 0 1 0 0,0-1-1 0 0,-1 1 1 0 0,1-1-1 0 0,2-3 1 0 0,0-2-21 0 0,-1 0 0 0 0,1-1 0 0 0,-1 1 1 0 0,-1-1-1 0 0,1 1 0 0 0,-2-1 0 0 0,1 0 0 0 0,-1-1 1 0 0,0 1-1 0 0,-1 0 0 0 0,0 0 0 0 0,-1-16 1 0 0,-1 1 175 0 0,-1-1 0 0 0,-1 1 1 0 0,-10-40-1 0 0,4 34 281 0 0,-27-57 0 0 0,9 23 132 0 0,21 47-380 0 0,1 1-1 0 0,-3-22 1 0 0,7 35-163 0 0,3-3-201 0 0,-1 0-47 0 0,1 1 1 0 0,0-1 0 0 0,5-9-1 0 0,10-11-5553 0 0,15-15-3000 0 0,-12 11 77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10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2778 411 512 0 0,'0'0'22616'0'0,"6"-6"-22255"0"0,19-19-23 0 0,-19 19 247 0 0,-2 9-325 0 0,-1-1-229 0 0,0 0 1 0 0,0 0 0 0 0,-1 1-1 0 0,1 0 1 0 0,-1-1-1 0 0,1 1 1 0 0,-1 0 0 0 0,0 0-1 0 0,0 0 1 0 0,-1 1 0 0 0,1-1-1 0 0,0 0 1 0 0,-1 1-1 0 0,0-1 1 0 0,0 1 0 0 0,0-1-1 0 0,0 1 1 0 0,-1-1 0 0 0,1 6-1 0 0,-1 2-31 0 0,0 0-1 0 0,-1 1 0 0 0,0-1 1 0 0,-1 0-1 0 0,0-1 0 0 0,-1 1 1 0 0,0 0-1 0 0,0 0 0 0 0,-1-1 1 0 0,-1 0-1 0 0,0 0 0 0 0,-7 11 1 0 0,11-20-6 0 0,1 0 0 0 0,-1 0 1 0 0,0 0-1 0 0,0 0 0 0 0,1-1 1 0 0,-1 1-1 0 0,0 0 0 0 0,0 0 1 0 0,0 0-1 0 0,0-1 0 0 0,0 1 1 0 0,0-1-1 0 0,-2 2 1 0 0,-1-1-4 0 0,4 0 10 0 0,0-1-1 0 0,0 0 0 0 0,-1 0 1 0 0,1 0-1 0 0,0 1 0 0 0,-1-1 0 0 0,1 0 1 0 0,0 0-1 0 0,-1 0 0 0 0,1 0 1 0 0,0 0-1 0 0,0 1 0 0 0,-1-1 1 0 0,1 0-1 0 0,0 0 0 0 0,-1 0 0 0 0,1 0 1 0 0,0 0-1 0 0,-1 0 0 0 0,1 0 1 0 0,-1-1-1 0 0,-15 1 92 0 0,6-5 18 0 0,-19-16-40 0 0,1-1 0 0 0,1-2 0 0 0,-30-35 0 0 0,-1 0 11 0 0,50 52-67 0 0,-23-23-1 0 0,-45-34-1 0 0,66 57 37 0 0,0 0 0 0 0,-1 0 0 0 0,1 1 1 0 0,-1 1-1 0 0,-1 0 0 0 0,1 0 0 0 0,-1 1 0 0 0,0 1 0 0 0,-16-3 0 0 0,19 5 23 0 0,0 0 0 0 0,-1 2 0 0 0,1-1 1 0 0,0 1-1 0 0,-1 0 0 0 0,1 1 0 0 0,0 0 0 0 0,0 0 1 0 0,-14 7-1 0 0,-6 3 65 0 0,-40 26 1 0 0,50-27-80 0 0,-94 61 75 0 0,-39 20 35 0 0,133-83-133 0 0,0 0-1 0 0,-1-1 0 0 0,0-1 1 0 0,0-1-1 0 0,-1-1 1 0 0,-29 3-1 0 0,4-4-11 0 0,-2-3 0 0 0,1-2-1 0 0,0-2 1 0 0,-65-12 0 0 0,-180-54-116 0 0,-27-6 382 0 0,288 71-137 0 0,1 2 0 0 0,-1 0 0 0 0,1 2 1 0 0,-1 2-1 0 0,1 0 0 0 0,-60 14 1 0 0,-1 3-811 0 0,87-18 625 0 0,0 0-1 0 0,0-1 0 0 0,0 1 1 0 0,1 0-1 0 0,-6-1 0 0 0,-7 2-62 0 0,15-2 88 0 0,-1 0 1 0 0,1 0 0 0 0,-1 1 0 0 0,0-1 0 0 0,1 0 0 0 0,-1 0 0 0 0,1-1 0 0 0,-1 1 0 0 0,1 0 0 0 0,-3-1 0 0 0,0 0 5 0 0,2 1 6 0 0,0 0-1 0 0,1 0 1 0 0,-1 0-1 0 0,0-1 1 0 0,0 1-1 0 0,0-1 1 0 0,1 1-1 0 0,-1-1 1 0 0,0 0-1 0 0,1 1 1 0 0,-4-3-1 0 0,-1-1 6 0 0,-3 0-27 0 0,0-1-1 0 0,0-1 1 0 0,1 1-1 0 0,-1-2 1 0 0,-9-9 0 0 0,-34-39 236 0 0,40 42-177 0 0,-74-91-496 0 0,48 48-1586 0 0,28 38-975 0 0,-9-22 0 0 0,16 34 1931 0 0,1-1 1 0 0,0 1 0 0 0,0 0 0 0 0,1 0 0 0 0,0-1-1 0 0,0 1 1 0 0,0-11 0 0 0,2-13-7399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45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96 405 2600 0 0,'0'0'7283'0'0,"-4"1"-4778"0"0,-9 1-754 0 0,10-1 654 0 0,0 0-1832 0 0,-15 1 6702 0 0,22-10-7185 0 0,10-28 18 0 0,-11 27-39 0 0,-3 5-11 0 0,-6-33 250 0 0,-16-52 0 0 0,7 28 274 0 0,0-2-202 0 0,10 49-252 0 0,0-4-64 0 0,-1-35 455 0 0,6 49-215 0 0,-1 1-227 0 0,1-5-107 0 0,1 4 117 0 0,1 5 429 0 0,6 11-505 0 0,-1 0-1 0 0,0 0 1 0 0,7 19 0 0 0,63 192-135 0 0,-47-120 47 0 0,12 36 256 0 0,-28-104-181 0 0,-13-32 156 0 0,0-12-114 0 0,1-41 4 0 0,-2 9 106 0 0,0 8-182 0 0,3-6 248 0 0,-2 34-171 0 0,0 0 1 0 0,1 1-1 0 0,0-1 0 0 0,-1 0 0 0 0,2 1 0 0 0,-1-1 0 0 0,6-7 1 0 0,-5 7-36 0 0,3 0 47 0 0,2 0-14 0 0,1 1 1 0 0,0 0-1 0 0,0 1 0 0 0,11-3 1 0 0,-10 5-3 0 0,0 0 1 0 0,0 1 0 0 0,0 1-1 0 0,0-1 1 0 0,0 1 0 0 0,0 1-1 0 0,0 0 1 0 0,0 1-1 0 0,-1 0 1 0 0,19 7 0 0 0,4 4-35 0 0,-1 1 1 0 0,-1 1 0 0 0,-1 2 0 0 0,0 1 0 0 0,33 28-1 0 0,-39-27-689 0 0,-20-18 265 0 0,0 6 1282 0 0,-2-5-2253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45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1158 101 6233 0 0,'28'-20'9247'0'0,"-26"19"-8125"0"0,1-1 211 0 0,3-2-1499 0 0,-7 2 1375 0 0,-4 2 2102 0 0,-134 9-2627 0 0,-29-30 52 0 0,103 10-425 0 0,12 3-53 0 0,-186-24 1054 0 0,169 26-871 0 0,-100 4-1 0 0,118 4-824 0 0,0 2 0 0 0,-101 23 0 0 0,148-25-1362 0 0,-1-1-1 0 0,1 2 1 0 0,-8 4 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46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476 121 7017 0 0,'0'0'11412'0'0,"-1"-4"-10239"0"0,0-14-289 0 0,0 14-265 0 0,-3 1-215 0 0,-20-11-261 0 0,-2 1 1 0 0,-31-12-1 0 0,9 4 491 0 0,41 18-450 0 0,-6-2-41 0 0,1 3 78 0 0,-52-6 245 0 0,55 7-390 0 0,-1 1 0 0 0,1 1 0 0 0,-19 2 0 0 0,13-1 4 0 0,1 0 27 0 0,-27 6-1 0 0,28-4 10 0 0,8-3-58 0 0,1 0 0 0 0,-1 1 0 0 0,1-1 0 0 0,-7 5 0 0 0,2-2 81 0 0,6-2-85 0 0,0 0 0 0 0,0 0 1 0 0,1 0-1 0 0,-1 0 0 0 0,1 1 0 0 0,-1-1 1 0 0,1 1-1 0 0,-3 4 0 0 0,3-4 9 0 0,0 0-22 0 0,1-1 1 0 0,-1 1-1 0 0,1-1 1 0 0,0 1-1 0 0,0 0 1 0 0,1-1 0 0 0,-1 1-1 0 0,0 0 1 0 0,1 0-1 0 0,0-1 1 0 0,-1 7-1 0 0,1-7-4 0 0,0 2 55 0 0,0-2-73 0 0,-1-1 0 0 0,1 0 0 0 0,0 1 1 0 0,0-1-1 0 0,0 0 0 0 0,0 1 1 0 0,0-1-1 0 0,0 0 0 0 0,0 1 0 0 0,1-1 1 0 0,0 2-1 0 0,1 8 158 0 0,2 0-76 0 0,0 0 0 0 0,0-1 1 0 0,1 1-1 0 0,0-1 0 0 0,7 11 0 0 0,39 51 468 0 0,-24-36-328 0 0,43 70 2 0 0,12 30-245 0 0,-57-92-50 0 0,-23-42 13 0 0,-2-2 32 0 0,0 1 1 0 0,0-1-1 0 0,0 0 1 0 0,0 0-1 0 0,0 1 1 0 0,0-1 0 0 0,0 0-1 0 0,0 1 1 0 0,1-1-1 0 0,-1 0 1 0 0,0 1-1 0 0,0-1 1 0 0,0 0-1 0 0,0 0 1 0 0,0 1-1 0 0,1-1 1 0 0,-1 0-1 0 0,0 0 1 0 0,0 1-1 0 0,0-1 1 0 0,1 0-1 0 0,-1 0 1 0 0,1 1-1 0 0,6 9-2389 0 0,-6-8 1415 0 0,1 1 3112 0 0,-1 0-3596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5:47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489 1 1960 0 0,'0'0'17553'0'0,"-5"5"-16429"0"0,-15 15-248 0 0,19-19-806 0 0,0 0 0 0 0,0 0 0 0 0,0 0 0 0 0,0 0-1 0 0,0 0 1 0 0,0 0 0 0 0,-1 0 0 0 0,1-1 0 0 0,0 1 0 0 0,0 0 0 0 0,-1-1-1 0 0,1 1 1 0 0,0-1 0 0 0,-1 1 0 0 0,-1 0 0 0 0,-3 0 111 0 0,-7 4 116 0 0,-1-1 0 0 0,1-1 0 0 0,-1 0-1 0 0,-23 2 1 0 0,-56-2 90 0 0,79-3-348 0 0,-56-2-83 0 0,2 0-1530 0 0,23 3-2925 0 0,-11 2-3748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6:37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8001 0 0,'27'3'7704'0'0,"-1"-1"-4243"0"0,-4-2-669 0 0,2-9-2096 0 0,-15-5-640 0 0,-6 0-420 0 0,-3-20-5689 0 0,4 6 2737 0 0,2-4-292 0 0,13-5-3001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6:38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65 1616 0 0,'6'-16'8209'0'0,"-3"1"-1312"0"0,3-6-2329 0 0,-33 11-9108 0 0,-5 8-2453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6:42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822 24 2704 0 0,'-4'-1'5595'0'0,"-27"-2"1246"0"0,15 2-5676 0 0,-5-1 681 0 0,-3 2-343 0 0,-50 5 753 0 0,-13 2-229 0 0,-115-7-1 0 0,-23-13-941 0 0,131 10-9081 0 0,87 4 6617 0 0,-2-2-132 0 0,0-2-3991 0 0,-9-6-2398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6:43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794 1 7961 0 0,'-22'7'5180'0'0,"-6"2"-2524"0"0,-9 1-819 0 0,-7 4-281 0 0,-5-1-368 0 0,-7 1-316 0 0,0 0-288 0 0,-21-1-236 0 0,15-6-340 0 0,-4 0-568 0 0,-5-4-3916 0 0,3-3 1363 0 0,-13-9-831 0 0,4-8-3393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6:44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1772 6209 0 0,'0'0'4945'0'0,"0"5"-1612"0"0,-1 6-2024 0 0,-1 19 5634 0 0,-3-36-6777 0 0,-8-11 88 0 0,0 0-1 0 0,2-1 1 0 0,-11-22 0 0 0,-29-68 692 0 0,-23-56-412 0 0,46 90-313 0 0,3-2-1 0 0,-21-113 1 0 0,36 134-190 0 0,-1-5 81 0 0,-5-92 1 0 0,15 91 146 0 0,2 1 0 0 0,17-113-1 0 0,51-83 942 0 0,-63 238-1115 0 0,38-137 425 0 0,-41 146-442 0 0,1-1 1 0 0,0 1-1 0 0,0 0 0 0 0,0 0 0 0 0,11-15 0 0 0,-12 20-58 0 0,-1 1 0 0 0,2-1 0 0 0,-1 0 0 0 0,0 1 0 0 0,1 0 0 0 0,-1 0 0 0 0,1 0 0 0 0,0 0 0 0 0,0 0 0 0 0,0 1 0 0 0,0-1 0 0 0,1 1 0 0 0,-1 1 0 0 0,7-3 0 0 0,-2 2-11 0 0,0 1 1 0 0,-1 1-1 0 0,1-1 1 0 0,-1 1-1 0 0,1 1 1 0 0,0 0-1 0 0,-1 0 0 0 0,1 1 1 0 0,-1 0-1 0 0,1 0 1 0 0,-1 1-1 0 0,0 0 1 0 0,0 0-1 0 0,0 1 0 0 0,-1 0 1 0 0,1 0-1 0 0,-1 1 1 0 0,9 7-1 0 0,-5-3 4 0 0,-1 0 1 0 0,0 1-1 0 0,-1 0 0 0 0,0 0 0 0 0,0 1 1 0 0,-1 0-1 0 0,-1 1 0 0 0,0 0 0 0 0,0 0 1 0 0,-1 0-1 0 0,4 14 0 0 0,-4-9-1 0 0,-1 1-1 0 0,-1 0 1 0 0,4 34-1 0 0,-7-40-19 0 0,-1 0-1 0 0,-1-1 1 0 0,1 1-1 0 0,-2 0 0 0 0,0 0 1 0 0,0-1-1 0 0,-5 14 0 0 0,3-14 1 0 0,-1 1-1 0 0,0-1 0 0 0,0 0 1 0 0,-1 0-1 0 0,-1-1 0 0 0,0 1 0 0 0,0-1 1 0 0,-12 12-1 0 0,12-16-26 0 0,0 0 0 0 0,0 0 0 0 0,0 0 0 0 0,-1-1 0 0 0,0 0-1 0 0,0 0 1 0 0,0-1 0 0 0,0 0 0 0 0,-1-1 0 0 0,0 0 0 0 0,-16 4 0 0 0,10-4-770 0 0,0-1-1 0 0,0 0 1 0 0,-15-1 0 0 0,23-1-920 0 0,-1-1 0 0 0,1 0 1 0 0,0 0-1 0 0,0 0 1 0 0,0-1-1 0 0,-1 0 0 0 0,-9-5 1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6:47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46 3136 0 0,'-21'-10'8900'0'0,"2"2"-7114"0"0,-2 0 1 0 0,9 4-1095 0 0,0 0 0 0 0,0 1-1 0 0,0 1 1 0 0,-15-1 0 0 0,15 1-474 0 0,9 2-142 0 0,1-1 0 0 0,-1 1 0 0 0,0 0-1 0 0,1 0 1 0 0,-1 0 0 0 0,1 0 0 0 0,-5 1 0 0 0,1 0 16 0 0,2 0-32 0 0,0-1 0 0 0,0 0 0 0 0,0 1 0 0 0,0 0 1 0 0,1 0-1 0 0,-1 0 0 0 0,0 0 0 0 0,1 1 0 0 0,-7 3 1 0 0,2-1 90 0 0,1 0-53 0 0,1 0 0 0 0,-1 0 0 0 0,1 1 1 0 0,0 0-1 0 0,1 0 0 0 0,-1 0 0 0 0,1 1 0 0 0,0-1 1 0 0,1 1-1 0 0,-1 1 0 0 0,1-1 0 0 0,1 0 0 0 0,-1 1 0 0 0,1 0 1 0 0,-4 10-1 0 0,-2 10 161 0 0,1 1 0 0 0,-7 47 1 0 0,6 4-28 0 0,0 121 0 0 0,8-135-51 0 0,-42 784 617 0 0,26-423-558 0 0,20-355-287 0 0,3-1-1 0 0,3 0 1 0 0,37 136 0 0 0,-32-162-44 0 0,2 0 0 0 0,2-1 0 0 0,1-2 1 0 0,3 1-1 0 0,30 42 0 0 0,-29-52-1503 0 0,2 0 0 0 0,1-2 0 0 0,45 41 0 0 0,-58-60 459 0 0,1 0 1 0 0,0-1 0 0 0,1-1-1 0 0,0 0 1 0 0,0-1 0 0 0,21 8 0 0 0,32 7-5826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6:47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3432 0 0,'3'-1'5221'0'0,"9"-4"-1533"0"0,-9 4-30 0 0,1 2-2600 0 0,2 0-776 0 0,0 2-1 0 0,-1-1 1 0 0,1 0 0 0 0,-1 1 0 0 0,0 0 0 0 0,0 0-1 0 0,0 1 1 0 0,0-1 0 0 0,0 1 0 0 0,4 6 0 0 0,47 52 916 0 0,-35-36-880 0 0,19 24 25 0 0,-2 1 0 0 0,-2 2 0 0 0,-3 1 0 0 0,43 95 0 0 0,-45-76-270 0 0,-4 2 0 0 0,-3 0 1 0 0,18 106-1 0 0,22 322 587 0 0,-45 4-129 0 0,-19-356-328 0 0,-8 0-1 0 0,-48 274 1 0 0,9-248-326 0 0,38-151-32 0 0,-1 0 0 0 0,-2-1 0 0 0,-1 0 0 0 0,-22 34 0 0 0,29-52-254 0 0,1 1-1 0 0,-1-1 1 0 0,-12 10-1 0 0,14-14-596 0 0,0 0-1 0 0,0 0 0 0 0,0-1 1 0 0,0 1-1 0 0,0-1 0 0 0,0 0 0 0 0,-9 2 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18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17 592 0 0,'0'0'8952'0'0,"-2"-3"-7923"0"0,-4-10 8461 0 0,13 21-9319 0 0,18 22-49 0 0,-23-28-131 0 0,0 1-1 0 0,0-1 1 0 0,0 1 0 0 0,0-1 0 0 0,-1 1-1 0 0,1-1 1 0 0,-1 1 0 0 0,2 4 0 0 0,4 10-106 0 0,16 34 133 0 0,-2 1 1 0 0,19 74-1 0 0,-24-34 370 0 0,4 64 93 0 0,-9-60-162 0 0,25 306-650 0 0,-32-222 418 0 0,-1-37 373 0 0,2 36 468 0 0,-1-136-3096 0 0,1-1 0 0 0,13 48 0 0 0,-7-56-5284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19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676 19 4688 0 0,'-5'-1'5159'0'0,"-31"-13"580"0"0,34 13-5547 0 0,0 1-1 0 0,0-1 1 0 0,0 1 0 0 0,0 0-1 0 0,0-1 1 0 0,0 1 0 0 0,1 0-1 0 0,-1 0 1 0 0,0 0 0 0 0,0 0-1 0 0,-2 1 1 0 0,-2-1 201 0 0,-3 0 52 0 0,1 1 0 0 0,-1 0 0 0 0,1 0 0 0 0,-1 1 0 0 0,1 0 0 0 0,-13 4 0 0 0,10-3-188 0 0,3 0 145 0 0,-1 0-1 0 0,1 0 0 0 0,0 0 1 0 0,-11 8-1 0 0,6-5-280 0 0,0 0 0 0 0,-1-1 0 0 0,0 0-1 0 0,1-1 1 0 0,-1-1 0 0 0,-1 0 0 0 0,-14 0 0 0 0,-107 4-4645 0 0,102-7 1927 0 0,1 0-1346 0 0,-49-7-1 0 0,23-1-2913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41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2403 2240 0 0,'0'0'15938'0'0,"0"4"-15377"0"0,4 14 1668 0 0,1-25-2049 0 0,-1 2-156 0 0,1-2 156 0 0,1 0 1 0 0,-2 0 0 0 0,1 0-1 0 0,-1-1 1 0 0,0 0 0 0 0,0 0-1 0 0,2-10 1 0 0,-2 4-23 0 0,-1-1 0 0 0,3-24 0 0 0,-5-36 232 0 0,-17-139 1 0 0,6 153-77 0 0,-20-64 0 0 0,14 60-153 0 0,-11-32 107 0 0,9 33 176 0 0,-10-71 1 0 0,4-185-56 0 0,20 228-582 0 0,12-140-139 0 0,1 100 206 0 0,-9 124 155 0 0,3-61 524 0 0,-8-94-1 0 0,-7 14-230 0 0,11 109-376 0 0,2 15-86 0 0,-1 3-87 0 0,1 0 0 0 0,5-22 0 0 0,-4 33 106 0 0,0 0 0 0 0,1 1 0 0 0,1-1 0 0 0,-1 1-1 0 0,11-20 1 0 0,-11 27 87 0 0,0 0 0 0 0,-1 0 0 0 0,1 0 0 0 0,0 0 0 0 0,1 0 0 0 0,-1 1 0 0 0,5-4 0 0 0,-4 4 2 0 0,-3 1 19 0 0,0 0 0 0 0,0 1 0 0 0,0-1 1 0 0,0 0-1 0 0,0 1 0 0 0,0-1 1 0 0,0 1-1 0 0,1-1 0 0 0,-1 1 0 0 0,0 0 1 0 0,0-1-1 0 0,3 1 0 0 0,0-1-17 0 0,-3 1 24 0 0,0 0-1 0 0,0-1 1 0 0,0 1-1 0 0,0 0 1 0 0,0 0-1 0 0,0-1 0 0 0,0 1 1 0 0,0 0-1 0 0,0 0 1 0 0,0 0-1 0 0,0 1 1 0 0,0-1-1 0 0,0 0 1 0 0,-1 0-1 0 0,1 0 1 0 0,0 1-1 0 0,0-1 1 0 0,1 1-1 0 0,1 0-9 0 0,14 3-11 0 0,0 1-1 0 0,0 0 1 0 0,-1 2-1 0 0,0 0 1 0 0,0 0-1 0 0,-1 2 1 0 0,18 11-1 0 0,3 2-9 0 0,-20-12 50 0 0,0 0 1 0 0,0 1-1 0 0,-1 1 0 0 0,0 0 1 0 0,-1 2-1 0 0,-1-1 1 0 0,0 2-1 0 0,-1-1 0 0 0,0 2 1 0 0,-1 0-1 0 0,-1 0 1 0 0,10 22-1 0 0,-8-11 52 0 0,-1 1 0 0 0,-2 0-1 0 0,0 1 1 0 0,6 43 0 0 0,3 121-34 0 0,-16-155-67 0 0,-2 1 0 0 0,-7 56 1 0 0,5-81 16 0 0,0 1 0 0 0,-2-1 0 0 0,1 1 0 0 0,-2-1 1 0 0,0-1-1 0 0,-1 1 0 0 0,0-1 0 0 0,-1 0 0 0 0,-13 19 0 0 0,16-27 17 0 0,0-1-1 0 0,0 0 1 0 0,0 0 0 0 0,0-1-1 0 0,-1 1 1 0 0,1-1-1 0 0,-1 0 1 0 0,0 0 0 0 0,0-1-1 0 0,0 1 1 0 0,0-1-1 0 0,0 0 1 0 0,0 0-1 0 0,-1-1 1 0 0,1 0 0 0 0,-1 0-1 0 0,1 0 1 0 0,-1 0-1 0 0,1-1 1 0 0,-11-1 0 0 0,1 0-12 0 0,0-1 0 0 0,1-1 1 0 0,-1 0-1 0 0,0-1 0 0 0,1 0 1 0 0,-20-10-1 0 0,-15-9-845 0 0,-47-30 1 0 0,-36-39-7326 0 0,93 58 3734 0 0,4 0-3039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42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773 156 4712 0 0,'-16'-81'10805'0'0,"1"27"-6944"0"0,14 51-3371 0 0,1 2-445 0 0,0 0 0 0 0,-1 0 0 0 0,1 0 0 0 0,-1-1 0 0 0,1 1 0 0 0,-1 0-1 0 0,0 1 1 0 0,1-1 0 0 0,-1 0 0 0 0,0 0 0 0 0,0 0 0 0 0,-1-1 0 0 0,1 1 28 0 0,-1-2 557 0 0,-4 8-546 0 0,-7 5-35 0 0,1 2 1 0 0,0-1-1 0 0,-19 26 1 0 0,-22 36 254 0 0,4 1 1 0 0,-76 157 0 0 0,-125 379-105 0 0,207-487-308 0 0,5 2 0 0 0,5 2 0 0 0,-24 191 0 0 0,50-220-136 0 0,8 137 0 0 0,11-63 170 0 0,7 0 1 0 0,43 176 0 0 0,110 331 192 0 0,-152-605-78 0 0,77 264 322 0 0,18-5-348 0 0,-90-272-97 0 0,3-1 0 0 0,71 111 0 0 0,-14-61-4629 0 0,-71-94 3164 0 0,1-1 1 0 0,0-1 0 0 0,0 0 0 0 0,34 21 0 0 0,20 4-4955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4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679 52 4816 0 0,'0'0'14080'0'0,"-10"-1"-13619"0"0,-32-4-91 0 0,32 4-64 0 0,6-1-36 0 0,-10-7-31 0 0,10 7-10 0 0,2 1-7 0 0,-8-5 26 0 0,7 4 259 0 0,1 0-279 0 0,-9-5-19 0 0,9 6 291 0 0,-1-1-378 0 0,-8-4-44 0 0,9 5 180 0 0,-2 0-215 0 0,-11-1 2 0 0,12 1 17 0 0,-2 2-8 0 0,-14 4-28 0 0,15-4 8 0 0,-1 1 22 0 0,-13 2 50 0 0,0 0 1 0 0,-26 2-1 0 0,-110-4 2 0 0,92-6-409 0 0,-15 3 67 0 0,58 2 148 0 0,-1 2 63 0 0,-20 2 46 0 0,35-3-16 0 0,3-1 16 0 0,-1 0 0 0 0,1 0 1 0 0,0 0-1 0 0,-1 0 0 0 0,1 0 0 0 0,0 0 0 0 0,0 1 0 0 0,-1-1 0 0 0,-2 4 1 0 0,3-3-11 0 0,0 0 71 0 0,-4 24 125 0 0,8-21-144 0 0,34 82 67 0 0,21 53-47 0 0,-30-47 179 0 0,24 151-1 0 0,-42-191-248 0 0,13 109-363 0 0,15 153 100 0 0,-31-276 301 0 0,2-1 0 0 0,1 0 1 0 0,2-1-1 0 0,1 0 0 0 0,30 61 0 0 0,-20-65-2301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47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1 5977 0 0,'4'14'13157'0'0,"-7"-10"-12177"0"0,-10 11-224 0 0,5-9-118 0 0,-19 3-234 0 0,0-2 0 0 0,0 0-1 0 0,-1-2 1 0 0,-50 4 0 0 0,60-9-477 0 0,0 0 0 0 0,0-1 0 0 0,0-1 0 0 0,-24-5-1 0 0,-11-7-1825 0 0,3-2-4219 0 0,37 12 1672 0 0,5-2 3043 0 0,3 3 82 0 0,0 1-3893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48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14 592 0 0,'0'0'5833'0'0,"1"-4"-1597"0"0,-1-5 6176 0 0,-4 23-10356 0 0,1-2 22 0 0,0 0 0 0 0,-3 24 0 0 0,-29 508 222 0 0,20-231-155 0 0,14-299-120 0 0,-48 638-733 0 0,27-423 805 0 0,-45 507 981 0 0,14-49-1877 0 0,52-665 561 0 0,-1 23-9290 0 0,2-40 5864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49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4288 0 0,'-3'-1'15585'0'0,"3"1"-15493"0"0,-3 12 685 0 0,-2 15-1078 0 0,-5 152 998 0 0,9-115-619 0 0,6 271-492 0 0,-1-213 589 0 0,16 354 119 0 0,1-159-3483 0 0,-15-193-7066 0 0,-3-93 5188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49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1680 0 0,'0'0'17350'0'0,"-3"7"-16756"0"0,-3 7-291 0 0,2 1 1 0 0,-1 0 0 0 0,-3 29 0 0 0,7-28-191 0 0,-19 264 310 0 0,16-155-961 0 0,-4 215 2046 0 0,11-170-3973 0 0,9-2-5597 0 0,-6-130 4373 0 0,0-5-1680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50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852 0 3200 0 0,'0'0'10507'0'0,"-5"0"-8247"0"0,-4 1-1223 0 0,0 0 0 0 0,1 0 0 0 0,-1 1 1 0 0,-16 5-1 0 0,-41 18 400 0 0,36-13-1001 0 0,-6 2-338 0 0,-2-2-1 0 0,0-2 1 0 0,0-1 0 0 0,-48 4 0 0 0,55-10-240 0 0,0-2 1 0 0,1-1 0 0 0,-1-2 0 0 0,0-1 0 0 0,-58-13 0 0 0,-42-23-2201 0 0,89 22-1789 0 0,3-3-3939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7:50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17 6121 0 0,'14'-16'13211'0'0,"-8"21"-12903"0"0,-5-5-303 0 0,8 7 112 0 0,-1 0 0 0 0,0 0 0 0 0,0 1 0 0 0,10 13 0 0 0,94 155 661 0 0,-81-123-654 0 0,37 68 95 0 0,-5 3-1 0 0,-5 2 1 0 0,48 160 0 0 0,28 201-535 0 0,-34 10 206 0 0,-35-17 186 0 0,-57-353 397 0 0,-16 228 0 0 0,0-278-283 0 0,-4 0 0 0 0,-3-1 1 0 0,-30 92-1 0 0,28-119-149 0 0,-2-1 1 0 0,-2 0-1 0 0,-2-2 1 0 0,-2 0-1 0 0,-57 76 1 0 0,27-53-281 0 0,-115 109 1 0 0,34-55-2115 0 0,-74 51-9206 0 0,153-130 5095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38:44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19441 3871 3200 0 0,'4'-1'5403'0'0,"10"-1"-1615"0"0,-11 1-1471 0 0,3 3-868 0 0,11 4-770 0 0,0 0 0 0 0,0 2-1 0 0,-1 0 1 0 0,0 1-1 0 0,-1 0 1 0 0,24 20-1 0 0,-15-10-581 0 0,-1 1-1 0 0,-1 1 1 0 0,-1 1 0 0 0,-1 1-1 0 0,-1 1 1 0 0,-1 1 0 0 0,-1 1-1 0 0,-1 0 1 0 0,-2 1-1 0 0,0 0 1 0 0,-2 1 0 0 0,16 56-1 0 0,-19-43-37 0 0,-1 1 1 0 0,4 67-1 0 0,-11-79 50 0 0,-2 0 0 0 0,0 0 0 0 0,-2 0 0 0 0,-9 42 0 0 0,10-66-87 0 0,0 0 0 0 0,-1 0 0 0 0,1 0 0 0 0,-1 0 0 0 0,0 0 0 0 0,0 0 0 0 0,-5 6 0 0 0,6-11-3 0 0,0 1 1 0 0,0 0-1 0 0,0 0 0 0 0,0-1 1 0 0,-1 1-1 0 0,1-1 0 0 0,0 1 1 0 0,0-1-1 0 0,-1 0 0 0 0,1 0 1 0 0,-1 0-1 0 0,-2 0 1 0 0,-28 4 148 0 0,23-5-85 0 0,-1-1 0 0 0,1 0 1 0 0,-17-4-1 0 0,18 3-72 0 0,-206-56 602 0 0,166 43-668 0 0,-344-120-96 0 0,174 56 172 0 0,-305-79 6 0 0,-14 56 363 0 0,97 52 100 0 0,-299-40 61 0 0,-461-45 69 0 0,909 119-332 0 0,-600-40 722 0 0,-279 31-183 0 0,1115 27-815 0 0,-474 8 181 0 0,2-25-44 0 0,31-24-300 0 0,-137-9-111 0 0,-2 36 170 0 0,313 22 119 0 0,-243 5 75 0 0,1-23-40 0 0,-357-59 37 0 0,616 41-86 0 0,199 17-7 0 0,-674-47 190 0 0,-4 55-82 0 0,566 14 17 0 0,-265 13 24 0 0,-2-26-201 0 0,-14-31 157 0 0,-184-5 122 0 0,-105 39 51 0 0,629-1-199 0 0,-261-10 182 0 0,2 1-263 0 0,-283 59-120 0 0,207 19 106 0 0,92-48 79 0 0,400-23 110 0 0,-1 0-161 0 0,-14 0 31 0 0,14 0 144 0 0,3-1-189 0 0,1 1 7 0 0,0-1-7 0 0,-1 1 1 0 0,1 0 0 0 0,0 0 0 0 0,-1-1 0 0 0,1 1-1 0 0,0 0 1 0 0,-1-1 0 0 0,1 1 0 0 0,0 0-1 0 0,0-1 1 0 0,-1 1 0 0 0,1 0 0 0 0,0-1-1 0 0,0 1 1 0 0,0 0 0 0 0,0-1 0 0 0,-1 1-1 0 0,1-1 1 0 0,0 1 0 0 0,0 0 0 0 0,0-1-1 0 0,0 1 1 0 0,0-1 0 0 0,0 1 0 0 0,0-1-1 0 0,0 1 1 0 0,0 0 0 0 0,0-1 0 0 0,0 1 0 0 0,0-1-1 0 0,1 1 1 0 0,-1 0 0 0 0,0-1 0 0 0,0 1-1 0 0,0 0 1 0 0,1-1 0 0 0,-1 1 0 0 0,0-1-1 0 0,1 1 1 0 0,9-25-9 0 0,-7 18 15 0 0,-1-6 7 0 0,-2 11-30 0 0,1-2-21 0 0,5-35 228 0 0,-5 35-87 0 0,0 1-4 0 0,3-11-123 0 0,1-1 0 0 0,-2 0 0 0 0,0 1 0 0 0,-1-1 0 0 0,0-29 1 0 0,-2-24 48 0 0,1 50-7 0 0,4-22-1 0 0,-1 10 66 0 0,21-161-133 0 0,-15 128 229 0 0,-2 12-112 0 0,19-156 88 0 0,-14-69 147 0 0,-12 268-300 0 0,4-63-54 0 0,15-80 1 0 0,26-68-39 0 0,-39 190 91 0 0,54-188 104 0 0,-11 46-246 0 0,16-147 169 0 0,-58 254-60 0 0,-3 0 0 0 0,-3 0 1 0 0,-3 0-1 0 0,-2 0 0 0 0,-22-118 0 0 0,-40-65-417 0 0,26 103 394 0 0,10 14 84 0 0,26 97-151 0 0,-3-24 89 0 0,6 53 28 0 0,0 1 0 0 0,0-13-54 0 0,0 12 81 0 0,1 1-2 0 0,-1 2-19 0 0,4-21-25 0 0,-3 21 17 0 0,-1 0 0 0 0,0-1-1 0 0,1 1 1 0 0,0 0 0 0 0,-1 0 0 0 0,1-1-1 0 0,0 1 1 0 0,-1 0 0 0 0,1 0 0 0 0,0 0-1 0 0,0 0 1 0 0,0 0 0 0 0,0 0 0 0 0,0 0-1 0 0,0 0 1 0 0,0 0 0 0 0,3-1 0 0 0,-1 1 1 0 0,0-1 0 0 0,0 1 0 0 0,0 0 1 0 0,0 0-1 0 0,1 0 0 0 0,-1 0 0 0 0,0 0 0 0 0,6 0 1 0 0,-1 1 0 0 0,36-4 44 0 0,59 2 0 0 0,-41 2-11 0 0,-23 0-77 0 0,341-17-187 0 0,12-15 8 0 0,-136 12 153 0 0,1146-54-130 0 0,-832 66 114 0 0,-70 12 5 0 0,-175 5 131 0 0,-173-3-6 0 0,1089 34 154 0 0,-141 11-370 0 0,-3 16-10 0 0,-174-9 11 0 0,298 30-141 0 0,-1179-84 314 0 0,435 40-95 0 0,207 15-106 0 0,-580-53 160 0 0,709 31-229 0 0,-353-39 199 0 0,-155-9 34 0 0,609-8 35 0 0,249 83-127 0 0,-289-15-12 0 0,-483-57 33 0 0,0-17-69 0 0,-279 18 104 0 0,393-38-123 0 0,-82-25-49 0 0,-6-26 342 0 0,-353 79-265 0 0,0-3 0 0 0,-2-2 0 0 0,0-3 0 0 0,70-41 0 0 0,76-37-101 0 0,-191 97 250 0 0,-1 0 0 0 0,1 1 0 0 0,0 0 1 0 0,1 2-1 0 0,-1 0 0 0 0,1 1 0 0 0,-1 1 1 0 0,1 0-1 0 0,0 1 0 0 0,-1 1 0 0 0,1 1 1 0 0,-1 0-1 0 0,33 10 0 0 0,-7 3-23 0 0,-1 2 1 0 0,-1 2-1 0 0,0 1 0 0 0,54 38 0 0 0,-79-48 50 0 0,0 1 1 0 0,-1 1-1 0 0,-1 1 0 0 0,0 0 0 0 0,-1 1 0 0 0,16 21 0 0 0,-19-22-358 0 0,-2 0 1 0 0,0 1-1 0 0,6 14 0 0 0,-8-14-967 0 0,-1-1-1 0 0,-1 1 1 0 0,4 22-1 0 0,-4-13-538 0 0,-2-6-400 0 0,2-1 1 0 0,8 30 0 0 0,6-4-6109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47.12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54 20 3728 0 0,'-19'-10'9153'0'0,"4"4"-7641"0"0,-5 3-1980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47.40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1291 103 512 0 0,'-47'-38'15014'0'0,"21"22"-12570"0"0,21 14-2084 0 0,0 0-1 0 0,0 0 1 0 0,0 0-1 0 0,-1 1 1 0 0,1 0-1 0 0,-8-1 1 0 0,-48 0 146 0 0,0 3 1 0 0,-70 10 0 0 0,-35 2-409 0 0,-69-20-168 0 0,1-18 386 0 0,4 0-204 0 0,228 25-213 0 0,-14-2-1179 0 0,-21 2 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48.44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904 0 1232 0 0,'0'0'16580'0'0,"-1"5"-15960"0"0,-7 20 669 0 0,4-23-987 0 0,-11 7 429 0 0,12-8-476 0 0,-12 0 21 0 0,11-1 25 0 0,1 0-3 0 0,-12-1 12 0 0,11 0-28 0 0,-3 1-20 0 0,-74 0 117 0 0,-108 15 0 0 0,82-5-552 0 0,-121 17-1988 0 0,118-13-2206 0 0,1-3-3825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49.56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902 178 3648 0 0,'18'-30'14756'0'0,"-36"8"-13725"0"0,10 15-630 0 0,-30-10-10 0 0,0 1-1 0 0,-1 2 0 0 0,-1 2 0 0 0,-59-10 0 0 0,-172-12 3 0 0,223 31-401 0 0,1 2 0 0 0,-48 5 1 0 0,69-1-1577 0 0,-40 11 1 0 0,-21 19-8796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50.58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1440 141 1616 0 0,'47'0'11635'0'0,"-29"0"-9797"0"0,-14-1-1303 0 0,35-4-77 0 0,4-23 5406 0 0,-54 29-5625 0 0,1 0-184 0 0,-68 4 321 0 0,-65-6-312 0 0,1-7 0 0 0,-195-35 0 0 0,217 20-406 0 0,-238-15 0 0 0,221 41-1385 0 0,2 7-5207 0 0,63-4 1803 0 0,25-2-441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51.60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822 169 5008 0 0,'21'0'15824'0'0,"-30"-7"-15298"0"0,0-1-393 0 0,4 4-64 0 0,0-1 0 0 0,-1 1 0 0 0,1 0 1 0 0,-1 0-1 0 0,0 1 0 0 0,0 0 1 0 0,-1 0-1 0 0,-7-2 0 0 0,-15-4 260 0 0,-1 1 0 0 0,-52-5 1 0 0,-62 2 32 0 0,-45-5-222 0 0,42-11-2051 0 0,75 11-2621 0 0,1-3-3290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54.18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1495 76 5569 0 0,'3'-1'14131'0'0,"13"-3"-11967"0"0,-23-2-2020 0 0,-33-25 147 0 0,38 29-278 0 0,-3-2 71 0 0,1 0 1 0 0,-1 1-1 0 0,0-1 0 0 0,0 1 0 0 0,-1 0 0 0 0,1 1 0 0 0,-1-1 0 0 0,-10-2 0 0 0,13 4 0 0 0,-2 2 1 0 0,-16 3-33 0 0,0 1-1 0 0,1 0 0 0 0,-33 15 1 0 0,-19 5 254 0 0,21-13-172 0 0,0-1 1 0 0,-1-3-1 0 0,-94 2 0 0 0,-159-19-121 0 0,255 6-53 0 0,38 2 147 0 0,-220-16-4023 0 0,173 10-1149 0 0,-110-28 1 0 0,83 6-2498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5:58.47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0 592 0 0,'0'0'-208'0'0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08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0 896 0 0,'2'1'3992'0'0,"31"10"5417"0"0,-22-8-8536 0 0,-8-2 106 0 0,0 0-572 0 0,10 4-51 0 0,-10-4 1625 0 0,1-1-1668 0 0,35-8 1688 0 0,-35 7-1578 0 0,-1 1-192 0 0,9-1-7 0 0,-9 1-34 0 0,1 0 5 0 0,12 2 49 0 0,0 0-1 0 0,21 7 1 0 0,4 5-169 0 0,1-2 1 0 0,0-2-1 0 0,58 6 1 0 0,413 5-6 0 0,0-23-72 0 0,-374 0-29 0 0,429-12-47 0 0,-137-1 523 0 0,1 0 142 0 0,-37 9-155 0 0,-176 10-993 0 0,-127 7-4948 0 0,-82-9 4587 0 0,3 0-930 0 0,0 0 0 0 0,0-1 0 0 0,22 0 0 0 0,8-7-5914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34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2073 3856 0 0,'-3'2'5756'0'0,"1"-1"-4128"0"0,-13 5 7955 0 0,11-9-8861 0 0,-14-13-140 0 0,14 12-95 0 0,3 1-112 0 0,-2-11-209 0 0,1 0 0 0 0,0 0 0 0 0,2 0 0 0 0,-1 0 1 0 0,3-15-1 0 0,-2-7-101 0 0,-1 0 0 0 0,-8-47 1 0 0,6 58-44 0 0,-42-240 286 0 0,-16 1 36 0 0,-37-198 242 0 0,88 394-505 0 0,-2-102 0 0 0,13 119-63 0 0,2 0 0 0 0,2 1 0 0 0,2 0 0 0 0,2 0 0 0 0,3 1 0 0 0,22-62 0 0 0,-27 93 72 0 0,0 0-1 0 0,17-26 1 0 0,-22 40-77 0 0,1-1 0 0 0,0 1 0 0 0,0 0 0 0 0,0 1 0 0 0,0-1 1 0 0,1 1-1 0 0,-1-1 0 0 0,1 1 0 0 0,0 0 0 0 0,0 0 0 0 0,0 1 0 0 0,1-1 1 0 0,-1 1-1 0 0,0 0 0 0 0,8-2 0 0 0,-7 3-3 0 0,-1 0-1 0 0,1 1 1 0 0,0 0 0 0 0,0 0-1 0 0,0 0 1 0 0,0 1 0 0 0,0-1-1 0 0,0 1 1 0 0,0 0 0 0 0,0 1-1 0 0,-1-1 1 0 0,7 4-1 0 0,4 2-31 0 0,0 0 0 0 0,21 15-1 0 0,-4 2-6 0 0,-1 0-1 0 0,-1 2 1 0 0,-1 2 0 0 0,-2 0-1 0 0,0 2 1 0 0,40 60 0 0 0,-40-48 83 0 0,-2 2 1 0 0,-1 1-1 0 0,-3 0 1 0 0,30 95-1 0 0,-46-124-50 0 0,-1 1 0 0 0,-1 0 0 0 0,0 1-1 0 0,-1-1 1 0 0,-1 0 0 0 0,0 1-1 0 0,-2-1 1 0 0,0 0 0 0 0,-4 24-1 0 0,3-31-14 0 0,-1 0 0 0 0,0 0 0 0 0,-1-1 0 0 0,0 1 0 0 0,0-1 0 0 0,-1 0 0 0 0,0 0 0 0 0,0-1 0 0 0,-1 0 0 0 0,0 1 0 0 0,-1-2-1 0 0,0 1 1 0 0,0-1 0 0 0,-1 0 0 0 0,1-1 0 0 0,-18 12 0 0 0,8-9-101 0 0,0-1 0 0 0,0 0 0 0 0,0-2 0 0 0,-1 1 0 0 0,0-2-1 0 0,-37 6 1 0 0,21-7-2186 0 0,0-1 0 0 0,-66-4 0 0 0,70-2-1810 0 0,-55-12-1 0 0,32 0-3418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35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50 1744 0 0,'27'-32'14753'0'0,"-10"14"-8176"0"0,-21 29-6350 0 0,-78 141 376 0 0,80-148-594 0 0,-23 44 109 0 0,-24 61 1 0 0,-10 54-86 0 0,47-128-12 0 0,-99 320 52 0 0,85-254-42 0 0,-19 160 0 0 0,41-219-5 0 0,2 1 1 0 0,3 0-1 0 0,9 76 0 0 0,0-60-21 0 0,3 0 0 0 0,21 60 0 0 0,-14-66-96 0 0,2-1 0 0 0,2-1 0 0 0,2-2 0 0 0,2 0 0 0 0,3-2 0 0 0,1-1 0 0 0,3-2 0 0 0,1-1 0 0 0,3-2 0 0 0,1-1 0 0 0,1-2 0 0 0,68 46 0 0 0,-76-62-1064 0 0,67 33 0 0 0,-80-46-1351 0 0,1-1 0 0 0,33 9 0 0 0,-25-12-1724 0 0,-1-5-2228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36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11 4072 0 0,'-12'-10'14398'0'0,"8"13"-13398"0"0,-12 10-212 0 0,15-13-763 0 0,1 0 0 0 0,0 0-1 0 0,-1 0 1 0 0,1 1 0 0 0,0-1 0 0 0,-1 0 0 0 0,1 1 0 0 0,0-1-1 0 0,0 0 1 0 0,-1 1 0 0 0,1-1 0 0 0,0 0 0 0 0,0 1 0 0 0,-1-1-1 0 0,1 0 1 0 0,0 1 0 0 0,0-1 0 0 0,0 1 0 0 0,0-1 0 0 0,0 0-1 0 0,0 1 1 0 0,0-1 0 0 0,0 1 0 0 0,-4 24 149 0 0,1-1-1 0 0,2 1 1 0 0,0 0 0 0 0,4 32 0 0 0,-1-40-252 0 0,0-1 1 0 0,2 1 0 0 0,0-1-1 0 0,0 0 1 0 0,2 0 0 0 0,0-1-1 0 0,12 24 1 0 0,-13-31 110 0 0,0 0 0 0 0,1-1-1 0 0,0 1 1 0 0,0-1 0 0 0,0 0 0 0 0,1-1 0 0 0,0 0 0 0 0,1 0-1 0 0,11 7 1 0 0,-13-10 24 0 0,-1 0 1 0 0,1 0-1 0 0,0 0 0 0 0,0-1 1 0 0,0 0-1 0 0,1 0 0 0 0,-1-1 0 0 0,0 1 1 0 0,1-2-1 0 0,-1 1 0 0 0,1-1 1 0 0,-1 1-1 0 0,1-2 0 0 0,10-1 0 0 0,-2-1 8 0 0,1-2 0 0 0,-1 0 0 0 0,-1-1 0 0 0,1-1 0 0 0,-1 0 0 0 0,0 0 0 0 0,0-2 0 0 0,-1 0 0 0 0,17-15 0 0 0,-3 1 74 0 0,-2-2 1 0 0,-1-1-1 0 0,27-36 0 0 0,6-13 368 0 0,-55 72-426 0 0,2 9-48 0 0,0-1-29 0 0,-1-1 0 0 0,1 1 0 0 0,-1 0 0 0 0,0 0 0 0 0,-1 1-1 0 0,1-1 1 0 0,-1 1 0 0 0,0-1 0 0 0,2 11 0 0 0,21 170 244 0 0,-20-137-198 0 0,13 254 120 0 0,-18-242-153 0 0,-10 81 0 0 0,5-106-81 0 0,-2 0 0 0 0,-1 0 0 0 0,-20 53 0 0 0,24-79 51 0 0,-1 1 1 0 0,0-1 0 0 0,-1 1-1 0 0,0-2 1 0 0,0 1 0 0 0,-12 12 0 0 0,15-17 31 0 0,-1-1 0 0 0,0-1 0 0 0,-1 1 0 0 0,1-1 0 0 0,-1 1 0 0 0,1-1 0 0 0,-1-1 0 0 0,0 1 0 0 0,0-1 0 0 0,0 1 0 0 0,-1-1 0 0 0,1-1 0 0 0,0 1 0 0 0,-10 0 0 0 0,5-3 73 0 0,9 1-91 0 0,-8-1 23 0 0,0-2 1 0 0,0 1-1 0 0,0-1 1 0 0,0 0-1 0 0,0-1 1 0 0,0 0-1 0 0,-10-7 1 0 0,12 6 7 0 0,1 0 0 0 0,-1-1 1 0 0,1 0-1 0 0,1 0 0 0 0,-1-1 0 0 0,1 1 1 0 0,0-1-1 0 0,1 0 0 0 0,-1-1 1 0 0,1 1-1 0 0,1-1 0 0 0,0 1 1 0 0,-4-14-1 0 0,5 14-6 0 0,1 0 0 0 0,0 0 1 0 0,0 1-1 0 0,1-1 0 0 0,0 0 0 0 0,0 0 1 0 0,1 0-1 0 0,0 0 0 0 0,0 0 0 0 0,0 0 1 0 0,1 1-1 0 0,0-1 0 0 0,0 1 0 0 0,1-1 1 0 0,0 1-1 0 0,0 0 0 0 0,4-6 0 0 0,2 0 6 0 0,0 0 0 0 0,1 0 0 0 0,0 1 1 0 0,1 1-1 0 0,0 0 0 0 0,1 0 0 0 0,0 1 0 0 0,1 1 0 0 0,-1 0 0 0 0,18-8 0 0 0,4 0-23 0 0,1 2-1 0 0,69-18 1 0 0,-41 18-141 0 0,95-10 0 0 0,65 11-2620 0 0,-90 9-9757 0 0,-95 1 4599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36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828 77 5224 0 0,'0'0'11698'0'0,"-6"1"-10032"0"0,-1 1-1214 0 0,4-1-281 0 0,1 0-1 0 0,-1-1 0 0 0,0 1 1 0 0,0 0-1 0 0,1-1 1 0 0,-1 0-1 0 0,0 0 0 0 0,0 0 1 0 0,0 0-1 0 0,-2-1 1 0 0,-211-14 1812 0 0,-10-13-3361 0 0,122 15-146 0 0,14 3-2161 0 0,-20-2-4747 0 0,74 8 3313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37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611 5 1552 0 0,'22'-5'20098'0'0,"-86"10"-19230"0"0,11 3-228 0 0,-7 4-376 0 0,-14 4-276 0 0,-7-2-532 0 0,-2 5-4236 0 0,-1-6 1351 0 0,16-9-343 0 0,3-4-4353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38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5481 0 0,'0'0'13227'0'0,"-4"13"-12292"0"0,-8 38 6 0 0,-7 60 0 0 0,5 347 899 0 0,14-442-1796 0 0,10 246 649 0 0,-3-202-1836 0 0,3-1 0 0 0,21 79 0 0 0,-22-107-2666 0 0,2 0 0 0 0,23 49 0 0 0,-11-42-2677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39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2128 0 0,'18'16'3302'0'0,"0"0"-1"0"0,-2 1 1 0 0,28 36-1 0 0,-25-26-1700 0 0,-2 2-1 0 0,18 35 1 0 0,0 18-1819 0 0,28 101 0 0 0,-20-56 1385 0 0,50 118-279 0 0,42 126 510 0 0,-104-266-705 0 0,28 177 0 0 0,-48-202-370 0 0,-5 1 0 0 0,-6 156 0 0 0,-6-163-217 0 0,-4 1 0 0 0,-2-2 0 0 0,-40 128 0 0 0,18-106-790 0 0,-5-1 0 0 0,-4-3 0 0 0,-89 143-1 0 0,110-200-1738 0 0,-46 52-1 0 0,52-69 653 0 0,-1 0 1 0 0,0-1-1 0 0,-1-1 1 0 0,-26 17 0 0 0,-1-8-4966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41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91 512 0 0,'4'2'679'0'0,"24"14"770"0"0,-26-15-809 0 0,2 1 54 0 0,9 6 56 0 0,-10-6 395 0 0,-1-1 131 0 0,8 3 31 0 0,-8-2 451 0 0,2-1-938 0 0,12 4 6637 0 0,-12-7-6878 0 0,14-7-119 0 0,-13 7-18 0 0,-4-1-107 0 0,0 0-243 0 0,0 1-21 0 0,0 0 1 0 0,-1 1 0 0 0,1-1-1 0 0,0 0 1 0 0,-1 0-1 0 0,0 0 1 0 0,1 0 0 0 0,-1-1-1 0 0,0 1 1 0 0,0 0-1 0 0,0 0 1 0 0,0 0 0 0 0,-1 0-1 0 0,1 0 1 0 0,0 0-1 0 0,-2-3 1 0 0,-1-3-11 0 0,0 1 0 0 0,0 1 0 0 0,-1-1 0 0 0,-5-6 0 0 0,7 10-46 0 0,0 0 0 0 0,-1 0 0 0 0,1 1-1 0 0,-1-1 1 0 0,0 1 0 0 0,0 0 0 0 0,0-1 0 0 0,0 2 0 0 0,0-1 0 0 0,0 0 0 0 0,0 0 0 0 0,-1 1 0 0 0,-3-1 0 0 0,4 0 10 0 0,0 1-14 0 0,-1 0-1 0 0,0 0 0 0 0,1 1 1 0 0,-1-1-1 0 0,0 1 0 0 0,0-1 0 0 0,1 1 1 0 0,-6 1-1 0 0,0-1 36 0 0,5 0-36 0 0,0 0-1 0 0,1 0 1 0 0,-1 1-1 0 0,0-1 1 0 0,0 1-1 0 0,1 0 1 0 0,-6 2-1 0 0,-2 0-3 0 0,-4 2-6 0 0,-1 0 0 0 0,1 2 1 0 0,0-1-1 0 0,0 2 0 0 0,1 0 0 0 0,0 1 1 0 0,1 0-1 0 0,0 1 0 0 0,0 0 0 0 0,1 1 0 0 0,0 1 1 0 0,1 0-1 0 0,0 1 0 0 0,1 0 0 0 0,-9 15 0 0 0,16-23-193 0 0,0 0-1 0 0,1 1 1 0 0,-1 0-1 0 0,1-1 0 0 0,0 1 1 0 0,-1 7-1 0 0,0 8-4916 0 0,2-16 3883 0 0,0 1-202 0 0,1 1-3325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41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17 4160 0 0,'0'0'10887'0'0,"-1"-3"-9576"0"0,-3-8-268 0 0,3 9 1591 0 0,-2 8-2245 0 0,-24 48 379 0 0,12-17-376 0 0,7-12-281 0 0,-4 21-172 0 0,6-24-176 0 0,-9 47-5641 0 0,7-27-1152 0 0,3-23 1301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42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70 600 6145 0 0,'0'0'12431'0'0,"-1"9"-11685"0"0,-1-1-616 0 0,0 0 0 0 0,0 0 1 0 0,0 0-1 0 0,-1 0 0 0 0,0-1 0 0 0,-1 1 1 0 0,-5 9-1 0 0,-1 3-1119 0 0,0 0 0 0 0,-9 31 0 0 0,19-50 968 0 0,-1 0 1 0 0,1 0 0 0 0,0 0-1 0 0,-1 0 1 0 0,1 0-1 0 0,0 0 1 0 0,0 0-1 0 0,-1 0 1 0 0,1 0-1 0 0,0 1 1 0 0,0-1-1 0 0,0 0 1 0 0,1 2 0 0 0,0 5 271 0 0,1-4 89 0 0,6 11 78 0 0,-8-14-380 0 0,1-1 1 0 0,-1 1-1 0 0,0 0 1 0 0,0-1-1 0 0,1 1 1 0 0,-1-1-1 0 0,1 1 1 0 0,-1 0-1 0 0,0-1 0 0 0,1 1 1 0 0,-1-1-1 0 0,1 1 1 0 0,-1-1-1 0 0,1 0 1 0 0,0 1-1 0 0,-1-1 1 0 0,1 1-1 0 0,-1-1 1 0 0,2 1-1 0 0,0-1 95 0 0,0 2 598 0 0,2-3-427 0 0,13-3 78 0 0,-13 3-45 0 0,-1-3-70 0 0,3-4-196 0 0,-1 0 0 0 0,-1 0 0 0 0,1-1 1 0 0,-2 1-1 0 0,1-1 0 0 0,-1 0 0 0 0,4-17 1 0 0,-4 0-60 0 0,0-1 0 0 0,-2-47 1 0 0,-12-55 684 0 0,1 27-35 0 0,5 32-107 0 0,-2-134 995 0 0,7 197-1504 0 0,0-1 0 0 0,1 1-1 0 0,0-1 1 0 0,1 1 0 0 0,0-1 0 0 0,0 1 0 0 0,1 0 0 0 0,-1 0 0 0 0,2 0 0 0 0,-1 0 0 0 0,5-7 0 0 0,-2 11-295 0 0,-2 2 189 0 0,0 0 0 0 0,0 0 0 0 0,-1 0 0 0 0,1 1 0 0 0,0-1 1 0 0,0 1-1 0 0,0 0 0 0 0,0 0 0 0 0,-1 1 0 0 0,1-1 0 0 0,0 1 0 0 0,0 0 0 0 0,-1 0 0 0 0,1 0 0 0 0,0 0 0 0 0,3 3 0 0 0,13 6-93 0 0,0 1 0 0 0,-1 2 1 0 0,0 0-1 0 0,-1 1 0 0 0,0 0 1 0 0,-1 2-1 0 0,-1 0 0 0 0,-1 1 0 0 0,23 30 1 0 0,-26-28-475 0 0,-1 0 1 0 0,0 0-1 0 0,-1 1 1 0 0,7 22 0 0 0,-11-25-1066 0 0,-1 0 0 0 0,-1 0 0 0 0,0 1 0 0 0,-1 0 0 0 0,0 22 0 0 0,-5-2-5134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42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1 488 0 0,'5'5'7836'0'0,"64"73"1549"0"0,0 0-4207 0 0,-2 4-3919 0 0,-6 4-4148 0 0,-45-59-745 0 0,16 37 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42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3048 0 0,'-6'15'8261'0'0,"-1"3"-3997"0"0,7 1-1887 0 0,0 2-409 0 0,0 13-780 0 0,0 1-532 0 0,3 4-684 0 0,-3 2-4476 0 0,4-6 1363 0 0,2-6-783 0 0,6-13-3481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6:57:38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1343 1 28261,'-1342'3704'0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9:06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1987 260 1280 0 0,'4'0'3188'0'0,"36"-2"3715"0"0,-31 0-6156 0 0,1 0 1 0 0,-1-1-1 0 0,0-1 0 0 0,0 1 1 0 0,0-1-1 0 0,-1-1 0 0 0,1 0 1 0 0,-1 0-1 0 0,8-7 0 0 0,38-31 1538 0 0,20-13-1289 0 0,-73 55-971 0 0,1 0-1 0 0,0 0 1 0 0,0 0 0 0 0,0 0-1 0 0,0 1 1 0 0,0-1-1 0 0,4 0 1 0 0,9-3 60 0 0,-10 8-47 0 0,-3-3-36 0 0,1 2 5 0 0,0-1 0 0 0,0 1 0 0 0,0 0 0 0 0,0 0 0 0 0,-1 0 0 0 0,1 0 0 0 0,-1 1-1 0 0,0-1 1 0 0,0 1 0 0 0,0-1 0 0 0,2 7 0 0 0,1 9-46 0 0,0 0 1 0 0,-2 0-1 0 0,0 1 1 0 0,-1-1-1 0 0,-1 1 1 0 0,-1 0-1 0 0,-1-1 0 0 0,0 1 1 0 0,-2 0-1 0 0,0-1 1 0 0,-1 0-1 0 0,-1 0 0 0 0,-1 0 1 0 0,0 0-1 0 0,-18 33 1 0 0,19-43 47 0 0,-1 0 1 0 0,1 0 0 0 0,-2-1-1 0 0,1 0 1 0 0,-1 0 0 0 0,-1-1-1 0 0,1 0 1 0 0,-1 0 0 0 0,0-1-1 0 0,-1 0 1 0 0,0 0-1 0 0,-10 5 1 0 0,6-5 56 0 0,-1-1 0 0 0,1-1-1 0 0,-1 0 1 0 0,0 0 0 0 0,0-1 0 0 0,0-1 0 0 0,0 0-1 0 0,-20-1 1 0 0,-25-2 131 0 0,-1-4 0 0 0,-80-14 0 0 0,-115-39 347 0 0,226 51-491 0 0,-313-87 435 0 0,336 92-482 0 0,-523-158 203 0 0,300 83-3066 0 0,70 16-2176 0 0,118 43 2748 0 0,2-2 0 0 0,-39-25 0 0 0,-1-13-4731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28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2282 64 0 0,'0'3'5925'0'0,"0"12"11671"0"0,0-26-17445 0 0,-1-6-94 0 0,-3-37 196 0 0,-12-80 303 0 0,-9-55 558 0 0,16 140-800 0 0,-55-240 683 0 0,43 207-837 0 0,-19-141 0 0 0,35 153 19 0 0,4 38-99 0 0,5-93 286 0 0,-2 84-266 0 0,24-199 661 0 0,-6 66 225 0 0,-16 124-805 0 0,3 1-1 0 0,2 0 1 0 0,1 0-1 0 0,3 1 1 0 0,38-93-1 0 0,-44 127-158 0 0,1 1 0 0 0,0 0 0 0 0,0 0 0 0 0,1 0 0 0 0,1 1 0 0 0,0 1 0 0 0,1-1 0 0 0,0 2 0 0 0,21-16 0 0 0,-24 20-61 0 0,0 0-1 0 0,1 1 0 0 0,0 0 0 0 0,0 1 1 0 0,0 0-1 0 0,0 0 0 0 0,1 1 0 0 0,-1 0 0 0 0,1 1 1 0 0,0 0-1 0 0,0 1 0 0 0,0 0 0 0 0,0 0 1 0 0,0 1-1 0 0,17 2 0 0 0,4 4-34 0 0,-2 1-1 0 0,1 1 1 0 0,-1 2-1 0 0,0 1 0 0 0,-1 1 1 0 0,0 2-1 0 0,-1 1 1 0 0,46 33-1 0 0,-19-7-19 0 0,-2 3-1 0 0,87 97 1 0 0,-104-102 73 0 0,-2 1 0 0 0,-2 2 0 0 0,46 82 0 0 0,-68-107-13 0 0,0 2-1 0 0,-1-1 1 0 0,-2 1-1 0 0,1 0 1 0 0,-2 0-1 0 0,-1 1 1 0 0,0 0-1 0 0,1 39 1 0 0,-5-46 26 0 0,0 1-1 0 0,-2-1 1 0 0,1 0-1 0 0,-2 0 1 0 0,0 0-1 0 0,0 0 1 0 0,-1 0-1 0 0,-1 0 1 0 0,0-1 0 0 0,-1 0-1 0 0,0 0 1 0 0,-1 0-1 0 0,0-1 1 0 0,-1 0-1 0 0,0-1 1 0 0,0 1-1 0 0,-13 10 1 0 0,-5 1-5 0 0,-1-1-1 0 0,0-1 1 0 0,-1-1-1 0 0,-2-2 1 0 0,1-1-1 0 0,-2-2 1 0 0,0 0-1 0 0,-65 17 1 0 0,75-26 50 0 0,1-1-1 0 0,-1-1 1 0 0,0-2 0 0 0,-31 0 0 0 0,9-3 41 0 0,-50-10 0 0 0,29 0-253 0 0,2-3 0 0 0,-63-23-1 0 0,-34-29-3997 0 0,154 65 3358 0 0,-3-2-559 0 0,1 1 0 0 0,0-1 0 0 0,0 0 1 0 0,1 0-1 0 0,-1-1 0 0 0,1 1 0 0 0,0-2 0 0 0,-8-7 0 0 0,6-3-7192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30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628 3 16 0 0,'0'0'10494'0'0,"-4"0"-7243"0"0,0-1-2489 0 0,-3 0-67 0 0,0 1 3270 0 0,3 3-3011 0 0,-1 1-649 0 0,1 0 0 0 0,-1 1 0 0 0,1 0 0 0 0,0 0 0 0 0,0 0 0 0 0,1 0 1 0 0,-1 0-1 0 0,1 1 0 0 0,-4 9 0 0 0,-185 453 1709 0 0,86-255-1335 0 0,-23 55-38 0 0,103-206-538 0 0,4 2 1 0 0,2 0-1 0 0,3 1 1 0 0,-16 127-1 0 0,25-109-127 0 0,3 88 0 0 0,6-129 12 0 0,19 226-220 0 0,55 78 378 0 0,-53-273-117 0 0,4 0 0 0 0,55 109 0 0 0,-43-115 19 0 0,2-2-1 0 0,80 96 1 0 0,118 103 105 0 0,-203-226-155 0 0,82 81 21 0 0,-82-85 3 0 0,57 39 0 0 0,-18-21-169 0 0,3-5 1 0 0,115 54-1 0 0,-31-36 37 0 0,-72-31 628 0 0,-75-29-170 0 0,11 6 458 0 0,-3 0-303 0 0,-19-10-393 0 0,0 0 174 0 0,0 1-150 0 0,0 1 1 0 0,1-1-1 0 0,-1 0 1 0 0,1 0-1 0 0,4 1 1 0 0,-5-1-105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32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5737 0 0,'0'0'8708'0'0,"-2"1"-6712"0"0,-14 14 3810 0 0,12-11-6023 0 0,2-1 661 0 0,2-3-419 0 0,0 1-1 0 0,0-1 1 0 0,0 0 0 0 0,0 1-1 0 0,0-1 1 0 0,0 1 0 0 0,0-1-1 0 0,0 0 1 0 0,0 1 0 0 0,0-1-1 0 0,-1 0 1 0 0,1 1 0 0 0,0-1-1 0 0,0 0 1 0 0,0 1-1 0 0,0-1 1 0 0,-1 0 0 0 0,1 1-1 0 0,0-1 1 0 0,0 0 0 0 0,-1 0-1 0 0,1 1 1 0 0,-1 0 12 0 0,1-1 0 0 0,-1 1 1 0 0,1-1-1 0 0,0 1 0 0 0,-1-1 0 0 0,1 1 0 0 0,0-1 1 0 0,-1 1-1 0 0,1 0 0 0 0,0-1 0 0 0,0 1 0 0 0,-1-1 1 0 0,1 1-1 0 0,0 0 0 0 0,0-1 0 0 0,0 1 1 0 0,0 0-1 0 0,0-1 0 0 0,0 1 0 0 0,0 0 0 0 0,0 0 1 0 0,3 51 900 0 0,11 59 0 0 0,-5-37-606 0 0,13 60 78 0 0,-14-103-357 0 0,1 0 0 0 0,1 0 0 0 0,16 29-1 0 0,-18-44-46 0 0,0-1 0 0 0,1 0 0 0 0,1 0 0 0 0,1-1 0 0 0,0 0 0 0 0,1 0 0 0 0,14 12-1 0 0,-13-15 13 0 0,1-1 0 0 0,0 0 0 0 0,1-1 0 0 0,0 0 0 0 0,0-2-1 0 0,1 1 1 0 0,0-2 0 0 0,0 0 0 0 0,0-1 0 0 0,1-1-1 0 0,28 4 1 0 0,-31-6 27 0 0,0-1-1 0 0,0-1 1 0 0,0 0-1 0 0,0-1 1 0 0,0 0-1 0 0,0-2 1 0 0,0 1-1 0 0,-1-2 1 0 0,1 1-1 0 0,-1-2 1 0 0,0 0-1 0 0,0-1 1 0 0,0 0-1 0 0,19-13 1 0 0,-16 8 12 0 0,-2-1 0 0 0,1-1 0 0 0,-2 0 0 0 0,0-1 0 0 0,0 0 0 0 0,-1-1 0 0 0,-1 0 0 0 0,-1-1 0 0 0,0 0 0 0 0,-1-1 0 0 0,-1 0 0 0 0,0-1 0 0 0,-1 1 0 0 0,-1-1 0 0 0,-1-1 0 0 0,4-25 0 0 0,-5 15 99 0 0,2-46 0 0 0,-6 72-138 0 0,3 15-434 0 0,37 173 262 0 0,-13 119 93 0 0,-23-244 25 0 0,-6 127-10 0 0,0-122 136 0 0,1-29-117 0 0,-2 0-1 0 0,-2-1 1 0 0,-1 1 0 0 0,-12 38 0 0 0,12-54 22 0 0,-1 0 0 0 0,-1 0 1 0 0,-1-1-1 0 0,-1 0 0 0 0,-1 0 0 0 0,0-1 1 0 0,-1 0-1 0 0,-17 18 0 0 0,21-28-1 0 0,-1 0 1 0 0,1 0-1 0 0,-1-1 0 0 0,-1 0 0 0 0,1 0 0 0 0,-1-1 1 0 0,0-1-1 0 0,0 1 0 0 0,-17 5 0 0 0,11-7-6 0 0,0 1-1 0 0,0-2 1 0 0,0 0-1 0 0,0-1 1 0 0,0-1-1 0 0,-19 0 1 0 0,2-3-2 0 0,0-2 1 0 0,0-1-1 0 0,0-2 1 0 0,0-1-1 0 0,1-1 1 0 0,-31-15-1 0 0,43 17 3 0 0,1-2 0 0 0,0 0-1 0 0,0-1 1 0 0,1-1 0 0 0,1-1 0 0 0,0 0-1 0 0,0-1 1 0 0,1-1 0 0 0,-24-28 0 0 0,35 35 12 0 0,0-1 0 0 0,1 1 0 0 0,0-1 0 0 0,-6-14 1 0 0,10 21 1 0 0,-1-1 1 0 0,1 1-1 0 0,0 0 1 0 0,-1-1-1 0 0,1 1 1 0 0,0 0-1 0 0,0-1 1 0 0,0 1-1 0 0,-1-1 1 0 0,2 1-1 0 0,-1 0 1 0 0,0-1-1 0 0,0 1 1 0 0,1-2-1 0 0,-1-1 12 0 0,3-8 48 0 0,3 0-58 0 0,1-1 0 0 0,0 1 0 0 0,1 1 1 0 0,0-1-1 0 0,1 1 0 0 0,12-12 0 0 0,-3 8-43 0 0,0 0-1 0 0,0 1 1 0 0,2 1 0 0 0,-1 0-1 0 0,28-11 1 0 0,-16 10 3 0 0,1 2 0 0 0,0 1 0 0 0,35-6 0 0 0,7 3 18 0 0,0 4 0 0 0,118 0-1 0 0,-106 8 70 0 0,1 5-1 0 0,-1 3 1 0 0,0 4 0 0 0,130 33-1 0 0,-173-32-43 0 0,12 3-574 0 0,-1 3 1 0 0,53 23-1 0 0,-77-23-3512 0 0,-11-6-2325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33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624 1 1856 0 0,'0'0'17959'0'0,"4"8"-17350"0"0,12 22-58 0 0,-11-22 2734 0 0,-8-4-3074 0 0,-8 14-41 0 0,11-18-165 0 0,0 1 0 0 0,0-1 0 0 0,0 0 0 0 0,0 1 0 0 0,-1-1 0 0 0,1 0-1 0 0,0 0 1 0 0,0 1 0 0 0,0-1 0 0 0,-1 0 0 0 0,1 0 0 0 0,0 1 0 0 0,0-1 0 0 0,-1 0 0 0 0,1 0 0 0 0,0 0 0 0 0,-1 1 0 0 0,1-1 0 0 0,0 0 0 0 0,-1 0 0 0 0,1 0-1 0 0,0 0 1 0 0,-1 0 0 0 0,1 0 0 0 0,-36 8 156 0 0,1-3 0 0 0,0-1 0 0 0,-47-1 1 0 0,35-1-85 0 0,-36 1-2 0 0,-153 14-1642 0 0,206-10-1047 0 0,-1 6-9028 0 0,17-7 4664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34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792 53 2920 0 0,'0'0'17174'0'0,"2"-4"-16501"0"0,6-12-60 0 0,-6 12 1137 0 0,-10 0-1162 0 0,-25-13-44 0 0,28 15-457 0 0,1 1-1 0 0,0 0 0 0 0,0 0 0 0 0,-1 0 1 0 0,1 0-1 0 0,0 1 0 0 0,-1-1 1 0 0,1 1-1 0 0,-1 1 0 0 0,1-1 1 0 0,0 0-1 0 0,-7 3 0 0 0,-4-1 110 0 0,-263 50 1238 0 0,96-14-2605 0 0,158-34-1135 0 0,-49 2 0 0 0,62-6 822 0 0,-1-1-1 0 0,1 0 1 0 0,-1 0 0 0 0,1-1 0 0 0,-1-1 0 0 0,-11-4 0 0 0,-12-9-6598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36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23 159 808 0 0,'0'0'20819'0'0,"-2"6"-20315"0"0,-6 19-68 0 0,6-18-146 0 0,1-4-96 0 0,-1 11-50 0 0,1-10 12 0 0,0 0 10 0 0,-1 1-113 0 0,2-3-29 0 0,-1 0-1 0 0,0 0 1 0 0,1 0-1 0 0,-1 1 0 0 0,1-1 1 0 0,0 0-1 0 0,0 0 0 0 0,0 0 1 0 0,0 3-1 0 0,0 23 261 0 0,4 48-34 0 0,19 100 0 0 0,-9-86-62 0 0,39 344 736 0 0,-39-316-558 0 0,-4 22-611 0 0,2-6-26 0 0,-11-97 251 0 0,-1-33 130 0 0,0 0-4 0 0,3 11-25 0 0,-3-11-68 0 0,-4-11-194 0 0,-2-2 176 0 0,3 5 19 0 0,1 0 1 0 0,-1 0-1 0 0,1 0 0 0 0,0 0 1 0 0,0 0-1 0 0,0-1 1 0 0,1 1-1 0 0,-1 0 1 0 0,0-7-1 0 0,-12-74 92 0 0,4-2 0 0 0,3 0 0 0 0,4 0 0 0 0,12-117 0 0 0,-5 110-64 0 0,-9-101 0 0 0,2 120 5 0 0,0 3-28 0 0,-2-53-183 0 0,-1-40 502 0 0,6 163-334 0 0,0 1-1 0 0,0 0 0 0 0,0 0 0 0 0,0-1 0 0 0,0 1 1 0 0,0 0-1 0 0,-1 0 0 0 0,1-1 0 0 0,0 1 1 0 0,-1 0-1 0 0,1 0 0 0 0,-1-2 0 0 0,0 1-4 0 0,0 1-1 0 0,1-1 0 0 0,-1 0 1 0 0,1 1-1 0 0,-1-1 1 0 0,1 0-1 0 0,-1 0 1 0 0,1 1-1 0 0,0-3 0 0 0,-11-74 72 0 0,10 75-68 0 0,-3 10-522 0 0,0 0 494 0 0,1-3 10 0 0,1-1 1 0 0,0 1 0 0 0,0 0 0 0 0,0 0 0 0 0,0 0-1 0 0,1 0 1 0 0,-1 0 0 0 0,1 0 0 0 0,0 0 0 0 0,0 5-1 0 0,-3 49-23 0 0,3-1-1 0 0,13 108 0 0 0,39 111 412 0 0,-38-221-445 0 0,9 98-1 0 0,-7 87 669 0 0,10 129-1063 0 0,-21-337 405 0 0,1 37-54 0 0,-1-36 8 0 0,-4-20 127 0 0,0-10 2 0 0,-1 1-46 0 0,-1 12 58 0 0,1-13 50 0 0,0-1-68 0 0,-5 5-40 0 0,4-5 52 0 0,-1-8-33 0 0,-6-10 10 0 0,2-1 1 0 0,-1 1-1 0 0,2-1 0 0 0,-4-18 1 0 0,2-3 160 0 0,2-1 0 0 0,2-1-1 0 0,1 1 1 0 0,2 0 0 0 0,2-1 0 0 0,10-65 0 0 0,8-47 104 0 0,-7 54-236 0 0,9-78 265 0 0,-18 130-189 0 0,-5-85 0 0 0,-39-175-510 0 0,15 124 408 0 0,24 167 30 0 0,-1 0 1 0 0,-1 1-1 0 0,-5-17 0 0 0,-5-17-35 0 0,13 44 128 0 0,1 1-161 0 0,1 0-34 0 0,0 4 25 0 0,2 10 14 0 0,4 25 26 0 0,-6-32-12 0 0,30 192-117 0 0,4 9 76 0 0,6 107 62 0 0,-34-204-148 0 0,-5 1 1 0 0,-21 194-1 0 0,11-248-36 0 0,-18 64 0 0 0,9-60-773 0 0,6-21-919 0 0,11-37 1755 0 0,-1 0 1 0 0,1 0-1 0 0,-1 0 0 0 0,1 0 1 0 0,0 0-1 0 0,-1 0 0 0 0,1 0 1 0 0,0 0-1 0 0,0 0 0 0 0,0 0 1 0 0,0 0-1 0 0,0 0 0 0 0,0 0 1 0 0,0 1-1 0 0,2 12-4897 0 0,-2 2 1544 0 0,0-13-897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55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1026 175 936 0 0,'3'-3'733'0'0,"0"0"0"0"0,1 0 1 0 0,-1 0-1 0 0,0-1 0 0 0,4-6 0 0 0,-6 8-290 0 0,0-2 458 0 0,6-28 4164 0 0,-4 13-633 0 0,11-31-1 0 0,-6 24-2769 0 0,-8 24-1268 0 0,1-1-84 0 0,1-3-313 0 0,-2 6 32 0 0,0 0-1 0 0,0 0 1 0 0,0 0-1 0 0,0 0 1 0 0,0 0-1 0 0,0 0 1 0 0,0 0-1 0 0,0 0 1 0 0,-1 0-1 0 0,1 0 1 0 0,0 0-1 0 0,0 1 1 0 0,0-1-1 0 0,0 0 1 0 0,0 0-1 0 0,0 0 1 0 0,-1 0-1 0 0,1 0 1 0 0,0 0-1 0 0,0 0 1 0 0,0 0-1 0 0,0 0 1 0 0,0 0-1 0 0,0 0 1 0 0,-1 0-1 0 0,1-1 1 0 0,0 1-1 0 0,0 0 1 0 0,0 0 0 0 0,0 0-1 0 0,0 0 1 0 0,0 0-1 0 0,-1 0 1 0 0,1 0-1 0 0,0 0 1 0 0,0 0-1 0 0,0 0 1 0 0,0 0-1 0 0,0 0 1 0 0,0-1-1 0 0,0 1 1 0 0,0 0-1 0 0,0 0 1 0 0,0 0-1 0 0,0 0 1 0 0,-1 0-1 0 0,1 0 1 0 0,0-1-1 0 0,0 1 1 0 0,0 0-1 0 0,0 0 1 0 0,0 0-1 0 0,0 0 1 0 0,0 0-1 0 0,0 0 1 0 0,0-1-1 0 0,0 1 1 0 0,0 0-1 0 0,0 0 1 0 0,0 0-1 0 0,0 0 1 0 0,0 0-1 0 0,0 0 1 0 0,1-1-1 0 0,-1 1 1 0 0,0 0-1 0 0,0 0 1 0 0,-7 4 29 0 0,2-2-19 0 0,1 0 1 0 0,0 1 0 0 0,0 0 0 0 0,0-1-1 0 0,0 2 1 0 0,0-1 0 0 0,1 0-1 0 0,-1 1 1 0 0,-4 5 0 0 0,-233 382 3138 0 0,210-338-2890 0 0,-146 284 541 0 0,75-136-665 0 0,31-65-55 0 0,-125 227 52 0 0,134-265-217 0 0,52-86-122 0 0,0 1-1 0 0,0-1 1 0 0,-1 0-1 0 0,-1-1 1 0 0,-14 11-1 0 0,20-18-405 0 0,0-1 1 0 0,0 0-1 0 0,-1 0 0 0 0,-12 3 1 0 0,16-5-793 0 0,-7-17-7146 0 0,8 14 8108 0 0,0-1 0 0 0,1 1 0 0 0,0 0 0 0 0,-1-1 0 0 0,1 1 0 0 0,0 0-1 0 0,0-1 1 0 0,0 0 0 0 0,1 1 0 0 0,-1-1 0 0 0,1 1 0 0 0,-1-1 0 0 0,1 0 0 0 0,0-2 0 0 0,2-23-6765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55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7641 0 0,'0'0'9220'0'0,"3"-5"-7842"0"0,1-1-991 0 0,-3 3-51 0 0,1 1 1 0 0,-1-1-1 0 0,1 1 0 0 0,0-1 1 0 0,4-3-1 0 0,-2 6 78 0 0,-1 0-311 0 0,-2 1-63 0 0,0-1 0 0 0,0 0-1 0 0,0 0 1 0 0,0 0 0 0 0,0 0 0 0 0,1 0-1 0 0,-1 0 1 0 0,0 0 0 0 0,0 0 0 0 0,0 0-1 0 0,0 0 1 0 0,2-1 0 0 0,3 4 199 0 0,7 4-50 0 0,0 1 0 0 0,0 1 0 0 0,-1 0-1 0 0,0 0 1 0 0,13 15 0 0 0,1 4 249 0 0,23 34 1 0 0,58 88 535 0 0,-53-71-124 0 0,104 117-1 0 0,86 49 599 0 0,20-18-1203 0 0,-186-167-974 0 0,-30-23-1349 0 0,0 0-4914 0 0,-20-19-1221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5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20 369 1296 0 0,'-10'19'20006'0'0,"17"-45"-16632"0"0,-5 20-4001 0 0,1-9 782 0 0,4-147 618 0 0,-3 77 264 0 0,1 35 183 0 0,4 7 676 0 0,-9 48-1884 0 0,0 8 35 0 0,-1-1-1 0 0,0 1 1 0 0,-4 21-1 0 0,-16 80 149 0 0,13-63-181 0 0,3-13 2 0 0,0 62 0 0 0,5-98-14 0 0,0 0 0 0 0,0 0 0 0 0,0 0-1 0 0,0 0 1 0 0,0 0 0 0 0,1 0 0 0 0,-1 0 0 0 0,2 3 0 0 0,0 1 7 0 0,4 11 47 0 0,-4-14-73 0 0,0 0 0 0 0,0 0 1 0 0,0 0-1 0 0,0 0 0 0 0,0-1 1 0 0,0 1-1 0 0,1 0 0 0 0,-1-1 0 0 0,1 0 1 0 0,0 1-1 0 0,-1-1 0 0 0,1 0 1 0 0,0-1-1 0 0,0 1 0 0 0,1 0 1 0 0,-1-1-1 0 0,0 0 0 0 0,0 0 0 0 0,5 1 1 0 0,-1 0-121 0 0,-3-1 38 0 0,0-1 0 0 0,0 1 1 0 0,0-1-1 0 0,1 1 0 0 0,-1-1 0 0 0,0-1 1 0 0,0 1-1 0 0,0 0 0 0 0,5-2 1 0 0,11-3-567 0 0,34-12 0 0 0,-45 13-140 0 0,0 0 1 0 0,13-9-1 0 0,-18 10-26 0 0,0 0 0 0 0,0 0 0 0 0,0-1 0 0 0,0 1 0 0 0,-1-1 0 0 0,5-5 0 0 0,-2 0-1921 0 0,-1 0 0 0 0,8-17 0 0 0,-4 1-4864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57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4968 0 0,'0'0'19038'0'0,"-3"46"-18598"0"0,15-10-644 0 0,-3-10-404 0 0,-3-2-4352 0 0,3-7 1327 0 0,0-3-31 0 0,2-6-4953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58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48 1256 0 0,'-23'-7'4753'0'0,"17"4"1778"0"0,-4-7 2172 0 0,16 5-8085 0 0,17-13-100 0 0,-22 17-500 0 0,-1 1-1 0 0,1 0 0 0 0,-1-1 1 0 0,0 1-1 0 0,1 0 0 0 0,-1-1 1 0 0,0 1-1 0 0,1 0 0 0 0,-1 0 1 0 0,1-1-1 0 0,-1 1 0 0 0,1 0 1 0 0,-1 0-1 0 0,1 0 0 0 0,-1 0 1 0 0,1 0-1 0 0,-1 0 0 0 0,1-1 1 0 0,-1 1-1 0 0,1 0 0 0 0,-1 1 1 0 0,1-1-1 0 0,-1 0 0 0 0,1 0 1 0 0,-1 0-1 0 0,1 0 0 0 0,20 5 145 0 0,0 1-1 0 0,-1 0 1 0 0,0 1 0 0 0,0 2-1 0 0,-1 0 1 0 0,0 1-1 0 0,-1 1 1 0 0,0 0-1 0 0,23 19 1 0 0,7 11 29 0 0,84 92 1 0 0,-80-70-106 0 0,58 91 0 0 0,-106-149-80 0 0,70 111 147 0 0,-5 3-1 0 0,94 227 1 0 0,-132-261-52 0 0,-3 1 0 0 0,-5 1-1 0 0,-3 1 1 0 0,16 173 0 0 0,-19-16 45 0 0,-22 365-1 0 0,-39-209 54 0 0,-24 8 33 0 0,-53 64-37 0 0,97-400-67 0 0,-4-1-1 0 0,-55 105 0 0 0,55-129-67 0 0,-2-1 0 0 0,-1-1 0 0 0,-3-1 0 0 0,-49 50 0 0 0,46-60-71 0 0,-1-2 0 0 0,-1-2-1 0 0,-2-1 1 0 0,-1-2 0 0 0,-61 30 0 0 0,-67 16-2740 0 0,-3-21-6359 0 0,114-41 4565 0 0,2-4-3807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8:03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1557 1 2432 0 0,'0'0'18159'0'0,"-4"5"-17839"0"0,-10 18-39 0 0,14-22-265 0 0,0-1-1 0 0,-1 1 1 0 0,1-1 0 0 0,0 1 0 0 0,0-1 0 0 0,-1 1-1 0 0,1-1 1 0 0,0 0 0 0 0,-1 1 0 0 0,1-1 0 0 0,-1 1-1 0 0,1-1 1 0 0,0 0 0 0 0,-1 1 0 0 0,1-1-1 0 0,-1 0 1 0 0,0 1 0 0 0,-44 17 426 0 0,-1-2 0 0 0,-74 16 0 0 0,31-10-197 0 0,-73 16-15 0 0,68-17-207 0 0,-37 7 44 0 0,-169 50 47 0 0,12-32-95 0 0,126-24-8 0 0,144-19-60 0 0,-22 8-1 0 0,16-4-2 0 0,21-6-10 0 0,-7 2 1 0 0,10-3 61 0 0,0 0 0 0 0,0 0 0 0 0,0 0 1 0 0,1 0-1 0 0,-1 0 0 0 0,0 1 0 0 0,0-1 0 0 0,0 0 1 0 0,0 0-1 0 0,0 0 0 0 0,0 0 0 0 0,0 0 0 0 0,0 0 1 0 0,0 0-1 0 0,0 0 0 0 0,1 0 0 0 0,-1 0 0 0 0,0 0 1 0 0,0 0-1 0 0,0 0 0 0 0,0 0 0 0 0,0 1 0 0 0,0-1 1 0 0,0 0-1 0 0,0 0 0 0 0,0 0 0 0 0,0 0 0 0 0,0 0 1 0 0,0 0-1 0 0,0 0 0 0 0,0 0 0 0 0,0 0 0 0 0,0 1 1 0 0,0-1-1 0 0,0 0 0 0 0,0 0 0 0 0,0 0 0 0 0,0 0 1 0 0,0 0-1 0 0,0 0 0 0 0,0 0 0 0 0,0 0 0 0 0,0 1 1 0 0,0-1-1 0 0,0 0 0 0 0,0 0 0 0 0,0 0 0 0 0,0 0 1 0 0,0 0-1 0 0,0 0 0 0 0,0 0 0 0 0,0 0 0 0 0,-1 0 1 0 0,1 0-1 0 0,0 0 0 0 0,0 1 0 0 0,0-1 0 0 0,0 0 1 0 0,0 0-1 0 0,0 0 0 0 0,0 0 0 0 0,0 0 0 0 0,0 0 1 0 0,-1 0-1 0 0,1 0 0 0 0,0 0 0 0 0,9 2 6 0 0,0-1-2 0 0,0 1 0 0 0,0-2 0 0 0,0 1 0 0 0,11-1-1 0 0,13-2-35 0 0,436-32-184 0 0,-375 21 213 0 0,82-14-18 0 0,-118 16 39 0 0,59-20 0 0 0,-82 19-7 0 0,217-63 79 0 0,-189 59-57 0 0,1 3 0 0 0,67-4-1 0 0,9 9 183 0 0,147 12-1 0 0,-73 2 159 0 0,-210-6-348 0 0,-1 0-8 0 0,10 1 0 0 0,-10-1 103 0 0,-18-2-69 0 0,-91-7 76 0 0,-175 5-16 0 0,-2 15 30 0 0,115-3-49 0 0,-193 16 103 0 0,4 32-20 0 0,58 32 326 0 0,252-72-373 0 0,14-6-283 0 0,0-1 0 0 0,0-2 0 0 0,-42 4 0 0 0,72-11-521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8:05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1075 122 1664 0 0,'-15'-12'3841'0'0,"12"10"-790"0"0,1 0-947 0 0,-5-6-1016 0 0,3 6 2844 0 0,8-3-3596 0 0,10-14-93 0 0,-7 13-49 0 0,91-32 1421 0 0,-75 30-946 0 0,0 2 0 0 0,31-6 0 0 0,-43 11-352 0 0,5 0-110 0 0,-3 2 105 0 0,-1-1-130 0 0,-1 1 1 0 0,1 1-1 0 0,-1-1 1 0 0,19 7-1 0 0,-21-1-146 0 0,-4-4 2235 0 0,-9 0-1987 0 0,-1 1-221 0 0,3-2-31 0 0,-1 0 0 0 0,0 0 0 0 0,1 0 0 0 0,-1 0 1 0 0,0 0-1 0 0,0-1 0 0 0,-1 0 0 0 0,1 1 0 0 0,0-1 1 0 0,0 0-1 0 0,-5 0 0 0 0,-49 5 537 0 0,-107-2 1 0 0,51-4-275 0 0,-617 31 427 0 0,713-31-721 0 0,-173 3 75 0 0,138-3-44 0 0,31-2 60 0 0,18 2 347 0 0,18 1-360 0 0,207 13-116 0 0,578-20 95 0 0,-789 5-43 0 0,358-19 238 0 0,-362 20-217 0 0,12-4-92 0 0,-7 0 36 0 0,-12 3 10 0 0,-7-1-12 0 0,-114-21-67 0 0,-414-12 17 0 0,376 36 35 0 0,-216 30-1 0 0,349-28 38 0 0,-2 0-29 0 0,1 2 1 0 0,0 0-1 0 0,-32 11 1 0 0,50-10 33 0 0,9-5 4 0 0,-1-1-1 0 0,1 0 1 0 0,0 1-1 0 0,-1-1 1 0 0,1 0-1 0 0,0 0 0 0 0,-1 1 1 0 0,1-1-1 0 0,0 0 1 0 0,-1 0-1 0 0,1 0 1 0 0,-1 0-1 0 0,1 1 1 0 0,0-1-1 0 0,-1 0 0 0 0,1 0 1 0 0,-1 0-1 0 0,1 0 1 0 0,-1 0-1 0 0,9 4 69 0 0,-4-2-72 0 0,6 2 1 0 0,1 1 0 0 0,-1-1 0 0 0,1-1 0 0 0,15 4 0 0 0,73 6 154 0 0,162 1 1 0 0,101-24-88 0 0,103-26 499 0 0,-346 26-3177 0 0,0-1-3614 0 0,-111 11 4766 0 0,0-1 1 0 0,0-1 0 0 0,0 1 0 0 0,0-1 0 0 0,10-4 0 0 0,14-9-7108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8:11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 86 1128 0 0,'3'-1'7621'0'0,"19"-13"2284"0"0,-20 12-8276 0 0,6-9 685 0 0,-6 8-149 0 0,-3-1-1611 0 0,-4-13 12 0 0,5 17-547 0 0,0 0-1 0 0,0-1 1 0 0,0 1 0 0 0,0 0 0 0 0,0-1 0 0 0,-1 1 0 0 0,1 0 0 0 0,0 0 0 0 0,0-1 0 0 0,0 1-1 0 0,0 0 1 0 0,0 0 0 0 0,0-1 0 0 0,-1 1 0 0 0,1 0 0 0 0,0 0 0 0 0,0-1 0 0 0,0 1-1 0 0,-1 0 1 0 0,1 0 0 0 0,0 0 0 0 0,0 0 0 0 0,-1-1 0 0 0,1 1 0 0 0,-9-4 128 0 0,-1-1 1 0 0,1 2 0 0 0,-1-1-1 0 0,1 1 1 0 0,-1 1 0 0 0,0 0-1 0 0,0 0 1 0 0,-18 0 0 0 0,-87 3-173 0 0,108 0 26 0 0,-45 2-563 0 0,-87 18 0 0 0,47 5-1608 0 0,65-16-772 0 0,-34 18 0 0 0,-1 4-5268 0 0,40-18 699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8:11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710 11 6977 0 0,'30'-2'10534'0'0,"-17"1"-8701"0"0,-8 1 42 0 0,-3-1-92 0 0,4-1-1462 0 0,-12 1 2061 0 0,-130-2-999 0 0,63 4-2144 0 0,0 4-1 0 0,-71 14 0 0 0,-46 25-7292 0 0,94-16 394 0 0,49-16 1331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8:12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22 109 6745 0 0,'-3'-4'1742'0'0,"0"-1"0"0"0,0 0 0 0 0,1 0 1 0 0,-1-1-1 0 0,1 1 0 0 0,-3-11 0 0 0,5 13-313 0 0,2-2-272 0 0,0 2-1025 0 0,0 0 0 0 0,-1 0 0 0 0,1 0 0 0 0,0 0 0 0 0,1 1 0 0 0,-1-1 1 0 0,0 1-1 0 0,1 0 0 0 0,-1-1 0 0 0,1 1 0 0 0,0 0 0 0 0,0 0 0 0 0,0 1 0 0 0,0-1 0 0 0,0 1 0 0 0,0-1 0 0 0,4 0 1 0 0,8-2 131 0 0,1 1 0 0 0,-1 0 0 0 0,1 2 1 0 0,0-1-1 0 0,0 2 0 0 0,-1 0 0 0 0,32 5 1 0 0,4 4 240 0 0,52 17 0 0 0,-91-22-434 0 0,17 4 132 0 0,-1 2 0 0 0,50 24-1 0 0,-64-26-147 0 0,0 0-1 0 0,-1 0 0 0 0,0 2 1 0 0,0-1-1 0 0,-1 2 1 0 0,22 23-1 0 0,-30-29-67 0 0,0 0 1 0 0,-1 1-1 0 0,1-1 0 0 0,-1 1 1 0 0,0 0-1 0 0,-1 0 0 0 0,1 0 1 0 0,-1 0-1 0 0,0 0 0 0 0,1 13 1 0 0,-5-7-247 0 0,-4 5 257 0 0,-1 1 0 0 0,-1-1-1 0 0,-1-1 1 0 0,-18 28 0 0 0,-131 141-106 0 0,38-51-256 0 0,96-104 41 0 0,2 1 0 0 0,-33 59 0 0 0,41-62-463 0 0,2 0-1 0 0,1 1 0 0 0,-10 36 0 0 0,16-44-1598 0 0,-3 38 1 0 0,7-43-460 0 0,1 1 0 0 0,3 30 0 0 0,3-15-4186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8:12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 10585 0 0,'0'0'5700'0'0,"-5"10"1817"0"0,-8 4-5561 0 0,-2 6-1768 0 0,4 2-864 0 0,-8-1-4692 0 0,5 1 1315 0 0,2-8 613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9:25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404 186 7577 0 0,'3'-18'4607'0'0,"-2"14"-1522"0"0,0 1-1122 0 0,2-10-382 0 0,-2 10-267 0 0,1 0-337 0 0,-1 1-668 0 0,1-1-1 0 0,-1 1 1 0 0,1-1 0 0 0,0 1 0 0 0,-1 0 0 0 0,1 0-1 0 0,3-3 1 0 0,-3 4 63 0 0,3 1-72 0 0,-1-1-204 0 0,-3 1-64 0 0,0 0 1 0 0,0 0 0 0 0,1-1 0 0 0,-1 1-1 0 0,0 0 1 0 0,0 1 0 0 0,1-1-1 0 0,-1 0 1 0 0,0 0 0 0 0,0 0-1 0 0,1 1 1 0 0,-1-1 0 0 0,0 1 0 0 0,0-1-1 0 0,0 1 1 0 0,2 0 0 0 0,12 6 82 0 0,0 0 1 0 0,0 1-1 0 0,-1 1 1 0 0,17 13-1 0 0,-10-2 64 0 0,-2 1 1 0 0,0 0-1 0 0,-2 2 1 0 0,0 0-1 0 0,-1 0 1 0 0,-2 2-1 0 0,0 0 0 0 0,15 39 1 0 0,-23-46-151 0 0,0 0-1 0 0,-1 0 1 0 0,-1 1 0 0 0,-1-1 0 0 0,-1 1-1 0 0,0 0 1 0 0,-1 0 0 0 0,-1 0-1 0 0,-1 0 1 0 0,-1-1 0 0 0,0 1 0 0 0,-2 0-1 0 0,-7 24 1 0 0,7-30-52 0 0,0-1 0 0 0,-1 0 0 0 0,-1-1 1 0 0,1 1-1 0 0,-2-1 0 0 0,0 0 0 0 0,0 0 0 0 0,-1-1 0 0 0,0 0 0 0 0,-1-1 0 0 0,0 0 0 0 0,-1 0 0 0 0,1-1 0 0 0,-2 0 1 0 0,1 0-1 0 0,-1-1 0 0 0,0-1 0 0 0,-1 0 0 0 0,1 0 0 0 0,-17 4 0 0 0,18-7 49 0 0,-1 0-1 0 0,1-1 1 0 0,0 0-1 0 0,-1-1 1 0 0,1 0 0 0 0,-1-1-1 0 0,0 0 1 0 0,1-1-1 0 0,-1 0 1 0 0,-12-3 0 0 0,9 0 64 0 0,1 0 1 0 0,0-1 0 0 0,0 0 0 0 0,0-1 0 0 0,0-1 0 0 0,1 0 0 0 0,-11-8 0 0 0,1-2 79 0 0,2-1 0 0 0,0 0 0 0 0,1-2 0 0 0,0 0-1 0 0,2-1 1 0 0,1-1 0 0 0,-21-34 0 0 0,16 17-41 0 0,0 0 0 0 0,3-2 0 0 0,-19-59-1 0 0,30 76-123 0 0,1 0 1 0 0,1-1-1 0 0,1 1 0 0 0,1-1 0 0 0,1 0 1 0 0,2 0-1 0 0,3-40 0 0 0,-1 52-38 0 0,0 1 0 0 0,1 0 0 0 0,1 0 0 0 0,-1 0 0 0 0,2 0 0 0 0,0 1 0 0 0,0-1 1 0 0,1 1-1 0 0,0 0 0 0 0,15-18 0 0 0,-17 24-4 0 0,1 0 1 0 0,0-1-1 0 0,1 1 1 0 0,-1 1-1 0 0,1-1 1 0 0,0 1-1 0 0,0 0 0 0 0,0 1 1 0 0,1-1-1 0 0,-1 1 1 0 0,1 0-1 0 0,0 1 1 0 0,0 0-1 0 0,0 0 1 0 0,0 0-1 0 0,0 1 1 0 0,0 0-1 0 0,0 0 1 0 0,0 1-1 0 0,9 0 1 0 0,4 2-466 0 0,-1 2 1 0 0,1 0 0 0 0,-1 0 0 0 0,0 2 0 0 0,0 0-1 0 0,-1 2 1 0 0,28 14 0 0 0,116 81-11990 0 0,-152-96 11339 0 0,29 20-7242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9:25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8573 0 0,'0'0'6148'0'0,"21"10"-3263"0"0,-15-2 1303 0 0,3 12-1604 0 0,-9 10-1804 0 0,0-15-40 0 0,-6 6-356 0 0,3-3-468 0 0,1 9-464 0 0,-2 1-488 0 0,1-4-1060 0 0,3-4-2596 0 0,7 17-2469 0 0,-2-26-744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9:26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6041 0 0,'39'-21'9059'0'0,"-21"10"-5277"0"0,37-15 1 0 0,-16 15-1624 0 0,-36 11-2046 0 0,0 0 0 0 0,1 0 0 0 0,-1 0 1 0 0,1 0-1 0 0,-1 0 0 0 0,0 1 0 0 0,1 0 0 0 0,-1-1 1 0 0,0 1-1 0 0,0 0 0 0 0,0 1 0 0 0,5 1 1 0 0,2 3 83 0 0,0 0 0 0 0,10 8 0 0 0,-10-7-59 0 0,80 70 550 0 0,-61-50-485 0 0,-25-23-164 0 0,22 20 276 0 0,30 34 1 0 0,-49-51-288 0 0,-2 1 0 0 0,1 0 1 0 0,-1 0-1 0 0,0 0 0 0 0,0 1 0 0 0,-1-1 0 0 0,0 1 1 0 0,-1 0-1 0 0,4 17 0 0 0,-6-18-14 0 0,0-1 0 0 0,-1 1 0 0 0,0 0 0 0 0,-1 0 0 0 0,0 0 0 0 0,0 0 0 0 0,0-1 0 0 0,-1 1-1 0 0,0 0 1 0 0,-1-1 0 0 0,0 0 0 0 0,-5 11 0 0 0,-5 5-59 0 0,0-1 0 0 0,-24 30 0 0 0,1-6-79 0 0,-5 7-158 0 0,-61 100 1 0 0,92-134 160 0 0,0 1 0 0 0,2-1-1 0 0,0 2 1 0 0,1-1 0 0 0,1 1 0 0 0,1 0 0 0 0,1 0 0 0 0,1 0 0 0 0,-2 35 0 0 0,6-39 17 0 0,-1 0 0 0 0,2-1-1 0 0,0 1 1 0 0,1 0-1 0 0,1-1 1 0 0,11 31 0 0 0,-10-36 74 0 0,0 0 1 0 0,1 0 0 0 0,1-1 0 0 0,-1 1 0 0 0,1-1-1 0 0,1-1 1 0 0,0 1 0 0 0,0-1 0 0 0,1-1 0 0 0,11 9-1 0 0,-9-8 62 0 0,1-1-1 0 0,1 0 0 0 0,-1-1 0 0 0,1 0 0 0 0,1-1 0 0 0,-1 0 0 0 0,22 5 0 0 0,-30-9-14 0 0,0-2 0 0 0,1 1-1 0 0,-1 0 1 0 0,0-1 0 0 0,0 0-1 0 0,0 0 1 0 0,0-1 0 0 0,1 1-1 0 0,-1-1 1 0 0,8-2 0 0 0,-9 1-16 0 0,-1 1 0 0 0,1-1 1 0 0,-1 0-1 0 0,1 0 0 0 0,-1 0 1 0 0,0-1-1 0 0,0 1 1 0 0,0-1-1 0 0,0 0 0 0 0,0 0 1 0 0,-1 0-1 0 0,1 0 0 0 0,-1 0 1 0 0,0 0-1 0 0,3-6 0 0 0,-1 1 24 0 0,-1 0 0 0 0,-1 0-1 0 0,1 0 1 0 0,-1 0 0 0 0,-1 0-1 0 0,1 0 1 0 0,-1-1 0 0 0,-1 1-1 0 0,0 0 1 0 0,-1-17 0 0 0,-2 3 46 0 0,-1 0 0 0 0,-12-41 0 0 0,-3 7 168 0 0,-3 1 0 0 0,-2 1 0 0 0,-33-54 0 0 0,-106-147 1125 0 0,128 202-1073 0 0,20 31 14 0 0,2-1 1 0 0,-18-38-1 0 0,27 50-184 0 0,0 0 0 0 0,0 0 0 0 0,2 0 0 0 0,-1 0 0 0 0,1-1-1 0 0,1 1 1 0 0,0-1 0 0 0,1-14 0 0 0,0 19-49 0 0,2 0-1 0 0,-1 0 1 0 0,1-1-1 0 0,0 1 0 0 0,1 1 1 0 0,-1-1-1 0 0,1 0 1 0 0,1 0-1 0 0,-1 1 1 0 0,1 0-1 0 0,0 0 1 0 0,1 0-1 0 0,-1 0 0 0 0,1 1 1 0 0,10-9-1 0 0,-5 5-95 0 0,1 0 1 0 0,0 1-1 0 0,1 1 0 0 0,0 0 0 0 0,0 0 0 0 0,0 1 0 0 0,21-7 0 0 0,-18 9-386 0 0,-1 1-1 0 0,1 0 1 0 0,-1 1-1 0 0,1 1 1 0 0,0 0-1 0 0,0 0 1 0 0,-1 2-1 0 0,1 0 1 0 0,15 3-1 0 0,14 5-4876 0 0,70 25 0 0 0,-18-5-250 0 0,-10-7-3957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00:08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1969 1 4480 0 0,'58'3'13988'0'0,"-40"-4"-12958"0"0,-13 1-263 0 0,-1 0-178 0 0,2-1-451 0 0,1 0 1 0 0,-1 1-1 0 0,1 0 0 0 0,-1 1 1 0 0,1-1-1 0 0,-1 1 1 0 0,1 0-1 0 0,-1 1 0 0 0,0 0 1 0 0,0 0-1 0 0,1 0 1 0 0,-1 0-1 0 0,-1 1 0 0 0,1 0 1 0 0,0 1-1 0 0,-1-1 0 0 0,8 7 1 0 0,-8-6-115 0 0,-1-1 0 0 0,0 1 1 0 0,-1 0-1 0 0,1 1 0 0 0,-1-1 0 0 0,1 0 1 0 0,-1 1-1 0 0,0 0 0 0 0,-1 0 1 0 0,1 0-1 0 0,1 6 0 0 0,-3-9-17 0 0,-1-1 1 0 0,0 1-1 0 0,1-1 0 0 0,-1 1 1 0 0,0-1-1 0 0,0 1 0 0 0,0 0 1 0 0,0-1-1 0 0,0 1 0 0 0,0-1 0 0 0,-1 3 1 0 0,1 0 16 0 0,-3 7 53 0 0,-3 0-52 0 0,-1 0 1 0 0,1-1-1 0 0,-2 1 1 0 0,1-1-1 0 0,-1-1 0 0 0,-14 13 1 0 0,-5-2 18 0 0,0-1-1 0 0,-1-2 1 0 0,-33 16 0 0 0,-96 32 163 0 0,93-44-55 0 0,0-2 0 0 0,-2-3 0 0 0,0-3 0 0 0,-107 7 0 0 0,58-17 136 0 0,0-5 0 0 0,0-4 0 0 0,-178-34 0 0 0,-141-57-164 0 0,381 85-203 0 0,-75-12-792 0 0,41 18-5146 0 0,29 3-2503 0 0,41 2 346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12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11 3264 0 0,'0'0'11495'0'0,"-2"-2"-10104"0"0,-9-5-325 0 0,9 5 2024 0 0,-1 6-2807 0 0,-1 1-218 0 0,1-1 1 0 0,0 1 0 0 0,0 0-1 0 0,1 0 1 0 0,-1 0-1 0 0,1 0 1 0 0,0 1 0 0 0,1-1-1 0 0,-1 0 1 0 0,1 1 0 0 0,0-1-1 0 0,1 1 1 0 0,-1-1 0 0 0,1 9-1 0 0,0 4-33 0 0,1 0 0 0 0,1 0 0 0 0,6 25 0 0 0,5 1 12 0 0,2-1 1 0 0,31 61-1 0 0,55 76 276 0 0,-71-135-900 0 0,1 0 0 0 0,2-3 0 0 0,2 0-1 0 0,2-2 1 0 0,48 40 0 0 0,-74-71 369 0 0,1 0 0 0 0,-1-1 0 0 0,1-1 0 0 0,1 0 0 0 0,0 0 1 0 0,24 9-1 0 0,-31-15 171 0 0,0 1 0 0 0,0 0 0 0 0,1-1 0 0 0,-1 0 0 0 0,0-1 0 0 0,0 0 0 0 0,1 0 0 0 0,-1 0 0 0 0,0 0 0 0 0,1-1 1 0 0,-1 0-1 0 0,0-1 0 0 0,0 1 0 0 0,0-1 0 0 0,0 0 0 0 0,0-1 0 0 0,10-5 0 0 0,-9 4 8 0 0,0-2 0 0 0,0 1 0 0 0,-1-1 0 0 0,1 0 0 0 0,-1-1 0 0 0,0 1 0 0 0,-1-1 0 0 0,7-11 0 0 0,4-9-265 0 0,12-29-1 0 0,-24 48 224 0 0,52-133 111 0 0,-12 25 2029 0 0,-34 92-1063 0 0,2 0 0 0 0,24-36 0 0 0,-14 32-352 0 0,-21 28-639 0 0,-1-1-1 0 0,0 0 1 0 0,1 1 0 0 0,-1-1 0 0 0,1 1-1 0 0,-1-1 1 0 0,1 1 0 0 0,-1-1 0 0 0,1 1-1 0 0,0-1 1 0 0,-1 1 0 0 0,1 0-1 0 0,-1-1 1 0 0,1 1 0 0 0,0 0 0 0 0,-1-1-1 0 0,2 1 1 0 0,0-1 22 0 0,0 0 130 0 0,1 3-154 0 0,-1-1-1 0 0,1 1 0 0 0,-1-1 0 0 0,1 1 0 0 0,-1 0 1 0 0,0 0-1 0 0,1 1 0 0 0,1 2 0 0 0,2 1 4 0 0,-2-2-6 0 0,0 1 0 0 0,-1-1 0 0 0,1 1 0 0 0,-1 0 0 0 0,0-1 1 0 0,0 1-1 0 0,-1 1 0 0 0,0-1 0 0 0,2 6 0 0 0,1 4 19 0 0,4 28 1 0 0,-7-28-9 0 0,4 24 68 0 0,-2-1 0 0 0,-2 1 0 0 0,-4 62 0 0 0,-3-38-185 0 0,-22 90 0 0 0,15-103 125 0 0,-2-1 0 0 0,-3 0-1 0 0,-2-1 1 0 0,-1-1 0 0 0,-3-1-1 0 0,-2-1 1 0 0,-2-1-1 0 0,-39 50 1 0 0,49-72 57 0 0,-2-1-1 0 0,0-1 1 0 0,-1 0 0 0 0,-1-1-1 0 0,0-2 1 0 0,-2 0 0 0 0,-47 27-1 0 0,64-41-25 0 0,-1 1 1 0 0,1-2-1 0 0,-1 1 0 0 0,1-1 0 0 0,-1 0 0 0 0,0 0 0 0 0,0-1 0 0 0,1 0 0 0 0,-1 0 0 0 0,-12 0 0 0 0,14-1-12 0 0,4 1-31 0 0,-1-1 0 0 0,1 0 0 0 0,-1 0 1 0 0,1 0-1 0 0,-1 0 0 0 0,1 0 0 0 0,0-1 1 0 0,-1 1-1 0 0,1 0 0 0 0,-1 0 0 0 0,1-1 1 0 0,0 1-1 0 0,-1-1 0 0 0,1 0 0 0 0,-2 0 1 0 0,-2-2 27 0 0,0 0 0 0 0,-1 0 1 0 0,1-1-1 0 0,0 0 0 0 0,0 0 1 0 0,1 0-1 0 0,-1 0 0 0 0,1-1 1 0 0,0 0-1 0 0,0 0 0 0 0,1 0 1 0 0,-1 0-1 0 0,-3-8 0 0 0,3 2-28 0 0,0 0 0 0 0,1 0 0 0 0,0-1 0 0 0,1 1-1 0 0,0-1 1 0 0,1 1 0 0 0,0-18 0 0 0,2 12-88 0 0,0 1 0 0 0,1-1 0 0 0,1 1-1 0 0,8-27 1 0 0,-9 37-28 0 0,0-1 0 0 0,1 1-1 0 0,0 0 1 0 0,0 0-1 0 0,0 0 1 0 0,1 1 0 0 0,0-1-1 0 0,0 1 1 0 0,0 0 0 0 0,1 0-1 0 0,-1 0 1 0 0,1 1 0 0 0,1-1-1 0 0,-1 1 1 0 0,0 0-1 0 0,1 1 1 0 0,0-1 0 0 0,0 1-1 0 0,0 1 1 0 0,0-1 0 0 0,1 1-1 0 0,-1 0 1 0 0,9-2 0 0 0,7 1-169 0 0,1 0 1 0 0,0 1 0 0 0,0 2-1 0 0,0 0 1 0 0,38 5 0 0 0,58 12-449 0 0,131 36 1 0 0,112 50-4758 0 0,-285-81 3120 0 0,37 11-1085 0 0,-3-7-1213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13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807 40 2816 0 0,'0'0'12424'0'0,"-2"1"-10852"0"0,-8 6-316 0 0,8-5-186 0 0,-4-2-181 0 0,-51-1 759 0 0,-130-15-388 0 0,125 8-1076 0 0,-119-13 302 0 0,141 18-668 0 0,1 3 0 0 0,-62 6 0 0 0,90-4-455 0 0,0 0 0 0 0,1 0 0 0 0,-1 2 1 0 0,-10 4-1 0 0,-35 20-9790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1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729 27 3752 0 0,'-30'1'9829'0'0,"-17"-6"-7941"0"0,13 2-479 0 0,-10-3-237 0 0,-5 3-280 0 0,-4-1-212 0 0,-2 1-272 0 0,-5 0-368 0 0,5 2-340 0 0,-5 5-616 0 0,2-1-552 0 0,1 3-1725 0 0,5 1-703 0 0,9 0 960 0 0,12-3-1665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16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1 592 0 0,'0'0'15798'0'0,"-1"2"-14496"0"0,-4 6 3059 0 0,11-2-4094 0 0,28 22 245 0 0,55 34 0 0 0,2 2-28 0 0,-86-60-452 0 0,46 35 200 0 0,52 51 0 0 0,-89-76-260 0 0,-1 0-1 0 0,-1 1 1 0 0,0 1-1 0 0,-1-1 1 0 0,0 2-1 0 0,-1 0 1 0 0,-1 0-1 0 0,9 24 1 0 0,-16-35 14 0 0,0 1 0 0 0,-1 0 1 0 0,0 0-1 0 0,0 0 1 0 0,0-1-1 0 0,-1 1 0 0 0,0 0 1 0 0,0 0-1 0 0,0 0 1 0 0,-3 12-1 0 0,0-9-4 0 0,0 0 0 0 0,-1 0 0 0 0,1-1 0 0 0,-2 1-1 0 0,0-1 1 0 0,-8 13 0 0 0,-2-2 61 0 0,-1 0 0 0 0,-1-1-1 0 0,0-1 1 0 0,-2 0 0 0 0,-20 15 0 0 0,-49 32 328 0 0,-27 23 74 0 0,93-68-358 0 0,0 0 0 0 0,-34 42-1 0 0,41-42-341 0 0,2 0-1 0 0,0 1 1 0 0,1 0 0 0 0,2 1-1 0 0,0 0 1 0 0,1 1-1 0 0,1 0 1 0 0,-8 39-1 0 0,11-16-3135 0 0,5-37 1698 0 0,0 1 0 0 0,0-1 1 0 0,1 0-1 0 0,1 1 0 0 0,3 13 0 0 0,4 2-4824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16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3304 0 0,'12'26'7597'0'0,"-2"4"-3625"0"0,2 11-2383 0 0,-2 6-1706 0 0,-10 3-3183 0 0,0-16-328 0 0,6-17 756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01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7405 461 1808 0 0,'0'0'17766'0'0,"-4"0"-16877"0"0,-11 0-186 0 0,12 0 834 0 0,-1 0-1294 0 0,-14-2-33 0 0,1-1-1 0 0,0-1 1 0 0,-20-6-1 0 0,5 1-127 0 0,-11 0-96 0 0,0 2-1 0 0,-1 1 0 0 0,-49 2 1 0 0,-129 12 161 0 0,159-5-134 0 0,-10 1-7 0 0,-569 20 397 0 0,-397-67 1380 0 0,333-12-1330 0 0,264 26-278 0 0,-1 4-146 0 0,-27-3-54 0 0,391 22-33 0 0,-484-34-83 0 0,-1180-137-40 0 0,1689 170 215 0 0,-64-10 10 0 0,-137-2 0 0 0,241 19 29 0 0,-1 1 0 0 0,1 0 0 0 0,-25 6 0 0 0,36-7-66 0 0,1 1-1 0 0,0 0 0 0 0,-1 0 0 0 0,1 0 1 0 0,0 1-1 0 0,0-1 0 0 0,0 0 0 0 0,0 1 1 0 0,0-1-1 0 0,0 1 0 0 0,0 0 0 0 0,1 0 1 0 0,-1 0-1 0 0,1 0 0 0 0,-3 2 0 0 0,-1 11 84 0 0,4-1-86 0 0,0 0-1 0 0,1 1 0 0 0,1-1 0 0 0,0 1 0 0 0,1-1 1 0 0,4 18-1 0 0,31 89-121 0 0,-23-79 143 0 0,65 198-37 0 0,132 436 156 0 0,-105-227 30 0 0,-36 9-145 0 0,-41-78 68 0 0,-20-226-73 0 0,19 323-65 0 0,2-34 297 0 0,4-4-212 0 0,0 279 231 0 0,-23-11-117 0 0,7 40-65 0 0,16-210-45 0 0,-24-419 25 0 0,33 266 88 0 0,45 84 105 0 0,-28-164-2850 0 0,-25-101-4508 0 0,-33-186 2895 0 0,8 25 1 0 0,-4-27-3710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6:03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7057 33 6041 0 0,'0'0'10185'0'0,"-1"-4"-8803"0"0,0 1-926 0 0,-2-4-72 0 0,2 0 2720 0 0,0 6-3039 0 0,1 0-1 0 0,-1 0 1 0 0,0 0-1 0 0,0 0 1 0 0,0 0 0 0 0,1 1-1 0 0,-1-1 1 0 0,0 0-1 0 0,-2-1 1 0 0,1 1 1242 0 0,5 12-1094 0 0,10 36-33 0 0,26 104 214 0 0,45 428-158 0 0,9 386-320 0 0,-65-534-26 0 0,-8 23 393 0 0,-12 130-16 0 0,4 108 17 0 0,1-367-198 0 0,26 462 310 0 0,-19-428-456 0 0,7 90 53 0 0,42 412-154 0 0,-61-763 170 0 0,6 115-210 0 0,-10-126 144 0 0,8 321 16 0 0,-35-1-45 0 0,18-372 60 0 0,-1 1 0 0 0,-15 47 0 0 0,16-70 41 0 0,1 0 0 0 0,-2 0 0 0 0,0 0 0 0 0,0-1 0 0 0,-2 0 1 0 0,1 0-1 0 0,-1 0 0 0 0,-1-1 0 0 0,-11 12 0 0 0,13-17 3 0 0,0 0-1 0 0,-1-1 1 0 0,1 0-1 0 0,-1 0 1 0 0,0 0 0 0 0,0-1-1 0 0,0 0 1 0 0,-13 4-1 0 0,8-5 23 0 0,0 0 0 0 0,-1 0 0 0 0,1-1 0 0 0,-1-1-1 0 0,-13 0 1 0 0,-14-3 111 0 0,0-2-1 0 0,-71-17 1 0 0,78 14-103 0 0,-973-144 366 0 0,795 133-475 0 0,-605-66 310 0 0,225-3 108 0 0,-116-16 552 0 0,-1 31 112 0 0,212 47-219 0 0,-402 34 30 0 0,0 51-2639 0 0,646-33-3604 0 0,64-7-1086 0 0,70-10 1857 0 0,13-7-4784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12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2145 108 384 0 0,'4'0'3154'0'0,"6"-2"-688"0"0,1 2 1 0 0,12-1 0 0 0,-13 2-1817 0 0,1 0 1 0 0,-1 0 0 0 0,1 1 0 0 0,14 4 0 0 0,-17-4-502 0 0,20 4-90 0 0,-22-3-57 0 0,5 4-69 0 0,32 17 3261 0 0,-54-24-2881 0 0,-1-1-223 0 0,-64-4 450 0 0,-333-39 2889 0 0,-218-25-1392 0 0,506 55-1662 0 0,-62-3-714 0 0,-300 10 0 0 0,455 8 191 0 0,-120 6-2572 0 0,2 5-4962 0 0,90-6 3572 0 0,0-3-2105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14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2709 238 2192 0 0,'4'1'2643'0'0,"12"1"7369"0"0,-11-2-8668 0 0,55-14 3289 0 0,-57 13-4097 0 0,1 0-92 0 0,9-3-91 0 0,-9 4-51 0 0,-1-1-60 0 0,7-1-53 0 0,-7 1 781 0 0,-16 1-902 0 0,-83 0 112 0 0,-332 0 298 0 0,16 0-356 0 0,-84 5 158 0 0,385-2-45 0 0,-1-6-1 0 0,-211-31 1 0 0,6-32 319 0 0,3-15 58 0 0,312 80-608 0 0,-173-37-38 0 0,174 37 15 0 0,1 1-1 0 0,-1 0 0 0 0,0 0 0 0 0,0 0 1 0 0,0 0-1 0 0,1 0 0 0 0,-1 0 0 0 0,0 0 1 0 0,0 0-1 0 0,1 0 0 0 0,-1 0 0 0 0,0 0 1 0 0,0 0-1 0 0,1 1 0 0 0,-1-1 0 0 0,-1 1 1 0 0,-6 1-544 0 0,6 0-76 0 0,-6 7-304 0 0,5-6-1268 0 0,5 2-1815 0 0,2 16 365 0 0,-1-13-766 0 0,9 3-2836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15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2183 136 4352 0 0,'18'-10'17491'0'0,"-28"7"-17049"0"0,-12-1-232 0 0,-1 1 0 0 0,0 1 0 0 0,-34 1 0 0 0,-396-5 820 0 0,1-31-644 0 0,65 5-581 0 0,314 27-153 0 0,-219-14-813 0 0,99 12-4212 0 0,35 4-2505 0 0,100-1 1052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15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2410 128 744 0 0,'0'0'7527'0'0,"-10"1"-2487"0"0,-14 2-3462 0 0,0-2 1 0 0,-38-2-1 0 0,-62-10 723 0 0,94 7-1985 0 0,-678-53 3134 0 0,-2 16-3663 0 0,533 32 37 0 0,167 9 150 0 0,-206-9-111 0 0,1 17-899 0 0,201-6-749 0 0,-24 5-1 0 0,-9 10-7656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15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2524 340 6441 0 0,'0'0'4695'0'0,"-15"-1"-1438"0"0,-210-16 1141 0 0,-794-128-329 0 0,1014 144-4058 0 0,-504-76 566 0 0,69 19-1811 0 0,253 37-5048 0 0,175 20 5523 0 0,-69-11-5899 0 0,51 6 903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16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2445 238 40 0 0,'-82'-1'12701'0'0,"-39"-13"-8770"0"0,57 6-2471 0 0,-570-63 3375 0 0,-325-19-3936 0 0,778 73-1404 0 0,-24-2-2065 0 0,68 8-5064 0 0,100 8 3500 0 0,13 0-2129 0 0</inkml:trace>
  <inkml:trace contextRef="#ctx0" brushRef="#br0" timeOffset="1">2246 604 6249 0 0,'-31'2'6660'0'0,"-9"-2"-3504"0"0,-22-2-943 0 0,-31-2-441 0 0,-10-3-436 0 0,-15 1-292 0 0,-5-4-308 0 0,-14 1-296 0 0,-42-3-264 0 0,-2 0-392 0 0,8-3-916 0 0,36 5-3536 0 0,4-6 1343 0 0,6-1-503 0 0,12-9-4025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17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85 1704 0 0,'4'-7'2449'0'0,"8"-15"1578"0"0,2 0 4289 0 0,11-10-1874 0 0,-24 30-5713 0 0,3 7-636 0 0,20 23-27 0 0,-5-2-121 0 0,44 40 0 0 0,-8-21 646 0 0,111 68 0 0 0,361 235 308 0 0,-40 53-1361 0 0,-435-353 405 0 0,136 131-3 0 0,-14 11-21 0 0,-164-177 80 0 0,0-1 0 0 0,-1 1 0 0 0,0 1 1 0 0,-1 0-1 0 0,-1 0 0 0 0,0 1 0 0 0,-1-1 0 0 0,0 1 0 0 0,-1 1 1 0 0,-1-1-1 0 0,3 21 0 0 0,-6-26 11 0 0,-1-1 0 0 0,0 1 0 0 0,-1-1 0 0 0,0 1 0 0 0,-1-1 0 0 0,0 1 0 0 0,0-1 0 0 0,-1 0 0 0 0,0 0 0 0 0,-6 12 0 0 0,-6 9 81 0 0,-31 45 0 0 0,41-68-89 0 0,-136 198 58 0 0,-274 305 0 0 0,131-220-648 0 0,91-109-5097 0 0,36-47-2777 0 0,87-76 416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18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518 50 7577 0 0,'-1'-4'4401'0'0,"-6"-29"1797"0"0,7 31-5074 0 0,-2 0-199 0 0,-9-7 1591 0 0,5 15-2240 0 0,5-5-258 0 0,-4 4 29 0 0,1 0-1 0 0,0 0 1 0 0,0 0 0 0 0,0 0 0 0 0,1 1 0 0 0,-1 0 0 0 0,1-1-1 0 0,-2 8 1 0 0,-64 241 1261 0 0,41-135-1051 0 0,7-41-178 0 0,-3-1 0 0 0,-39 84 0 0 0,-27 9-464 0 0,81-155-112 0 0,-1-1 1 0 0,0 0-1 0 0,-1 0 0 0 0,-17 15 1 0 0,15-17-3412 0 0,-29 20 1 0 0,25-22-531 0 0,-1-4-2939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18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5288 0 0,'6'-13'4116'0'0,"0"1"0"0"0,9-13 0 0 0,-15 24-3963 0 0,1 1 0 0 0,-1-1 0 0 0,1 0 1 0 0,-1 1-1 0 0,1-1 0 0 0,0 1 1 0 0,-1-1-1 0 0,1 1 0 0 0,-1-1 0 0 0,1 1 1 0 0,0-1-1 0 0,0 1 0 0 0,-1 0 0 0 0,1-1 1 0 0,0 1-1 0 0,0 0 0 0 0,0-1 0 0 0,2 1 261 0 0,-1-2 674 0 0,6 6-171 0 0,-3-2-757 0 0,2 1-2 0 0,-1 0 0 0 0,0 0 0 0 0,0 0 0 0 0,-1 1 0 0 0,1 0 0 0 0,-1 0 0 0 0,10 9 0 0 0,105 141 1356 0 0,-11-12-1155 0 0,-63-91-389 0 0,1-3 1 0 0,59 48-1 0 0,-71-69-139 0 0,1-1 0 0 0,2-2 0 0 0,0-1 0 0 0,53 22 0 0 0,81 18-2573 0 0,-136-53-1268 0 0,47 7 1 0 0,-37-13-412 0 0,-8-7-2813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18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807 1 2704 0 0,'0'0'8061'0'0,"9"3"2008"0"0,-65 16-8885 0 0,16-6-260 0 0,-6 0-252 0 0,-13-3-236 0 0,-25 7-332 0 0,-3 2-500 0 0,-9-4-1920 0 0,-3-3-2116 0 0,2-8 1319 0 0,8-6-807 0 0,27-3-3297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00:10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5091 450 424 0 0,'299'155'12328'0'0,"119"116"-7868"0"0,-339-211-4070 0 0,122 119 0 0 0,-148-122-296 0 0,-1 3 1 0 0,72 109-1 0 0,-60-66-156 0 0,-3 2 0 0 0,77 188 1 0 0,-103-199 11 0 0,-5 1 1 0 0,-4 2-1 0 0,23 160 1 0 0,-42-189 38 0 0,-2-1 0 0 0,-4 1 1 0 0,-2 0-1 0 0,-3 0 1 0 0,-4-1-1 0 0,-19 86 1 0 0,-2-48 32 0 0,-3-2 0 0 0,-6-1 0 0 0,-53 104 0 0 0,-93 131 98 0 0,-39-1-51 0 0,158-254 16 0 0,-140 135 1 0 0,132-150-17 0 0,-2-3 0 0 0,-141 91 0 0 0,-110 16 490 0 0,-120-7 256 0 0,62-68-79 0 0,237-69-240 0 0,-256 14-1 0 0,-144-52-59 0 0,-108-88-149 0 0,427 48-280 0 0,-408-149 0 0 0,194 3 225 0 0,338 140-105 0 0,2-4 0 0 0,-100-79 0 0 0,109 66 18 0 0,3-4 0 0 0,-114-126 0 0 0,158 150-59 0 0,2-2-1 0 0,3-2 1 0 0,2-1 0 0 0,3-2-1 0 0,-44-102 1 0 0,44 70-19 0 0,5-1 1 0 0,-33-160 0 0 0,47 139-93 0 0,5 0 1 0 0,5-1 0 0 0,10-144-1 0 0,5 150 32 0 0,5 1 1 0 0,4 0-1 0 0,5 2 0 0 0,5 0 0 0 0,5 1 1 0 0,4 2-1 0 0,81-162 0 0 0,-57 156 123 0 0,4 2-1 0 0,119-148 1 0 0,-120 181 21 0 0,3 2 1 0 0,3 4-1 0 0,137-107 1 0 0,-101 102-77 0 0,162-85 0 0 0,127-31-44 0 0,-264 133-32 0 0,3 6 1 0 0,2 6-1 0 0,2 6 0 0 0,1 6 1 0 0,2 6-1 0 0,203-14 1 0 0,-172 36-241 0 0,1 7 1 0 0,270 37 0 0 0,-243-5-1292 0 0,369 112-1 0 0,-306-51-2241 0 0,404 193-4161 0 0,-338-132 982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22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4410 227 1704 0 0,'29'3'9545'0'0,"-21"-2"-8857"0"0,-5-1 1032 0 0,2 0-692 0 0,11 1-310 0 0,-12-1 421 0 0,0 1-661 0 0,12 0-38 0 0,-12-1 560 0 0,0 1-754 0 0,9 1-41 0 0,-10-1 660 0 0,-13 1-797 0 0,-3 2-42 0 0,8-2-13 0 0,-1-1 1 0 0,0 1 0 0 0,0-1-1 0 0,1-1 1 0 0,-1 1 0 0 0,0-1-1 0 0,0 0 1 0 0,-8-1-1 0 0,-382-38 460 0 0,83 5-223 0 0,-87-3 1135 0 0,-163-14-57 0 0,326 30-1141 0 0,134 11-139 0 0,-248-20 25 0 0,-4 18 73 0 0,-371 8 169 0 0,535 1-211 0 0,-258-4 54 0 0,366 6-245 0 0,-19 0-898 0 0,34 3-4311 0 0,1-2-2785 0 0,36-2 831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23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1960 0 0,'0'0'5543'0'0,"0"5"-1640"0"0,30 191 2936 0 0,23 104-5608 0 0,-43-244-658 0 0,80 408 380 0 0,25 222 788 0 0,-80-471-1399 0 0,8 66 18 0 0,-28-170-243 0 0,25 226 168 0 0,-8 209-94 0 0,-14 216-357 0 0,-10-420 525 0 0,-1 221 1351 0 0,-35 273-1469 0 0,10-382-744 0 0,26-33 1004 0 0,-6-369-309 0 0,31 346 1484 0 0,18-1 333 0 0,12 155-592 0 0,-53-391-1839 0 0,-16 225-1 0 0,-2-287 105 0 0,-15 272-647 0 0,24 2 502 0 0,25-29 464 0 0,-1-16 50 0 0,-19-191-261 0 0,-9-70-2395 0 0,-5-3-7294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25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5481 165 4368 0 0,'-10'-65'10401'0'0,"6"44"-8296"0"0,1 0 0 0 0,0-21-1 0 0,0 27-1318 0 0,2 14-519 0 0,1 7 1365 0 0,62 195-1803 0 0,-56-182 138 0 0,207 736 673 0 0,-123-189-568 0 0,-47 6-1 0 0,-43-566-66 0 0,38 655 367 0 0,-19-1-518 0 0,-19-572 108 0 0,0 338-246 0 0,-40 477 143 0 0,12-454 328 0 0,-1 7-167 0 0,4-104-80 0 0,-31 479-599 0 0,33-370 302 0 0,4 464 568 0 0,15-500 387 0 0,-25-3 68 0 0,-22-40-418 0 0,27-161-340 0 0,23-183 93 0 0,1 0 1 0 0,2 0-1 0 0,13 68 1 0 0,4-28 70 0 0,32 87 0 0 0,67 111 497 0 0,-21-95-787 0 0,-91-170 190 0 0,2 2 45 0 0,-1 0 0 0 0,0 1 0 0 0,9 24 0 0 0,-9-9-110 0 0,-7-25 72 0 0,0-1-46 0 0,0 1 22 0 0,0-1 42 0 0,0-1 0 0 0,0 1-1 0 0,-1 0 1 0 0,1-1-1 0 0,-1 1 1 0 0,1-1 0 0 0,-1 1-1 0 0,0-1 1 0 0,0 1-1 0 0,0-1 1 0 0,0 0 0 0 0,0 0-1 0 0,-1 1 1 0 0,1-1-1 0 0,-1 0 1 0 0,1 0 0 0 0,-1 0-1 0 0,0 0 1 0 0,0-1-1 0 0,-3 3 1 0 0,-19 9-4 0 0,0-2-1 0 0,-1-1 1 0 0,-1 0-1 0 0,-35 7 1 0 0,-4 2-11 0 0,-33 13-34 0 0,-180 33 0 0 0,-54-26 196 0 0,-109-34 22 0 0,105-3-65 0 0,127 4-119 0 0,-344 6-137 0 0,-1-32 12 0 0,-174-68-10 0 0,282 26 341 0 0,-404-38 336 0 0,482 71-1583 0 0,188 18-1961 0 0,2-5-3712 0 0,91 5 2271 0 0,23-1-3123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27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1885 42 2240 0 0,'0'0'12506'0'0,"4"2"-10969"0"0,14 6-353 0 0,-14-6 2671 0 0,-16 0-3555 0 0,1 0-225 0 0,-8 0 76 0 0,1 1-1 0 0,-31-2 1 0 0,-371-32 888 0 0,-21-1-519 0 0,414 32-550 0 0,-350 0 424 0 0,299 4-1320 0 0,1 4 1 0 0,-136 31-1 0 0,174-28-4895 0 0,-64 26 0 0 0,76-24-1072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27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1495 76 2448 0 0,'4'1'5524'0'0,"8"2"-2164"0"0,-11-3-2960 0 0,0 0 0 0 0,0 1 0 0 0,0-1 0 0 0,-1 0 0 0 0,1 0 0 0 0,0 1 0 0 0,0-1 0 0 0,-1 0 0 0 0,1 1 0 0 0,0-1 0 0 0,0 1 1 0 0,-1-1-1 0 0,1 1 0 0 0,-1-1 0 0 0,1 1 0 0 0,0-1 0 0 0,-1 1 0 0 0,1 1 0 0 0,-10 1 95 0 0,6-3-458 0 0,-8 4 94 0 0,-1-1 0 0 0,1-1-1 0 0,-1 0 1 0 0,1 0 0 0 0,-18-1 0 0 0,-403-42 1031 0 0,288 22-984 0 0,127 17-302 0 0,-320-34 1051 0 0,168 29-2077 0 0,0 11-4600 0 0,53 5-1530 0 0,74-7 1827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27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1874 130 7513 0 0,'-54'-13'5624'0'0,"-67"-14"646"0"0,-61-5-3680 0 0,-90 1-943 0 0,-290 5 0 0 0,182 46-4452 0 0,254-2-1715 0 0,1 5-3468 0 0,74-10 770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28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1307 1 1064 0 0,'-2'4'6584'0'0,"-1"1"-5689"0"0,1 0 0 0 0,-1 0-1 0 0,0-1 1 0 0,-1 1 0 0 0,1-1 0 0 0,-1 1-1 0 0,0-1 1 0 0,0-1 0 0 0,-8 7 0 0 0,-1-2-341 0 0,-1-1 1 0 0,0-1 0 0 0,0 0 0 0 0,0-1 0 0 0,-30 7-1 0 0,-76 7 499 0 0,104-17-923 0 0,-455 24-203 0 0,357-23-1529 0 0,-213-6-9304 0 0,226-4 5140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28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1291 23 8089 0 0,'-35'-3'5552'0'0,"-2"-1"-2972"0"0,-12-3-595 0 0,-11 4-297 0 0,-7-3-432 0 0,-24 6-296 0 0,-7 0-84 0 0,-9 6-288 0 0,2 1-220 0 0,-3 3-348 0 0,3 6-180 0 0,-1 4-988 0 0,3 3-3576 0 0,10-7 1343 0 0,29-9-419 0 0,1-11-4189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29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1375 25 144 0 0,'10'-3'2469'0'0,"24"-9"9784"0"0,-19 6-4979 0 0,-25 5-6281 0 0,-49-1-180 0 0,-111 8 0 0 0,99-1-742 0 0,-334 26-1318 0 0,133-4-2637 0 0,161-15 763 0 0,-122 3-4490 0 0,131-16 1404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29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1712 101 8237 0 0,'-53'-21'5388'0'0,"9"10"-2880"0"0,-6-1-591 0 0,-5 1-229 0 0,-25 0-448 0 0,-14 1-424 0 0,-5-1-304 0 0,-16 2-272 0 0,-6 4-372 0 0,-6 5-392 0 0,-6 2-1076 0 0,-4 3-2553 0 0,-2-3 797 0 0,9-6-184 0 0,5-1-2941 0 0</inkml:trace>
  <inkml:trace contextRef="#ctx0" brushRef="#br0" timeOffset="1">1742 1070 1616 0 0,'-8'9'13213'0'0,"-52"-7"-10852"0"0,1 0-289 0 0,-12-2-548 0 0,-41-2-316 0 0,-11-2-188 0 0,-18 1-308 0 0,-38-1-260 0 0,36 1-240 0 0,-2 5-444 0 0,-38 6-496 0 0,6 3-4184 0 0,53 5 1335 0 0,10-5-115 0 0,11-6-4797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29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1783 112 3456 0 0,'0'0'14742'0'0,"-55"10"-12746"0"0,-11-12-540 0 0,-33-3-404 0 0,-22-5-288 0 0,-56-5-304 0 0,-12 5-292 0 0,-8-4-336 0 0,1-1-520 0 0,1 7-4180 0 0,6-5 1339 0 0,15-1-187 0 0,50-2-4649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30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1659 125 3432 0 0,'-10'10'11309'0'0,"7"-10"-10650"0"0,1 1 1 0 0,0 0 0 0 0,0-1-1 0 0,0 1 1 0 0,-1-1 0 0 0,1 1-1 0 0,-3-1 1 0 0,-232 7 3769 0 0,-1-13-3564 0 0,-239-28-4522 0 0,-42-36-8196 0 0,362 35 4811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31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496 0 2024 0 0,'0'0'9616'0'0,"-7"6"-6982"0"0,-22 15-1093 0 0,28-20-1444 0 0,1 0 0 0 0,-1-1 0 0 0,0 1 0 0 0,0 0 0 0 0,1 0-1 0 0,-1-1 1 0 0,0 1 0 0 0,0-1 0 0 0,0 1 0 0 0,0-1 0 0 0,0 1-1 0 0,0-1 1 0 0,0 0 0 0 0,0 1 0 0 0,0-1 0 0 0,0 0-1 0 0,-1 1 1 0 0,-9 0 1081 0 0,-18 8 523 0 0,26-8-1268 0 0,0 0-5 0 0,-10 5 27 0 0,10-4-57 0 0,1 0-16 0 0,-1 1-181 0 0,-1 0 0 0 0,1 1 0 0 0,1 0 0 0 0,-1 0 1 0 0,1-1-1 0 0,-1 2 0 0 0,1-1 0 0 0,-2 5 0 0 0,-14 42 512 0 0,5-12-349 0 0,0-7-70 0 0,-1-1 0 0 0,-2-1 0 0 0,-38 57 0 0 0,42-71-743 0 0,-1-1 0 0 0,-30 28 0 0 0,30-32-841 0 0,-1-1-1 0 0,0 0 0 0 0,0-1 0 0 0,-17 7 1 0 0,26-13 102 0 0,-1-1 1 0 0,1 0 0 0 0,-1 0-1 0 0,1 0 1 0 0,-1-1 0 0 0,-10 1-1 0 0,-6-1-6536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31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5849 0 0,'9'1'1755'0'0,"2"-1"326"0"0,2 5 2510 0 0,-1 0-3535 0 0,0 1 1 0 0,0 0-1 0 0,17 12 1 0 0,-10-3-236 0 0,69 55 1021 0 0,-44-33-1365 0 0,1-1 1 0 0,1-3 0 0 0,2-2-1 0 0,78 38 1 0 0,-67-43-210 0 0,-15-7-2171 0 0,-19-6-3930 0 0,-15-8 1377 0 0,-4-3 2913 0 0,-3-1 76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32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685 1 2176 0 0,'-14'25'6893'0'0,"-6"-8"-2565"0"0,0 3-2176 0 0,-15 3-567 0 0,-5 2-293 0 0,-4-4-284 0 0,-6 2-252 0 0,-15 2-324 0 0,13-4-308 0 0,-4-5-312 0 0,-15 3-364 0 0,15-4-3533 0 0,0-5 665 0 0,1-5-24 0 0,5-6-2853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33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20 3136 0 0,'-13'-19'16993'0'0,"14"25"-14687"0"0,8 20-1333 0 0,19 41-1579 0 0,4-11 792 0 0,62 86 0 0 0,55 41-4019 0 0,-56-84 24 0 0,-82-90 3748 0 0,0 1 0 0 0,0-2-1 0 0,1 1 1 0 0,0-2 0 0 0,0 0 0 0 0,1 0-1 0 0,17 6 1 0 0,-29-12 146 0 0,1-1 0 0 0,-1 1-1 0 0,0-1 1 0 0,1 0 0 0 0,-1 0 0 0 0,0 0-1 0 0,1 1 1 0 0,-1-1 0 0 0,0 0 0 0 0,1 0-1 0 0,-1-1 1 0 0,3 1 0 0 0,0-1 136 0 0,0 1 493 0 0,1-3-25 0 0,0 0-448 0 0,-3 2-165 0 0,-1 0 0 0 0,1 0 0 0 0,0 0 0 0 0,-1 0 0 0 0,1 0 0 0 0,0-1 0 0 0,-1 1 1 0 0,1-1-1 0 0,-1 1 0 0 0,0-1 0 0 0,0 1 0 0 0,1-1 0 0 0,-1 0 0 0 0,0 1 0 0 0,0-1 0 0 0,-1 0 0 0 0,2-4 0 0 0,5-19 563 0 0,-1 0-1 0 0,4-41 0 0 0,-7 43-122 0 0,-2 17-269 0 0,0 1 0 0 0,1 0 0 0 0,0 0 0 0 0,2-6-1 0 0,-2 8-92 0 0,-1-1 0 0 0,1 1-1 0 0,-1-1 1 0 0,0 1 0 0 0,0-1-1 0 0,1-7 1 0 0,-2 11 61 0 0,1-1-203 0 0,-1 1-1 0 0,0 0 1 0 0,0-1-1 0 0,0 1 0 0 0,1 0 1 0 0,-1 0-1 0 0,0-1 1 0 0,1 1-1 0 0,-1 0 1 0 0,0 0-1 0 0,0-1 0 0 0,1 1 1 0 0,-1 0-1 0 0,0 0 1 0 0,1 0-1 0 0,-1 0 1 0 0,0 0-1 0 0,1-1 0 0 0,-1 1 1 0 0,1 0-1 0 0,-1 0 1 0 0,0 0-1 0 0,1 0 1 0 0,-1 0-1 0 0,0 0 0 0 0,1 0 1 0 0,-1 0-1 0 0,1 0 1 0 0,-1 0-1 0 0,0 1 1 0 0,1-1-1 0 0,-1 0 0 0 0,0 0 1 0 0,1 0-1 0 0,-1 0 1 0 0,0 0-1 0 0,1 1 1 0 0,-1-1-1 0 0,0 0 0 0 0,1 0 1 0 0,-1 1-1 0 0,0-1 1 0 0,0 0-1 0 0,1 0 1 0 0,-1 1-1 0 0,0-1 0 0 0,0 0 1 0 0,1 1-1 0 0,0 1-9 0 0,2 5 20 0 0,1 1-1 0 0,-1-1 1 0 0,0 1-1 0 0,0 0 1 0 0,-1 0 0 0 0,0 0-1 0 0,1 11 1 0 0,-1 1-2 0 0,-2 0-1 0 0,0 0 1 0 0,-6 36 0 0 0,4-49-12 0 0,1 0 0 0 0,-1 0 0 0 0,0 0 0 0 0,-1 0 0 0 0,0-1 0 0 0,0 1 0 0 0,0-1 0 0 0,-1 1 0 0 0,1-1 0 0 0,-2 0 0 0 0,1-1 0 0 0,-1 1 0 0 0,0-1 0 0 0,-6 6 0 0 0,8-8-17 0 0,-1 0-1 0 0,0 0 1 0 0,0 0 0 0 0,0-1-1 0 0,-1 1 1 0 0,1-1-1 0 0,-1 0 1 0 0,1 0-1 0 0,-1 0 1 0 0,0-1-1 0 0,1 0 1 0 0,-1 0 0 0 0,0 0-1 0 0,0 0 1 0 0,0-1-1 0 0,0 0 1 0 0,0 0-1 0 0,-9-1 1 0 0,2-1-1 0 0,-24-7 0 0 0,32 8 6 0 0,-1 0-1 0 0,1-1 1 0 0,0 0-1 0 0,0 0 1 0 0,1 0 0 0 0,-1 0-1 0 0,0 0 1 0 0,1-1-1 0 0,-1 0 1 0 0,1 0-1 0 0,-4-3 1 0 0,-12-26 118 0 0,17 25-66 0 0,5-9-14 0 0,-3 16-32 0 0,0-1 0 0 0,0 1-1 0 0,0 0 1 0 0,0-1 0 0 0,0 1-1 0 0,1-1 1 0 0,-1 1 0 0 0,0-1-1 0 0,0 1 1 0 0,0-1 0 0 0,1 1 0 0 0,-1 0-1 0 0,0-1 1 0 0,1 1 0 0 0,-1 0-1 0 0,0-1 1 0 0,1 1 0 0 0,-1 0-1 0 0,0-1 1 0 0,1 1 0 0 0,2-3 7 0 0,1-1-9 0 0,1 0 0 0 0,0 0 0 0 0,0 0 0 0 0,0 0 0 0 0,1 1 0 0 0,-1 0 1 0 0,10-4-1 0 0,8 0 10 0 0,0 1 1 0 0,0 0 0 0 0,1 2-1 0 0,-1 1 1 0 0,32 0 0 0 0,122 7 46 0 0,-171-3-56 0 0,397 41-297 0 0,-137 7-3673 0 0,-134-28-7628 0 0,-104-19 4839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34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1384 168 64 0 0,'0'0'6209'0'0,"-28"-1"-1797"0"0,3 1-1156 0 0,-9-2-1756 0 0,-4 4-291 0 0,-14-2-277 0 0,-4 0-80 0 0,-5 0-96 0 0,-8-2-100 0 0,-23-5-232 0 0,-9 0-172 0 0,-10-5-244 0 0,-10-5-212 0 0,-3 0-440 0 0,3-2-3329 0 0,0-3 501 0 0,7-8 116 0 0,-1-3-2765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35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1551 153 7745 0 0,'-40'-22'5136'0'0,"-7"1"-2584"0"0,-2 2-827 0 0,-23-4-229 0 0,1 3-256 0 0,-9 4-324 0 0,-7 4-224 0 0,-13 3-168 0 0,-2 2-164 0 0,-9 9-180 0 0,-8-4-80 0 0,2 4-496 0 0,2 1-1188 0 0,-3 1-2664 0 0,7-6 971 0 0,6-2-387 0 0,-2-3-3073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37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834 52 3776 0 0,'0'0'11407'0'0,"-1"-3"-8880"0"0,-5-9-637 0 0,6 11-1782 0 0,0 0-1 0 0,-1 1 1 0 0,1-1-1 0 0,-1 0 1 0 0,1 1-1 0 0,-1-1 0 0 0,1 1 1 0 0,-1-1-1 0 0,1 1 1 0 0,-1-1-1 0 0,1 1 1 0 0,-1-1-1 0 0,0 1 0 0 0,1 0 1 0 0,-1-1-1 0 0,1 1 1 0 0,-1 0-1 0 0,0 0 1 0 0,0-1-1 0 0,1 1 0 0 0,-2 0 1 0 0,1 0 203 0 0,-8-5 122 0 0,-1 2 0 0 0,1-1 0 0 0,0 1 0 0 0,-1 1 0 0 0,0 0 0 0 0,-12-2 0 0 0,-60 1 334 0 0,62 2-600 0 0,-257 7-3124 0 0,-4-1-9596 0 0,208-7 4583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37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1746 6 2320 0 0,'0'0'17598'0'0,"-14"1"-16433"0"0,-144-4 1320 0 0,-304 0-494 0 0,-1 24-3687 0 0,316-13 366 0 0,-42 6-3866 0 0,-25 0-3090 0 0,115-11 1995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38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1095 0 704 0 0,'-51'9'13753'0'0,"-1"-4"-7414"0"0,-9 0-4279 0 0,-32-2-3193 0 0,29 0 2703 0 0,-193 5-681 0 0,98-3-2052 0 0,0 1-4378 0 0,25-2-2339 0 0,69-1 1042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39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621 5 3328 0 0,'0'0'14046'0'0,"18"-5"-7186"0"0,-102 25-6480 0 0,31-13-244 0 0,-5-2-300 0 0,-11 2-600 0 0,-21-2-4240 0 0,-3-2 1323 0 0,-6-4 41 0 0,7-6-5097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40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1061 1 1152 0 0,'4'1'7249'0'0,"13"5"3738"0"0,-29-4-9721 0 0,-182 15 1157 0 0,139-14-2148 0 0,-239 16 1117 0 0,1 19-4443 0 0,105 1-8827 0 0,143-28 4823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40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812 80 6569 0 0,'0'0'14425'0'0,"-77"-23"-13413"0"0,25 14-236 0 0,-11 0-312 0 0,-21 2-244 0 0,-6-2-372 0 0,-3 4-700 0 0,-9 2-3824 0 0,6 1 1347 0 0,6-4-499 0 0,25-1-4041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41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997 105 1704 0 0,'-20'-2'8457'0'0,"-10"-3"-3725"0"0,-14-4-2347 0 0,-9-3-361 0 0,-5-1-428 0 0,-27-1-392 0 0,-1 0-384 0 0,-7 3-300 0 0,-4 1-368 0 0,-5 4-948 0 0,3 5-3964 0 0,3 1 1347 0 0,25-4-367 0 0,8 1-4305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41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1249 231 680 0 0,'0'0'16158'0'0,"-43"-52"-14266"0"0,5 37-340 0 0,-11-3-412 0 0,-23-5-240 0 0,-11 0-228 0 0,-3 2-272 0 0,-8 1-188 0 0,-5 6-352 0 0,0 2-820 0 0,-4 3-3732 0 0,11 0 1355 0 0,5 2-483 0 0,27 0-4077 0 0</inkml:trace>
  <inkml:trace contextRef="#ctx0" brushRef="#br0" timeOffset="1">756 921 3048 0 0,'0'0'8517'0'0,"9"15"1688"0"0,-39 3-9041 0 0,-4-11-288 0 0,-13-1-368 0 0,-15 1-284 0 0,-6-2-404 0 0,-25 2-492 0 0,-7 0-1296 0 0,-1 0-2532 0 0,7-3 1363 0 0,23-6-795 0 0,6 2-3461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4:41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1300 1 7273 0 0,'10'14'7072'0'0,"-8"0"-1499"0"0,-30 25-3709 0 0,-12-9-316 0 0,-31 7-316 0 0,-26-1-380 0 0,-54-3-456 0 0,-36-20-1296 0 0,-10-20-4372 0 0,7-25 1311 0 0,4-21 473 0 0,22-15-5941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43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53 5721 0 0,'0'0'8416'0'0,"0"-4"-6459"0"0,-7-33 3742 0 0,6 34-4161 0 0,-2 2-1250 0 0,-7-5-101 0 0,8 4 991 0 0,2 4-1120 0 0,0 0-1 0 0,0 0 0 0 0,0 0 1 0 0,-1-1-1 0 0,1 1 0 0 0,0 0 0 0 0,-1 0 1 0 0,-1 3-1 0 0,2-3-18 0 0,-1 0-1 0 0,0 0 1 0 0,1 0-1 0 0,0 0 0 0 0,-1 0 1 0 0,1 0-1 0 0,0 1 1 0 0,0-1-1 0 0,0 0 1 0 0,0 0-1 0 0,1 4 1 0 0,2 23-106 0 0,1 1 1 0 0,1-1 0 0 0,2 0-1 0 0,1-1 1 0 0,16 40 0 0 0,25 29-3674 0 0,9-5-8543 0 0,-43-70 5502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43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32 8001 0 0,'0'0'4511'0'0,"-1"-2"-1626"0"0,-3-11 4747 0 0,7 10-7439 0 0,13-8 60 0 0,-12 8 52 0 0,0 4 26 0 0,3 0-116 0 0,0 0 0 0 0,0 0-1 0 0,0 1 1 0 0,0 0 0 0 0,0 1 0 0 0,-1-1 0 0 0,1 1-1 0 0,-1 1 1 0 0,10 6 0 0 0,-7-1-137 0 0,0 1 1 0 0,-1 1-1 0 0,0-1 0 0 0,-1 1 0 0 0,0 1 1 0 0,-1-1-1 0 0,0 1 0 0 0,7 20 0 0 0,-2 5-81 0 0,12 61 0 0 0,-19-74-264 0 0,-2 0-1 0 0,-1 0 1 0 0,-2 32 0 0 0,1-49 176 0 0,-1 1 1 0 0,0-1-1 0 0,-1 1 1 0 0,0-1-1 0 0,0 0 1 0 0,0 0 0 0 0,-1 0-1 0 0,0 0 1 0 0,0-1-1 0 0,-1 1 1 0 0,-6 9-1 0 0,9-15 80 0 0,0 0 0 0 0,0 0 1 0 0,1 0-1 0 0,-1-1 0 0 0,0 1 0 0 0,0 0 0 0 0,0 0 0 0 0,0 0 0 0 0,0-1 0 0 0,0 1 0 0 0,0-1 0 0 0,0 1 0 0 0,-2 0 0 0 0,-1 0-5 0 0,-9 4-1 0 0,4-6-10 0 0,0-2 30 0 0,1 1 0 0 0,0-1-1 0 0,0 0 1 0 0,1-1 0 0 0,-1 0 0 0 0,-10-7 0 0 0,10 6 19 0 0,1-1 0 0 0,-1-1 0 0 0,1 0 0 0 0,1 0 0 0 0,-1 0-1 0 0,1-1 1 0 0,0 1 0 0 0,-5-12 0 0 0,10 18-17 0 0,1 0-1 0 0,-1 0 1 0 0,0 0 0 0 0,1 0-1 0 0,-1 0 1 0 0,1 0-1 0 0,0 0 1 0 0,-1 0-1 0 0,1-1 1 0 0,0 1-1 0 0,-1 0 1 0 0,1 0 0 0 0,0 0-1 0 0,0-2 1 0 0,0-1 0 0 0,4 0-6 0 0,-1 0 0 0 0,0 1-1 0 0,1 0 1 0 0,-1 0-1 0 0,1 1 1 0 0,-1-1 0 0 0,1 1-1 0 0,0 0 1 0 0,0-1 0 0 0,0 2-1 0 0,1-1 1 0 0,-1 0-1 0 0,0 1 1 0 0,0 0 0 0 0,1 0-1 0 0,-1 0 1 0 0,7 0 0 0 0,21 0-208 0 0,-1 0 0 0 0,1 2 0 0 0,54 9 0 0 0,95 28-3222 0 0,-108-21-97 0 0,96 19-4224 0 0,-75-18 1203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44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82 592 0 0,'-1'-4'5763'0'0,"-9"-23"2761"0"0,7 19-8100 0 0,-3-6 1389 0 0,4 11-1511 0 0,1 1 520 0 0,1 2-781 0 0,0-1 0 0 0,0 1-1 0 0,0 0 1 0 0,0-1 0 0 0,0 1 0 0 0,0 0-1 0 0,0 0 1 0 0,0-1 0 0 0,0 1-1 0 0,0 0 1 0 0,0-1 0 0 0,0 1-1 0 0,0 0 1 0 0,0-1 0 0 0,0 1 0 0 0,0 0-1 0 0,0 0 1 0 0,0-1 0 0 0,0 1-1 0 0,0 0 1 0 0,-1-1 0 0 0,1 1-1 0 0,0 0 1 0 0,0 0 0 0 0,-1-1 0 0 0,-1-7 1599 0 0,6 7-1333 0 0,12-5-14 0 0,-16 6-280 0 0,1 0 0 0 0,-1 0 0 0 0,0-1 0 0 0,1 1 0 0 0,-1 0 0 0 0,1 0 0 0 0,-1 0 0 0 0,1 0 0 0 0,-1 0 1 0 0,0 0-1 0 0,1 0 0 0 0,-1 0 0 0 0,1 0 0 0 0,-1 0 0 0 0,0 0 0 0 0,1 0 0 0 0,-1 1 0 0 0,1-1 0 0 0,-1 0 0 0 0,0 0 1 0 0,1 0-1 0 0,15 6 176 0 0,141 48 1552 0 0,-123-40-1198 0 0,-1 1 1 0 0,50 31-1 0 0,-60-28-328 0 0,-21-16-294 0 0,-1 0-84 0 0,2 10-151 0 0,-5-11 288 0 0,1-1 0 0 0,-1 1 1 0 0,1 0-1 0 0,-1-1 1 0 0,1 1-1 0 0,0 0 1 0 0,-1 0-1 0 0,1 0 0 0 0,0 0 1 0 0,-2 2-1 0 0,-3 2-40 0 0,-3-1-12 0 0,-1 0-1 0 0,1-1 0 0 0,-1 0 1 0 0,0-1-1 0 0,0 0 0 0 0,1 0 1 0 0,-1-1-1 0 0,-11 0 0 0 0,7 1 31 0 0,-50 1-93 0 0,40-2 297 0 0,-1 0 1 0 0,1 2-1 0 0,-32 7 0 0 0,55-10-143 0 0,0 1 0 0 0,1-1-1 0 0,-1 0 1 0 0,0 0 0 0 0,1 1 0 0 0,-1-1-1 0 0,0 0 1 0 0,1 1 0 0 0,-1-1 0 0 0,1 0-1 0 0,-1 1 1 0 0,0-1 0 0 0,1 1 0 0 0,-1 0-1 0 0,-1 1 16 0 0,0 0 108 0 0,7 5-5 0 0,0 0-95 0 0,1 0-1 0 0,0 1 0 0 0,0-2 1 0 0,1 1-1 0 0,0-1 0 0 0,12 9 1 0 0,119 68 633 0 0,37 24 179 0 0,-171-104-851 0 0,0 0 0 0 0,0 0-1 0 0,0 0 1 0 0,-1 0 0 0 0,1 1 0 0 0,-1 0-1 0 0,0-1 1 0 0,3 5 0 0 0,-5-6 42 0 0,-5 2-30 0 0,1-2-25 0 0,1 0 0 0 0,-1 0 0 0 0,0 0 0 0 0,0 0-1 0 0,0-1 1 0 0,0 1 0 0 0,0-1 0 0 0,-1 0 0 0 0,1 0-1 0 0,0 0 1 0 0,-1 0 0 0 0,1 0 0 0 0,-1-1-1 0 0,1 0 1 0 0,-7 0 0 0 0,-64-1-347 0 0,-83-12 0 0 0,-75-22-674 0 0,119 17-274 0 0,-8-1-2898 0 0,-108-17-4171 0 0,115 16 366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48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24 784 0 0,'0'0'5119'0'0,"-3"-2"-4008"0"0,-9-3-571 0 0,9 4-520 0 0,0 0-596 0 0,-12-6 7359 0 0,5-1 1657 0 0,-3 65-7963 0 0,10-47-411 0 0,2-4-14 0 0,0 1 0 0 0,0-1 0 0 0,0 12-1 0 0,1-16-36 0 0,1 26 46 0 0,-1-26-29 0 0,0 0 1 0 0,1 0-1 0 0,-1 0 1 0 0,0 0-1 0 0,1-1 1 0 0,0 1-1 0 0,-1 0 1 0 0,1 0-1 0 0,0-1 1 0 0,0 1-1 0 0,0 0 1 0 0,0-1-1 0 0,0 1 1 0 0,1 1-1 0 0,10 6 138 0 0,-5-6 28 0 0,7-3-64 0 0,1 0 0 0 0,-1-1 0 0 0,0 0-1 0 0,0-1 1 0 0,0-1 0 0 0,18-5 0 0 0,2-3 83 0 0,47-23 1 0 0,-14-4-628 0 0,-42 21 213 0 0,-15 10 118 0 0,-5 3 73 0 0,-1 1-47 0 0,-5 12 494 0 0,-17 41-367 0 0,-26 82-524 0 0,13-5-2955 0 0,6 1-8394 0 0,19-95 5169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49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461 1 7553 0 0,'0'0'16705'0'0,"2"8"-16486"0"0,1 2-135 0 0,-1-4-13 0 0,-1 0 0 0 0,1 1 0 0 0,-1-1 1 0 0,0 8-1 0 0,0 3 91 0 0,-1 0 0 0 0,0 0 0 0 0,-1 1 0 0 0,-1-1-1 0 0,-1 0 1 0 0,0 0 0 0 0,-1-1 0 0 0,-1 1 0 0 0,-1-1 0 0 0,-12 26 0 0 0,8-22-230 0 0,-1-1 0 0 0,-1 0 0 0 0,-1 0 0 0 0,0-2 1 0 0,-1 0-1 0 0,-1 0 0 0 0,-1-1 0 0 0,-19 15 0 0 0,-113 76-2848 0 0,115-86-2202 0 0,-39 16 1 0 0,51-28 1056 0 0,2-4-2054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50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8573 0 0,'9'-9'3770'0'0,"-7"7"-3120"0"0,0 0 1 0 0,0 0-1 0 0,0 0 0 0 0,0 0 0 0 0,1 0 0 0 0,-1 1 0 0 0,1-1 1 0 0,-1 1-1 0 0,1-1 0 0 0,-1 1 0 0 0,4-1 0 0 0,-2 0-241 0 0,-2 1-283 0 0,-1 0 0 0 0,0 0 0 0 0,1 1 0 0 0,-1-1 0 0 0,1 1 0 0 0,-1-1 0 0 0,1 1 0 0 0,-1 0 0 0 0,1 0 1 0 0,-1-1-1 0 0,1 1 0 0 0,-1 0 0 0 0,4 1 0 0 0,6-1 126 0 0,0 2 1 0 0,1-1 0 0 0,-1 2-1 0 0,0 0 1 0 0,0 0 0 0 0,0 1-1 0 0,0 0 1 0 0,14 8 0 0 0,84 54 104 0 0,-95-57-275 0 0,103 68 152 0 0,139 90-567 0 0,-212-137-716 0 0,3 2-3622 0 0,-38-26 1686 0 0,1-1 0 0 0,21 8 0 0 0,-12-8-4513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50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60 258 3200 0 0,'0'0'14260'0'0,"0"3"-13338"0"0,-3 13 5081 0 0,8-71-5812 0 0,-5 34-54 0 0,-2 14-104 0 0,-1 1 7 0 0,0-6 50 0 0,0 1-1 0 0,-9-20 1 0 0,5 13-33 0 0,-1 5 9 0 0,7 12-59 0 0,1 0 0 0 0,-1 0 1 0 0,0 0-1 0 0,1 0 0 0 0,-1 0 0 0 0,1 0 1 0 0,-1 0-1 0 0,1 0 0 0 0,-1 0 1 0 0,1 0-1 0 0,0 0 0 0 0,-1 0 0 0 0,1-2 1 0 0,-2-2-80 0 0,-1-4 519 0 0,0 0 0 0 0,0 0 0 0 0,1-1 0 0 0,-2-16 0 0 0,5 25-433 0 0,-1 0-1 0 0,0 0 1 0 0,1-1-1 0 0,-1 1 1 0 0,1 0-1 0 0,0 0 1 0 0,-1 0-1 0 0,1 0 1 0 0,0 0-1 0 0,1-1 1 0 0,0-1 12 0 0,0 0 199 0 0,3 5-155 0 0,17 6-20 0 0,-20-7-47 0 0,-1-1 0 0 0,0 0 0 0 0,0 1 0 0 0,0-1 0 0 0,0 0 0 0 0,0 1 1 0 0,0 0-1 0 0,0-1 0 0 0,0 1 0 0 0,-1-1 0 0 0,1 1 0 0 0,0 0 0 0 0,0 0 0 0 0,0 0 0 0 0,-1-1 0 0 0,1 1 0 0 0,1 2 0 0 0,1 1-4 0 0,11 11-31 0 0,-1 1 1 0 0,0 0 0 0 0,15 25-1 0 0,6 8-200 0 0,-9-14-40 0 0,-13-17 176 0 0,0-1 1 0 0,2-1 0 0 0,19 19-1 0 0,12 3-1501 0 0,-42-36 1083 0 0,-1-1 1 0 0,0 0-1 0 0,1 0 0 0 0,-1 0 0 0 0,1-1 0 0 0,-1 1 0 0 0,1-1 0 0 0,-1 1 1 0 0,1-1-1 0 0,0 0 0 0 0,3 0 0 0 0,-4 0-494 0 0,1 0-2684 0 0,2-3-742 0 0,23-12-2914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6:57:51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5993 0 0,'0'0'10340'0'0,"3"31"-6199"0"0,-3 0-2765 0 0,0-14-424 0 0,-3 0-344 0 0,0 2-432 0 0,-3-1-808 0 0,0-1-4168 0 0,-3 2-2413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00:19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72 186 1064 0 0,'0'0'12008'0'0,"2"4"-10372"0"0,6 12-621 0 0,-6-12-329 0 0,1-3-304 0 0,7 1-285 0 0,-8-1-259 0 0,14 0-990 0 0,-11 0 342 0 0,0-1 0 0 0,0 0-1 0 0,0 0 1 0 0,9-1 0 0 0,-9 1 470 0 0,18-4-480 0 0,49-12 1092 0 0,112-11 1 0 0,206 5 2389 0 0,-10 0 1582 0 0,-12-11-1441 0 0,140 19-1019 0 0,-483 15-1739 0 0,338 24 556 0 0,-311-17-269 0 0,-49-7 277 0 0,-13 1-458 0 0,-29 6 32 0 0,-59 4 0 0 0,-249-8 389 0 0,272-5-510 0 0,-306-17 387 0 0,0-15 37 0 0,128 9-319 0 0,245 24-156 0 0,-622-44-9 0 0,599 42-26 0 0,-194-10-240 0 0,219 12 236 0 0,-10 0-8 0 0,12 0 40 0 0,-11-3-218 0 0,12 3 24 0 0,14 0-152 0 0,129 6 225 0 0,63-1 42 0 0,204 10 99 0 0,-219-6 14 0 0,172 14 128 0 0,-260-15-463 0 0,295 34 1693 0 0,-200-8-2680 0 0,-4 14-3991 0 0,-164-39 3122 0 0,0-1-1 0 0,0-2 0 0 0,53 6 1 0 0,2-15-6207 0 0,-82 3 8358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18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727 2219 2048 0 0,'61'26'12976'0'0,"-4"-3"-11500"0"0,-54-22-2030 0 0,13-1 670 0 0,-12 0 1852 0 0,-1-2-1299 0 0,9-7 31 0 0,-9 6-54 0 0,-2-1-114 0 0,0-2-368 0 0,-1-17 658 0 0,-3-4-289 0 0,-1 0 1 0 0,-13-46-1 0 0,-27-58 475 0 0,34 103-765 0 0,-97-256 1317 0 0,54 144-929 0 0,-165-454 2033 0 0,186 509-2281 0 0,-131-402 1611 0 0,156 461-1905 0 0,1 0 1 0 0,2 0-1 0 0,1 0 1 0 0,-1-53 0 0 0,5 71-98 0 0,-1 0 0 0 0,2 0 1 0 0,-1-1-1 0 0,1 1 0 0 0,0 0 1 0 0,1 0-1 0 0,0 1 1 0 0,0-1-1 0 0,0 0 0 0 0,1 1 1 0 0,0 0-1 0 0,1 0 0 0 0,5-7 1 0 0,-6 10-8 0 0,0 0 1 0 0,1-1-1 0 0,-1 1 1 0 0,1 1-1 0 0,0-1 1 0 0,0 1-1 0 0,1 0 0 0 0,-1 0 1 0 0,0 0-1 0 0,1 1 1 0 0,0 0-1 0 0,-1 0 1 0 0,1 0-1 0 0,0 1 0 0 0,0 0 1 0 0,0 0-1 0 0,0 0 1 0 0,12 1-1 0 0,-2 1 25 0 0,1 1-1 0 0,0 1 1 0 0,-1 0-1 0 0,0 2 0 0 0,0-1 1 0 0,0 2-1 0 0,0 0 1 0 0,-1 1-1 0 0,0 0 1 0 0,26 19-1 0 0,-16-8 24 0 0,0 1-1 0 0,-2 1 0 0 0,0 1 1 0 0,-1 1-1 0 0,19 27 0 0 0,-16-16-13 0 0,-2 2 0 0 0,-1 1 0 0 0,-2 0 0 0 0,-1 2 0 0 0,-2 0 0 0 0,-2 1 0 0 0,-1 0-1 0 0,10 52 1 0 0,-13-35-147 0 0,-2 0 0 0 0,-3 1 0 0 0,-2 0-1 0 0,-2 1 1 0 0,-10 83 0 0 0,6-117-29 0 0,-2 0 0 0 0,0-1 1 0 0,-2 0-1 0 0,-1 0 0 0 0,-13 32 0 0 0,16-47 90 0 0,1 0-1 0 0,-2 0 1 0 0,1-1-1 0 0,-1 1 0 0 0,0-1 1 0 0,-1 0-1 0 0,1 0 0 0 0,-1-1 1 0 0,-1 0-1 0 0,1 0 1 0 0,-1 0-1 0 0,0-1 0 0 0,-1 0 1 0 0,1 0-1 0 0,-1-1 1 0 0,0 0-1 0 0,-15 6 0 0 0,9-7-67 0 0,-1 0 0 0 0,1-1-1 0 0,-1 0 1 0 0,0-1 0 0 0,1-1-1 0 0,-1 0 1 0 0,0-1 0 0 0,-19-4-1 0 0,-5-3-833 0 0,-69-25 0 0 0,56 13-1232 0 0,2-3-1 0 0,1-1 1 0 0,0-3-1 0 0,2-2 1 0 0,2-2-1 0 0,-51-44 1 0 0,18 7-5724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19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616 16 8373 0 0,'-1'-3'5002'0'0,"-6"-10"3864"0"0,3 18-8023 0 0,-4 6-487 0 0,0 0 0 0 0,1 0 0 0 0,-8 18 0 0 0,-19 48 604 0 0,26-56-758 0 0,-23 50 341 0 0,-97 205 633 0 0,107-237-1080 0 0,-1-2 1 0 0,-41 52-1 0 0,51-76-536 0 0,1 0 1 0 0,-2-1 0 0 0,-22 16-1 0 0,24-20-639 0 0,0-1-1 0 0,0-1 0 0 0,-1 0 1 0 0,0 0-1 0 0,-19 5 0 0 0,24-9 16 0 0,0 0-1 0 0,0 0 0 0 0,0-1 0 0 0,0 0 1 0 0,0-1-1 0 0,0 0 0 0 0,-11 0 0 0 0,-15-7-7099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19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7081 0 0,'21'1'4024'0'0,"0"0"0"0"0,38 7 0 0 0,-40-3-3382 0 0,-1 0-1 0 0,0 1 1 0 0,0 1-1 0 0,-1 1 1 0 0,0 0 0 0 0,18 12-1 0 0,7 9-76 0 0,-2 1-1 0 0,-1 2 0 0 0,-1 2 1 0 0,39 46-1 0 0,123 166 809 0 0,-195-239-1357 0 0,62 82-202 0 0,83 103-67 0 0,-121-159-1723 0 0,2-1-1 0 0,1-2 0 0 0,55 41 1 0 0,-76-63 552 0 0,1-1 1 0 0,0 0-1 0 0,1 0 1 0 0,0-1-1 0 0,24 8 1 0 0,8-4-6786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19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1345 234 872 0 0,'0'0'18688'0'0,"-11"-1"-17503"0"0,-164-10 1641 0 0,56 8-1976 0 0,-161-25 0 0 0,-109-49-2349 0 0,175 19-1379 0 0,145 35-1366 0 0,1-2-4244 0 0,49 17 3086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0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882 94 5825 0 0,'0'0'13078'0'0,"-12"0"-11937"0"0,-182-8 1872 0 0,-128-20-1371 0 0,109-1-8187 0 0,112 10-1558 0 0,61 9 812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0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358 293 1744 0 0,'3'-18'17712'0'0,"0"17"-16556"0"0,9-1-259 0 0,-12 2-872 0 0,0 0 0 0 0,1 0-1 0 0,-1 0 1 0 0,0 0 0 0 0,1 0 0 0 0,-1 0-1 0 0,0 0 1 0 0,0 0 0 0 0,1 0-1 0 0,-1 0 1 0 0,0 0 0 0 0,0 0 0 0 0,1 0-1 0 0,-1 0 1 0 0,0 0 0 0 0,0 1-1 0 0,1-1 1 0 0,-1 0 0 0 0,0 0 0 0 0,0 0-1 0 0,1 0 1 0 0,-1 1 0 0 0,0-1-1 0 0,0 0 1 0 0,0 0 0 0 0,0 1-1 0 0,1-1 1 0 0,-1 0 0 0 0,0 0 0 0 0,0 1-1 0 0,0-1 1 0 0,26 30 571 0 0,-1 1-1 0 0,-2 1 1 0 0,27 48-1 0 0,49 116 208 0 0,-72-138-487 0 0,137 313 167 0 0,-129-265-404 0 0,-32-94-64 0 0,0 0 0 0 0,-1 0 0 0 0,0 0 0 0 0,-1 1 0 0 0,0-1 0 0 0,-2 19 0 0 0,1-30-3 0 0,0 1 1 0 0,-1 0-1 0 0,1-1 1 0 0,0 1-1 0 0,-1 0 1 0 0,0-1-1 0 0,1 1 1 0 0,-1-1-1 0 0,0 1 1 0 0,0-1-1 0 0,0 1 1 0 0,0-1-1 0 0,0 1 1 0 0,0-1-1 0 0,0 0 1 0 0,0 0-1 0 0,-1 0 1 0 0,1 1-1 0 0,0-1 1 0 0,-2 1-1 0 0,-6-2 60 0 0,-4-2-59 0 0,0-1-1 0 0,0 0 0 0 0,1-1 1 0 0,-1-1-1 0 0,1 0 0 0 0,0-1 0 0 0,1 0 1 0 0,-1 0-1 0 0,1-1 0 0 0,-15-13 0 0 0,-17-15-45 0 0,-42-45-1 0 0,84 79 34 0 0,-55-58 46 0 0,-63-83 0 0 0,-32-78 295 0 0,108 151-278 0 0,-36-83 0 0 0,59 108-75 0 0,2-1-1 0 0,3-1 1 0 0,-13-56-1 0 0,25 87-1 0 0,1 0 1 0 0,0 0-1 0 0,1 0 0 0 0,0-1 0 0 0,1 1 1 0 0,1 0-1 0 0,1 0 0 0 0,4-20 0 0 0,-5 30-17 0 0,0 0 0 0 0,1 0 0 0 0,0 0 0 0 0,0 0-1 0 0,0 0 1 0 0,1 1 0 0 0,-1-1 0 0 0,1 1-1 0 0,0-1 1 0 0,1 1 0 0 0,-1 0 0 0 0,1 0 0 0 0,-1 1-1 0 0,1-1 1 0 0,0 1 0 0 0,1 0 0 0 0,-1 0-1 0 0,1 0 1 0 0,-1 0 0 0 0,1 1 0 0 0,0 0 0 0 0,0 0-1 0 0,0 0 1 0 0,0 1 0 0 0,0-1 0 0 0,9 0-1 0 0,-4 1-124 0 0,0 1-1 0 0,0-1 0 0 0,0 2 0 0 0,0 0 0 0 0,0 0 0 0 0,0 1 1 0 0,13 4-1 0 0,65 27-1905 0 0,98 56-7035 0 0,-125-58 5691 0 0,21 11-4427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1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10 1216 0 0,'-6'-1'4133'0'0,"-29"-6"7513"0"0,28 6-10869 0 0,0 0-1 0 0,0 1 1 0 0,0 0-1 0 0,0 1 1 0 0,-12 1-1 0 0,2 2-453 0 0,0 0-1 0 0,1 1 1 0 0,0 0-1 0 0,0 2 1 0 0,0 0 0 0 0,1 1-1 0 0,-16 10 1 0 0,12-4-173 0 0,1 1-1 0 0,0 1 1 0 0,2 1-1 0 0,-1 0 1 0 0,2 1 0 0 0,0 1-1 0 0,2 0 1 0 0,0 1-1 0 0,-11 23 1 0 0,6-4 67 0 0,1 0 0 0 0,2 1 0 0 0,-18 77 0 0 0,-10 128 225 0 0,41-233-442 0 0,-11 74 110 0 0,-18 144 26 0 0,27-180-165 0 0,2 1 0 0 0,8 78 0 0 0,0-83-22 0 0,2-1-1 0 0,2 0 0 0 0,1-1 0 0 0,3 0 0 0 0,2-1 0 0 0,1-1 0 0 0,2 0 0 0 0,3-2 0 0 0,0 0 0 0 0,3-1 0 0 0,1-2 1 0 0,2 0-1 0 0,33 32 0 0 0,-7-14-281 0 0,3-2-1 0 0,97 70 1 0 0,-101-87 27 0 0,1-2 0 0 0,2-3 0 0 0,110 45 0 0 0,-74-42-1631 0 0,111 26 0 0 0,-133-45-1595 0 0,1-2 0 0 0,104 5 0 0 0,-54-16-3488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1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3072 0 0,'8'0'3357'0'0,"-5"-1"-2619"0"0,0 1 0 0 0,0 0 1 0 0,1 0-1 0 0,-1 0 1 0 0,0 1-1 0 0,0-1 0 0 0,0 1 1 0 0,0-1-1 0 0,0 1 1 0 0,0 0-1 0 0,0 0 0 0 0,-1 1 1 0 0,1-1-1 0 0,0 0 1 0 0,3 3-1 0 0,9 9-131 0 0,-1-1 1 0 0,-1 2-1 0 0,0 0 0 0 0,0 0 1 0 0,-2 2-1 0 0,0-1 1 0 0,11 21-1 0 0,57 129 479 0 0,-53-104-748 0 0,6 10-116 0 0,121 259 744 0 0,-15-23 90 0 0,-100-212-675 0 0,40 158 1 0 0,-64-198-360 0 0,-3 1 1 0 0,-3 1-1 0 0,-2 0 1 0 0,-2 0-1 0 0,-3 0 1 0 0,-3 0-1 0 0,-2 0 1 0 0,-14 74-1 0 0,5-74-754 0 0,-2-1 0 0 0,-3 0-1 0 0,-2-2 1 0 0,-2 0 0 0 0,-53 90-1 0 0,36-81-2444 0 0,-4-2-1 0 0,-2-2 1 0 0,-80 80-1 0 0,50-69-4693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7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1506 60 7145 0 0,'0'0'11955'0'0,"-11"0"-10154"0"0,-64-3 147 0 0,-285-2 3046 0 0,175 11-4555 0 0,-110 2-1309 0 0,-2-11-4003 0 0,264 1 2414 0 0,0-1-1 0 0,1-1 1 0 0,-1-2-1 0 0,-55-17 1 0 0,25-2-5023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8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2483 340 8573 0 0,'2'1'1540'0'0,"-1"0"-1280"0"0,-1-1 0 0 0,1 0 0 0 0,0 1 0 0 0,-1-1 0 0 0,1 1-1 0 0,0-1 1 0 0,-1 0 0 0 0,1 1 0 0 0,-1 0 0 0 0,1-1-1 0 0,-1 1 1 0 0,1-1 0 0 0,-1 1 0 0 0,1 0 0 0 0,-1-1-1 0 0,0 1 1 0 0,1 0 0 0 0,-1-1 0 0 0,0 1 0 0 0,0 0-1 0 0,1 0 1 0 0,-1-1 0 0 0,0 1 0 0 0,0 0 0 0 0,0 0 0 0 0,0-1-1 0 0,0 1 1 0 0,0 0 0 0 0,0 0 0 0 0,0 0 0 0 0,0-1-1 0 0,-1 1 1 0 0,1 0 0 0 0,0-1 0 0 0,0 1 0 0 0,-1 1-1 0 0,-4 4 73 0 0,1-1 0 0 0,-1 1 0 0 0,-1-1 0 0 0,1 0 0 0 0,-1 0 0 0 0,0-1 0 0 0,0 0 0 0 0,0 0 0 0 0,-1 0 0 0 0,-9 4 0 0 0,-9 2 337 0 0,-47 13 1 0 0,18-10-73 0 0,-1-2 0 0 0,-107 7 0 0 0,-123-19-300 0 0,92-12-1363 0 0,-371-72 0 0 0,403 46 234 0 0,1-7 0 0 0,-252-108 0 0 0,375 138 409 0 0,-75-36-3558 0 0,90 40 1192 0 0,0-1 0 0 0,-36-27 0 0 0,30 14-3857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8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7425 0 0,'5'3'6196'0'0,"15"6"-2648"0"0,-11-1-1085 0 0,-2 1-1958 0 0,-1 1 0 0 0,0 0 0 0 0,-1 1 0 0 0,0 0-1 0 0,0-1 1 0 0,-1 1 0 0 0,-1 1 0 0 0,3 11 0 0 0,4 42 1567 0 0,4 125 0 0 0,-12-144-1710 0 0,20 506 1847 0 0,35 617-1820 0 0,41-355-2024 0 0,-50-546-1280 0 0,8-6-3480 0 0,-1-53-2425 0 0,-25-125 65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9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1244 0 9569 0 0,'6'26'9325'0'0,"-18"8"-6793"0"0,-11-8-556 0 0,-10-3-328 0 0,-15 3 260 0 0,-18-1-435 0 0,-12-1-589 0 0,-12-3-432 0 0,-5-6-384 0 0,-7-3-340 0 0,-2-5-228 0 0,-7-4-248 0 0,6-6-541 0 0,1 2-5019 0 0,1-6 2052 0 0,8-4 987 0 0,15 1-7164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30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674 2570 8617 0 0,'10'18'4600'0'0,"4"5"-34"0"0,-3-9 2047 0 0,-12-22-6073 0 0,-23-113 1198 0 0,-145-436 829 0 0,56 217-2009 0 0,74 230-415 0 0,-43-135-62 0 0,-39-200 271 0 0,69 171-140 0 0,46 226-45 0 0,2 0 1 0 0,3 1 0 0 0,7-89 0 0 0,-4 121-142 0 0,1 0 0 0 0,0 0 1 0 0,1 0-1 0 0,0 0 0 0 0,2 1 0 0 0,-1 0 1 0 0,2 0-1 0 0,0 0 0 0 0,9-12 1 0 0,-12 19-38 0 0,2 0 1 0 0,-1 0 0 0 0,1 1-1 0 0,0 0 1 0 0,0 0 0 0 0,1 1-1 0 0,0 0 1 0 0,0 0 0 0 0,0 0-1 0 0,1 1 1 0 0,-1 0-1 0 0,1 0 1 0 0,0 1 0 0 0,0 0-1 0 0,0 1 1 0 0,0-1 0 0 0,14-1-1 0 0,-3 3-40 0 0,0 0 0 0 0,0 1 0 0 0,1 1 0 0 0,-1 0 0 0 0,29 7 0 0 0,-8 2-14 0 0,59 22 0 0 0,-52-14 67 0 0,-2 3 0 0 0,0 1-1 0 0,-1 2 1 0 0,65 49 0 0 0,-79-50 19 0 0,-2 1 0 0 0,-1 1 0 0 0,-1 1 0 0 0,-1 1 0 0 0,-1 2 1 0 0,39 61-1 0 0,-50-65-39 0 0,0 0-1 0 0,-2 1 1 0 0,0 0 0 0 0,-2 1 0 0 0,-1 0-1 0 0,-2 0 1 0 0,5 36 0 0 0,-8-41-56 0 0,-2 1 1 0 0,0 0 0 0 0,-1 0-1 0 0,-2 0 1 0 0,0 0-1 0 0,-2 0 1 0 0,0-1 0 0 0,-2 1-1 0 0,-10 27 1 0 0,11-37-25 0 0,-1 0 0 0 0,-1 0 0 0 0,0 0 0 0 0,-1-1 0 0 0,-1 0 0 0 0,1-1 0 0 0,-2 0 0 0 0,1 0 0 0 0,-2-1 0 0 0,1 0 0 0 0,-2-1 0 0 0,1 0 0 0 0,-1-1 0 0 0,-19 10 0 0 0,11-8-78 0 0,0-2 0 0 0,0 0-1 0 0,-1-1 1 0 0,0-1 0 0 0,-1-1-1 0 0,1-1 1 0 0,-1-1 0 0 0,-42 1-1 0 0,18-5-343 0 0,1-2 0 0 0,-1-3 0 0 0,0-1 0 0 0,-70-21 0 0 0,27 0-4174 0 0,-107-51 0 0 0,104 33 202 0 0,8-3-3386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31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747 19 6873 0 0,'0'-3'6052'0'0,"-2"-13"2864"0"0,-7 22-7805 0 0,8-6-1088 0 0,-10 7 238 0 0,0 1 0 0 0,1-1 0 0 0,0 2 0 0 0,0-1 0 0 0,-10 13 0 0 0,-25 37 432 0 0,3 2 0 0 0,2 2 0 0 0,-52 109 0 0 0,-65 216 300 0 0,43-31-590 0 0,-5 124-73 0 0,98-370-270 0 0,-10 190 1 0 0,29-242-49 0 0,4 0 1 0 0,1 1 0 0 0,4-1 0 0 0,2-1 0 0 0,18 67 0 0 0,-5-58-73 0 0,2 0 0 0 0,3-2 0 0 0,3-1 0 0 0,2-1 0 0 0,4-2 1 0 0,1-1-1 0 0,85 99 0 0 0,-74-103-353 0 0,3-2 0 0 0,1-3 0 0 0,3-2 0 0 0,3-2 0 0 0,91 56 0 0 0,-29-38-1882 0 0,-68-40-897 0 0,1-2 0 0 0,2-3 1 0 0,88 20-1 0 0,-41-22-5266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31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1197 1 2176 0 0,'3'1'7815'0'0,"-1"0"-6232"0"0,-2 0-1129 0 0,1 0 1 0 0,0-1 0 0 0,0 1-1 0 0,-1-1 1 0 0,1 1-1 0 0,0-1 1 0 0,0 1 0 0 0,0-1-1 0 0,0 0 1 0 0,0 1-1 0 0,0-1 1 0 0,1 0 0 0 0,-1 3 1528 0 0,3 10-485 0 0,-4-13-1444 0 0,1 1 1 0 0,-1-1 0 0 0,0 1 0 0 0,0-1-1 0 0,0 0 1 0 0,0 1 0 0 0,0-1-1 0 0,0 1 1 0 0,0-1 0 0 0,0 0 0 0 0,0 1-1 0 0,0-1 1 0 0,0 1 0 0 0,-1-1 0 0 0,1 0-1 0 0,0 1 1 0 0,0-1 0 0 0,0 0 0 0 0,0 1-1 0 0,-1-1 1 0 0,1 1 0 0 0,-16 33 831 0 0,-1-1 0 0 0,-1-1 0 0 0,-25 33 0 0 0,-79 92 495 0 0,106-137-1199 0 0,-99 118 636 0 0,-59 75-92 0 0,-41 76-454 0 0,178-235-220 0 0,-204 271-1339 0 0,237-320 1137 0 0,-13 15-677 0 0,-36 35 0 0 0,46-49-38 0 0,0-1 0 0 0,0 0 0 0 0,-14 7 0 0 0,17-10 0 0 0,-1 0 0 0 0,1 0 1 0 0,0-1-1 0 0,-1 0 0 0 0,1 0 0 0 0,0 0 1 0 0,-1 0-1 0 0,-6-1 0 0 0,11 0 642 0 0,-1 0 0 0 0,1 0 0 0 0,-1 0 0 0 0,1 0 0 0 0,-1 0 0 0 0,1 0 0 0 0,-1 0 0 0 0,1-1 0 0 0,-1 1 0 0 0,1 0 0 0 0,-1 0 0 0 0,1-1 0 0 0,-1 1 0 0 0,1 0 0 0 0,0-1 0 0 0,-1 1 0 0 0,1 0 0 0 0,-1-1 0 0 0,0 0 0 0 0,-31-25-7367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31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10385 0 0,'21'11'2578'0'0,"0"1"-1"0"0,29 23 1 0 0,-23-13-626 0 0,27 29 0 0 0,89 115 364 0 0,-102-114-1596 0 0,122 146 782 0 0,130 160-126 0 0,-102-122-1349 0 0,16-16-543 0 0,13-22-365 0 0,-103-107-968 0 0,6-10-3613 0 0,-94-65 2643 0 0,0 0-1 0 0,49 16 1 0 0,-25-16-5218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32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587 1 6441 0 0,'0'0'7336'0'0,"-24"13"-4359"0"0,3 1-585 0 0,-6 0-580 0 0,-6 5-484 0 0,-3-1-348 0 0,-2-1-332 0 0,-5 2-180 0 0,2-2-268 0 0,-1 0-236 0 0,-3-1-180 0 0,6 0-212 0 0,-2 1-532 0 0,4-1-492 0 0,2 1-2992 0 0,2-3 1339 0 0,6-4-823 0 0,2 0-3325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32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 1 9597 0 0,'6'19'6068'0'0,"-6"0"-2823"0"0,-8 6-821 0 0,-13 1-648 0 0,-12 1-528 0 0,-4-3-392 0 0,-8 0-284 0 0,-21-1-364 0 0,-4-2-492 0 0,-6-7-620 0 0,-7-6-4340 0 0,17-6 1311 0 0,-16-9 433 0 0,8-5-5869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33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1 8737 0 0,'16'4'2425'0'0,"0"1"-1"0"0,25 12 1 0 0,-21-7-804 0 0,27 18 0 0 0,-11-2-254 0 0,49 47 0 0 0,-41-30-387 0 0,58 74 1 0 0,29 59 28 0 0,-113-150-856 0 0,268 405 1957 0 0,-218-314-1252 0 0,92 223 0 0 0,-138-283-497 0 0,26 117-1 0 0,-42-148-294 0 0,-2 1 0 0 0,-1 0 0 0 0,-2 0 0 0 0,0 0 0 0 0,-2 0 0 0 0,-6 41 0 0 0,5-58-58 0 0,0 0-1 0 0,0 0 0 0 0,-1-1 0 0 0,-1 1 0 0 0,1-1 0 0 0,-2 0 0 0 0,1 0 0 0 0,-7 9 0 0 0,7-13-1 0 0,1 0 1 0 0,-2-1-1 0 0,1 1 0 0 0,0-1 0 0 0,-1 0 0 0 0,0 0 1 0 0,0-1-1 0 0,0 1 0 0 0,0-1 0 0 0,0 0 0 0 0,-1 0 1 0 0,0-1-1 0 0,1 0 0 0 0,-7 2 0 0 0,1-2 5 0 0,1 0 1 0 0,-1 0-1 0 0,0-1 0 0 0,0 0 0 0 0,1-1 1 0 0,-1-1-1 0 0,-15-2 0 0 0,0-1 14 0 0,-48-17-1 0 0,31 5-2 0 0,1-1-1 0 0,1-3 0 0 0,0-1 1 0 0,2-2-1 0 0,-40-31 0 0 0,-172-155 120 0 0,-114-150 67 0 0,277 259-83 0 0,-138-203 1 0 0,208 276-136 0 0,3-1-1 0 0,-16-35 1 0 0,24 45-48 0 0,1 0 1 0 0,1 0-1 0 0,0-1 0 0 0,1 1 1 0 0,-1-21-1 0 0,4 31-9 0 0,1 0-1 0 0,0 0 1 0 0,0-1-1 0 0,1 1 1 0 0,0 0-1 0 0,1 0 1 0 0,0 0-1 0 0,0 0 1 0 0,1 0-1 0 0,0 1 1 0 0,0-1-1 0 0,0 1 1 0 0,6-9-1 0 0,-3 7-97 0 0,1 1 0 0 0,-1 0 0 0 0,1 1 0 0 0,0 0 0 0 0,1 0-1 0 0,0 0 1 0 0,0 1 0 0 0,0 0 0 0 0,1 1 0 0 0,12-7 0 0 0,-4 5-936 0 0,-1 0 0 0 0,1 2 0 0 0,0 0 0 0 0,1 0 0 0 0,-1 2 1 0 0,26-2-1 0 0,0 2-3198 0 0,67 6 1 0 0,-10 6-4644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38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30 3920 0 0,'0'0'8145'0'0,"-6"-16"-4809"0"0,1 3-7260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38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854 372 2920 0 0,'33'14'8566'0'0,"0"4"-4107"0"0,60 41 551 0 0,-90-58-4838 0 0,14 11 194 0 0,0 0 0 0 0,0 2 0 0 0,-1-1 0 0 0,-1 2 0 0 0,0 0 1 0 0,-1 1-1 0 0,0 0 0 0 0,-2 1 0 0 0,0 1 0 0 0,14 27 0 0 0,-19-29-256 0 0,0 0-1 0 0,-2 0 1 0 0,0 1-1 0 0,-1-1 0 0 0,0 1 1 0 0,-1 0-1 0 0,-1 0 1 0 0,0 18-1 0 0,-2-23-79 0 0,-1 0 0 0 0,1 1 0 0 0,-2-1 0 0 0,0 0 0 0 0,0 0 0 0 0,-1 0 0 0 0,-1 0 1 0 0,0 0-1 0 0,0-1 0 0 0,-1 1 0 0 0,-13 19 0 0 0,15-27-13 0 0,0 0 0 0 0,0-1 0 0 0,0 1 0 0 0,-1-1 0 0 0,1 0 0 0 0,-1 0 0 0 0,0 0 0 0 0,0-1 0 0 0,0 1 0 0 0,0-1 0 0 0,0 0 0 0 0,-1 0 0 0 0,1 0 0 0 0,0-1 0 0 0,-1 0 0 0 0,0 0 0 0 0,1 0 0 0 0,-1 0 0 0 0,0-1 0 0 0,1 1 0 0 0,-1-1 0 0 0,-8-1 0 0 0,-4-1 13 0 0,1-1 0 0 0,0 0 0 0 0,0-1 1 0 0,0-1-1 0 0,-21-10 0 0 0,-33-16-3 0 0,2-3 0 0 0,-93-63 1 0 0,-115-108 102 0 0,205 147-112 0 0,-65-69 0 0 0,111 99 80 0 0,0 0 0 0 0,2-1 0 0 0,1-1-1 0 0,2-2 1 0 0,-24-47 0 0 0,40 70-33 0 0,0 0 0 0 0,1 0-1 0 0,0 0 1 0 0,0-1 0 0 0,1 1-1 0 0,0-1 1 0 0,0-13 0 0 0,2 19-46 0 0,0-1 0 0 0,0 0 1 0 0,0 1-1 0 0,1-1 0 0 0,0 1 1 0 0,0-1-1 0 0,0 1 0 0 0,1-1 1 0 0,-1 1-1 0 0,1-1 0 0 0,0 1 1 0 0,1 0-1 0 0,-1 0 0 0 0,0 0 1 0 0,1 0-1 0 0,0 1 0 0 0,5-6 1 0 0,-3 4 7 0 0,1 1 1 0 0,-1-1 0 0 0,1 1 0 0 0,0 1 0 0 0,1-1 0 0 0,-1 1 0 0 0,0 0-1 0 0,11-3 1 0 0,-5 2 0 0 0,1 1 0 0 0,-1 0 0 0 0,1 1 0 0 0,14 0 0 0 0,7 2-5 0 0,-1 1 1 0 0,55 9-1 0 0,-3 6-272 0 0,137 45-1 0 0,71 46-727 0 0,-209-72-782 0 0,110 63 1 0 0,-24 9-6708 0 0,-102-61 3910 0 0,-7-5-3902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39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 0 0,'26'6'9445'0'0,"-5"-2"-4593"0"0,0 5-2231 0 0,-3 1-565 0 0,-6-1-596 0 0,0 4-280 0 0,-3 1-276 0 0,-3 1-228 0 0,0 1-84 0 0,-3 12-660 0 0,-6 3-2420 0 0,-3-6-5385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39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8709 0 0,'13'-9'4040'0'0,"22"-10"0"0"0,-29 17-3429 0 0,-1 0-1 0 0,0 0 1 0 0,1 0-1 0 0,-1 1 1 0 0,1-1 0 0 0,0 1-1 0 0,8 0 1 0 0,-10 1-488 0 0,-1 1-1 0 0,1-1 1 0 0,0 1-1 0 0,0 0 1 0 0,-1 0-1 0 0,1 1 1 0 0,-1-1-1 0 0,1 1 1 0 0,-1-1 0 0 0,1 1-1 0 0,-1 0 1 0 0,0 0-1 0 0,0 1 1 0 0,5 4-1 0 0,-2-1-176 0 0,0 0-1 0 0,-1 0 1 0 0,1 1-1 0 0,-2 0 1 0 0,6 9-1 0 0,40 91-1299 0 0,-49-104 1547 0 0,1-1-1 0 0,0 1 1 0 0,0-1-1 0 0,0 1 1 0 0,0-1-1 0 0,4 3 1 0 0,-1 0 259 0 0,-4-4 13 0 0,0-1-401 0 0,0 0-1 0 0,0 1 1 0 0,-1-1 0 0 0,1 0-1 0 0,0 0 1 0 0,0 1 0 0 0,0-1-1 0 0,-1 1 1 0 0,1-1-1 0 0,0 0 1 0 0,0 1 0 0 0,0 1-1 0 0,1-1 80 0 0,0 0 379 0 0,-1-1-476 0 0,0 0-1 0 0,-1 0 1 0 0,1 0 0 0 0,-1 0-1 0 0,1 0 1 0 0,0 0-1 0 0,-1 0 1 0 0,1 0-1 0 0,-1 0 1 0 0,1 0 0 0 0,0 0-1 0 0,-1 1 1 0 0,1-1-1 0 0,-1 0 1 0 0,1 0-1 0 0,0 1 1 0 0,6 2 990 0 0,0 0-902 0 0,-1 0-1 0 0,0 0 1 0 0,1 1-1 0 0,-1 0 0 0 0,0 0 1 0 0,-1 0-1 0 0,1 1 1 0 0,-1 0-1 0 0,0 0 1 0 0,0 0-1 0 0,-1 0 1 0 0,6 9-1 0 0,-3-5-33 0 0,14 23 39 0 0,6 23 63 0 0,-26-53-164 0 0,0 2 4 0 0,1 10-11 0 0,-1-11-4 0 0,-2 3-11 0 0,-7 32-80 0 0,-22 63-1 0 0,-25 41 7 0 0,17-46-53 0 0,-37 80-283 0 0,74-173 400 0 0,0-1-5 0 0,-1 1 0 0 0,1-1 0 0 0,0 1-1 0 0,-1-1 1 0 0,0 0 0 0 0,1 0 0 0 0,-1 0 0 0 0,-3 4 0 0 0,4-6-1 0 0,0 2 211 0 0,5-11-92 0 0,1 1-89 0 0,-2 2-8 0 0,0 0 0 0 0,1 0 1 0 0,-1 1-1 0 0,2 0 0 0 0,-1-1 0 0 0,0 1 0 0 0,9-7 1 0 0,2-1 6 0 0,1 1 0 0 0,1 1-1 0 0,0 0 1 0 0,0 1 0 0 0,1 0 0 0 0,0 2 0 0 0,1 0 0 0 0,0 1 0 0 0,0 1 0 0 0,1 1 0 0 0,-1 1 0 0 0,1 0-1 0 0,0 2 1 0 0,0 0 0 0 0,0 1 0 0 0,28 3 0 0 0,-5 2-112 0 0,0 1-1 0 0,0 3 1 0 0,44 14 0 0 0,123 55-1364 0 0,89 64-5575 0 0,56 24-2528 0 0,-165-92 582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11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24 1664 0 0,'0'0'13140'0'0,"6"-4"-10342"0"0,20-12-754 0 0,-25 16-1979 0 0,-1 0 0 0 0,1-1 0 0 0,-1 1 0 0 0,1 0 0 0 0,-1-1 0 0 0,1 1 0 0 0,-1 0 0 0 0,1 0 0 0 0,-1-1 0 0 0,1 1 0 0 0,-1 0 0 0 0,1 0 0 0 0,0 0 0 0 0,-1 0 0 0 0,1 0 0 0 0,-1 0 0 0 0,1 0 0 0 0,-1 0 0 0 0,1 0 0 0 0,0 0 0 0 0,-1 0 0 0 0,2 1 0 0 0,10 1 180 0 0,-1 2 1 0 0,1 0 0 0 0,0 0-1 0 0,-1 1 1 0 0,0 0 0 0 0,0 1 0 0 0,-1 1-1 0 0,1-1 1 0 0,-1 2 0 0 0,10 9 0 0 0,15 15 71 0 0,40 48 0 0 0,259 304 962 0 0,-311-357-1145 0 0,49 57 267 0 0,-59-66-248 0 0,-1 0 0 0 0,21 39-1 0 0,-30-50-97 0 0,0 0 0 0 0,0 0-1 0 0,-1 1 1 0 0,0-1-1 0 0,0 1 1 0 0,1 15 0 0 0,-3-18-25 0 0,0 0 0 0 0,0 0 0 0 0,-1 0 1 0 0,1 1-1 0 0,-1-1 0 0 0,-1 0 0 0 0,1 0 1 0 0,-1 0-1 0 0,0 0 0 0 0,0-1 1 0 0,-3 7-1 0 0,-1-2 16 0 0,0-1 1 0 0,0 0-1 0 0,-1 0 1 0 0,0 0-1 0 0,0-1 1 0 0,-1 0-1 0 0,-16 12 1 0 0,1-4 92 0 0,-44 21 1 0 0,-194 65 420 0 0,78-34-278 0 0,167-60-270 0 0,-170 77 148 0 0,163-72-182 0 0,0 2-1 0 0,1 1 1 0 0,1 0-1 0 0,0 2 1 0 0,-31 32-1 0 0,46-42-33 0 0,-1 0-1 0 0,2 1 1 0 0,-1 0 0 0 0,1 0-1 0 0,0 1 1 0 0,1-1 0 0 0,0 1-1 0 0,0 0 1 0 0,1 1 0 0 0,0-1-1 0 0,1 0 1 0 0,-2 18 0 0 0,3-14-270 0 0,1 0 1 0 0,0 0-1 0 0,1 1 1 0 0,0-1-1 0 0,1 0 1 0 0,1 0-1 0 0,0-1 1 0 0,9 25-1 0 0,13 23-3821 0 0,-19-47 2044 0 0,1 0-1 0 0,0 0 0 0 0,1-1 0 0 0,17 21 0 0 0,4-4-5834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11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12321 0 0,'-2'13'5053'0'0,"2"3"-1653"0"0,-4 0-1180 0 0,-2 12-688 0 0,-6 11-564 0 0,1 4-528 0 0,-1 8-940 0 0,-1-1-4944 0 0,1-1 1363 0 0,10-3 661 0 0,2-14-6309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11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7337 0 0,'0'0'10219'0'0,"6"6"-9178"0"0,20 22-216 0 0,-24-25-696 0 0,0 0 1 0 0,-1 0 0 0 0,1 0-1 0 0,-1 0 1 0 0,0 1-1 0 0,0-1 1 0 0,0 0-1 0 0,-1 1 1 0 0,1-1 0 0 0,-1 1-1 0 0,0 3 1 0 0,1-1-124 0 0,10 163 1559 0 0,-4-42-910 0 0,1 26-130 0 0,-4-48-606 0 0,-3-68 98 0 0,8 60-23 0 0,8 37 34 0 0,-7-66 59 0 0,25 114 680 0 0,-9-72 281 0 0,-26-110-1036 0 0,0 1-1 0 0,1 0 1 0 0,-1-1-1 0 0,0 1 0 0 0,0 0 1 0 0,0-1-1 0 0,1 1 1 0 0,-1-1-1 0 0,0 1 1 0 0,0 0-1 0 0,1-1 0 0 0,-1 1 1 0 0,1-1-1 0 0,-1 1 1 0 0,1-1-1 0 0,-1 1 1 0 0,1 0-1 0 0,2 5 529 0 0,5-10-742 0 0,20-13-76 0 0,-28 17 265 0 0,1-1 0 0 0,-1 1-1 0 0,1 0 1 0 0,0 0 0 0 0,-1-1-1 0 0,1 1 1 0 0,-1 0 0 0 0,0-1-1 0 0,1 1 1 0 0,-1-1 0 0 0,1 1-1 0 0,-1 0 1 0 0,1-1 0 0 0,-1 1-1 0 0,0-1 1 0 0,1 1 0 0 0,-1-1-1 0 0,0 0 1 0 0,27-72-780 0 0,-26 71 765 0 0,0-1 38 0 0,3-10 18 0 0,-3 10 24 0 0,3-10 99 0 0,-4 9-165 0 0,0-11-2 0 0,0 11-51 0 0,-2 1-434 0 0,-6-12-323 0 0,-3-4-1847 0 0,3 2-4326 0 0,0 0 2623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12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461 0 1896 0 0,'0'0'16084'0'0,"2"9"-15129"0"0,-1-3-802 0 0,1 2 5 0 0,-1 0-1 0 0,0-1 0 0 0,-1 1 1 0 0,1 0-1 0 0,-1 0 0 0 0,-2 11 1 0 0,-10 51 577 0 0,-23 180 1352 0 0,9-37-659 0 0,16-154-983 0 0,-29 90 0 0 0,-4-34 289 0 0,-62 115 0 0 0,76-170-606 0 0,1 2 496 0 0,3 0 0 0 0,3 1 0 0 0,-21 95 0 0 0,42-154-629 0 0,0-1 0 0 0,0 1 0 0 0,1-1 0 0 0,-1 1 0 0 0,1 0 0 0 0,-1-1 0 0 0,2 7 0 0 0,-5 1-448 0 0,0 1-92 0 0,-1-2-2892 0 0,-27-57-18750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13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6249 0 0,'0'0'159'0'0,"23"-28"11220"0"0,-20 25-10796 0 0,-1 1 0 0 0,1-1 0 0 0,0 1 0 0 0,0 0 0 0 0,0 0-1 0 0,5-3 1 0 0,6 2 1185 0 0,-10 3-1477 0 0,4 0 482 0 0,-2 2-564 0 0,1 1-1 0 0,-1 0 1 0 0,0-1 0 0 0,0 2-1 0 0,0-1 1 0 0,0 1 0 0 0,0 0-1 0 0,-1 0 1 0 0,8 8 0 0 0,13 17 528 0 0,37 56 0 0 0,14 39-94 0 0,-2-1 0 0 0,44 47 470 0 0,-79-118-589 0 0,53 53 1 0 0,136 106 320 0 0,14-15-1422 0 0,-174-138-1021 0 0,-41-32-1551 0 0,-16-14 191 0 0,2-9-4986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13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36 8253 0 0,'13'-16'6921'0'0,"3"-4"4831"0"0,-16 29-11056 0 0,0-4-644 0 0,-1 0 0 0 0,1 1 0 0 0,-1-1 0 0 0,0 0-1 0 0,-1 0 1 0 0,1 1 0 0 0,-1-1 0 0 0,0 0 0 0 0,0-1 0 0 0,-1 1 0 0 0,1 0 0 0 0,-1-1 0 0 0,0 1 0 0 0,0-1 0 0 0,-5 5 0 0 0,0-1-38 0 0,-1-1 0 0 0,-1 1 0 0 0,0-1 0 0 0,0-1 0 0 0,0 0 0 0 0,0 0 0 0 0,-1-1 0 0 0,0 0 0 0 0,0-1 0 0 0,-1-1 0 0 0,1 1 0 0 0,-1-2 0 0 0,0 0 0 0 0,1 0 0 0 0,-1-1 0 0 0,-17 0 0 0 0,11-2-446 0 0,1 0-1 0 0,-1-1 0 0 0,1-1 1 0 0,-22-7-1 0 0,19 4-1508 0 0,1-1 0 0 0,0-1 0 0 0,-25-14 0 0 0,39 19 558 0 0,0 0-1 0 0,-1 0 0 0 0,1-1 1 0 0,1 0-1 0 0,-9-9 0 0 0,2-3-6318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13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863 18 10857 0 0,'2'1'4888'0'0,"8"8"2694"0"0,-14-5-5992 0 0,-3 2-1215 0 0,1-1-1 0 0,-2 0 1 0 0,1 0 0 0 0,0-1-1 0 0,-1 0 1 0 0,0 0 0 0 0,0-1 0 0 0,0 0-1 0 0,-14 3 1 0 0,-18 3-392 0 0,0-2 0 0 0,-1-2 0 0 0,-54 0-1 0 0,-127-17-808 0 0,157 1 113 0 0,0-2 0 0 0,-67-24 0 0 0,102 29-2029 0 0,-6-2-4884 0 0,30 7 3120 0 0,-3-5-3490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14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3664 0 0,'0'0'15891'0'0,"4"12"-14416"0"0,2 6-1045 0 0,-1 0 1 0 0,-1 1-1 0 0,0 0 0 0 0,0 23 0 0 0,3 96 893 0 0,21 357 690 0 0,33-3-1602 0 0,14-217-1909 0 0,-70-263 730 0 0,0-1-2340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15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4 2496 0 0,'-5'-1'2164'0'0,"0"0"0"0"0,-1 0 0 0 0,1 1 0 0 0,-7 0 0 0 0,-20 6 3885 0 0,23-3-5386 0 0,0 0-1 0 0,0 1 0 0 0,0 0 1 0 0,1 1-1 0 0,-10 6 0 0 0,0 3-557 0 0,0 0 0 0 0,1 2 0 0 0,-30 34 0 0 0,23-19 33 0 0,0 2 0 0 0,2 1 0 0 0,2 0 0 0 0,-26 61-1 0 0,17-24 10 0 0,-27 106 0 0 0,-6 158 1240 0 0,55-283-1298 0 0,-5 49-136 0 0,5 0 0 0 0,5 0 0 0 0,3 1 0 0 0,6-1 0 0 0,32 175 0 0 0,-27-222-24 0 0,1-1 0 0 0,3 0 0 0 0,3-2 0 0 0,1 1 0 0 0,3-2 0 0 0,2-1 0 0 0,2-1 0 0 0,2-2 0 0 0,52 64 0 0 0,-45-68 64 0 0,2-1 1 0 0,1-2 0 0 0,2-2 0 0 0,2-2 0 0 0,1-2 0 0 0,2-1-1 0 0,86 43 1 0 0,-91-56-595 0 0,1-1 0 0 0,1-3 0 0 0,83 19 0 0 0,-86-27-1111 0 0,1-1 0 0 0,1-3 0 0 0,-1-1 0 0 0,65-5 0 0 0,-2-13-2688 0 0,-2-11-2652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15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2 784 0 0,'13'-1'2205'0'0,"1"1"-1"0"0,0 0 1 0 0,-1 0-1 0 0,1 1 1 0 0,-1 1-1 0 0,19 5 1 0 0,-17-3-1443 0 0,-1 1-1 0 0,0 0 1 0 0,0 1 0 0 0,0 1 0 0 0,15 10 0 0 0,-8-2-528 0 0,-1 0 1 0 0,-1 2-1 0 0,0 0 0 0 0,-1 1 1 0 0,-1 1-1 0 0,27 40 0 0 0,2 12 288 0 0,-3 2 0 0 0,59 143 1 0 0,146 534 924 0 0,-210-598-1080 0 0,24 207 1 0 0,-50-231-238 0 0,-4 0 0 0 0,-12 136 0 0 0,-1-197-722 0 0,-4-1 0 0 0,-2 0 0 0 0,-3 0 0 0 0,-4-1 0 0 0,-2-2 0 0 0,-2 0 0 0 0,-61 116 0 0 0,7-51-4190 0 0,59-103 3001 0 0,-1-1 0 0 0,-1-1 0 0 0,-26 24 0 0 0,-15 4-5383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16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2533 5248 0 0,'-1'2'4829'0'0,"-8"16"2878"0"0,4-11-4152 0 0,5-15-3353 0 0,5-196 600 0 0,2 29-159 0 0,-22-353 479 0 0,-83-333 2011 0 0,63 552-2044 0 0,33 266-1016 0 0,2-1 1 0 0,3 1-1 0 0,1-1 1 0 0,2 1-1 0 0,12-46 1 0 0,-14 76-68 0 0,0 0 1 0 0,0 0 0 0 0,1 1-1 0 0,1 0 1 0 0,0 0 0 0 0,15-21 0 0 0,-17 28-16 0 0,1 0 0 0 0,-1 0 0 0 0,1 0 1 0 0,0 1-1 0 0,0 0 0 0 0,0 0 1 0 0,0 0-1 0 0,1 1 0 0 0,-1 0 1 0 0,1 0-1 0 0,0 0 0 0 0,0 0 1 0 0,0 1-1 0 0,1 0 0 0 0,-1 1 1 0 0,7-2-1 0 0,-2 2 1 0 0,0 1 1 0 0,-1 0-1 0 0,1 0 0 0 0,-1 1 1 0 0,1 0-1 0 0,0 1 0 0 0,-1 0 0 0 0,0 1 1 0 0,0 0-1 0 0,1 1 0 0 0,-2 0 1 0 0,1 0-1 0 0,0 1 0 0 0,9 7 1 0 0,2 2-21 0 0,0 2 1 0 0,-1 0 0 0 0,-1 1 0 0 0,30 34 0 0 0,-25-21 21 0 0,-2 0 0 0 0,0 2 0 0 0,-2 1 0 0 0,-2 0 0 0 0,-1 1-1 0 0,15 43 1 0 0,-10-14-21 0 0,-4 1 0 0 0,19 110 0 0 0,-32-140 4 0 0,-1 0 0 0 0,-2 0 0 0 0,-1 0 0 0 0,-1 0 0 0 0,-3 1 0 0 0,-10 56 0 0 0,10-76-8 0 0,-2 0 1 0 0,0 0-1 0 0,-1 0 1 0 0,0-1-1 0 0,-1 0 1 0 0,0 0 0 0 0,-13 16-1 0 0,13-21-18 0 0,-1 0-1 0 0,0 0 1 0 0,0-1-1 0 0,-1 0 1 0 0,0-1 0 0 0,-1 1-1 0 0,1-2 1 0 0,-1 0-1 0 0,0 0 1 0 0,-20 8 0 0 0,12-8-341 0 0,0-1 0 0 0,0 0 1 0 0,0-1-1 0 0,-1-1 1 0 0,-25 0-1 0 0,5-2-2649 0 0,-59-6 0 0 0,64 0 950 0 0,0 0 0 0 0,1-3-1 0 0,-40-13 1 0 0,-8-11-5725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3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1 848 0 0,'0'0'10401'0'0,"12"10"-9085"0"0,3-1-9889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4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510 2039 3776 0 0,'7'15'6432'0'0,"3"5"894"0"0,-5-10-5555 0 0,-4-8-350 0 0,0 0-360 0 0,1 3-765 0 0,0-5 239 0 0,-1-9 1646 0 0,-10-146-1449 0 0,-42-517 1778 0 0,-48-25 328 0 0,44 396-2033 0 0,42 245-804 0 0,-16-87-580 0 0,28 108 228 0 0,3 30 277 0 0,0 2 53 0 0,-2 2 8 0 0,1 0-1 0 0,0-1 1 0 0,0 1-1 0 0,0 0 1 0 0,0 0-1 0 0,0-1 1 0 0,0 1-1 0 0,0 0 1 0 0,0 0-1 0 0,0 0 1 0 0,0 0-1 0 0,3-1 1 0 0,4 2-18 0 0,2 1 34 0 0,-1 0 0 0 0,0 1 1 0 0,0 1-1 0 0,0-1 0 0 0,-1 1 0 0 0,1 1 0 0 0,-1 0 0 0 0,1 0 0 0 0,10 7 0 0 0,3 5-7 0 0,-1 1-1 0 0,0 1 1 0 0,-2 0-1 0 0,22 26 0 0 0,62 92-36 0 0,-63-76-69 0 0,61 123 0 0 0,-81-138-4 0 0,-2 1-1 0 0,-1 1 0 0 0,15 79 0 0 0,-29-114 32 0 0,-2 0 1 0 0,1 0-1 0 0,-2-1 0 0 0,1 1 1 0 0,-2 0-1 0 0,0 0 0 0 0,-4 21 0 0 0,4-27 44 0 0,-1 0 0 0 0,0-1 0 0 0,0 1 0 0 0,0-1 0 0 0,-1 1 0 0 0,0-1 0 0 0,0 0 0 0 0,0 0 0 0 0,-1 0 0 0 0,1-1 0 0 0,-1 1 0 0 0,0-1 0 0 0,-1 0 0 0 0,1 0 0 0 0,-1 0 0 0 0,0 0 0 0 0,-6 3 0 0 0,1-2-40 0 0,0-1-1 0 0,0 0 1 0 0,0-1 0 0 0,-1 0 0 0 0,1-1-1 0 0,-1 0 1 0 0,0 0 0 0 0,0-1 0 0 0,-14 0-1 0 0,-7-2-279 0 0,-60-10 0 0 0,-118-36-1511 0 0,75 5-3657 0 0,93 27 1262 0 0,-63-30 0 0 0,44 9-3915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4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667 86 8389 0 0,'0'-4'978'0'0,"0"-1"1"0"0,0 0 0 0 0,-1 0-1 0 0,0 0 1 0 0,0 0 0 0 0,0 0-1 0 0,0 0 1 0 0,-4-6-1 0 0,4 9-751 0 0,0 0 0 0 0,0 0-1 0 0,-1 0 1 0 0,1 0 0 0 0,-1 0-1 0 0,1 0 1 0 0,-1 0 0 0 0,0 0-1 0 0,0 1 1 0 0,0-1 0 0 0,0 1-1 0 0,0-1 1 0 0,0 1-1 0 0,0 0 1 0 0,-1 0 0 0 0,1 0-1 0 0,0 0 1 0 0,-5-1 0 0 0,0 0 20 0 0,1 1 1 0 0,-1 1-1 0 0,0-1 1 0 0,0 1-1 0 0,0 0 1 0 0,0 1-1 0 0,-10 1 1 0 0,-3 2 122 0 0,-27 10 0 0 0,17-3-183 0 0,0 1 1 0 0,1 1-1 0 0,1 2 0 0 0,0 0 1 0 0,1 2-1 0 0,1 2 0 0 0,0 0 1 0 0,2 1-1 0 0,-35 37 1 0 0,40-36-137 0 0,1 0 1 0 0,1 2 0 0 0,1 0-1 0 0,1 1 1 0 0,1 1 0 0 0,2 0 0 0 0,0 1-1 0 0,1 0 1 0 0,2 0 0 0 0,0 1-1 0 0,-5 33 1 0 0,9-21-62 0 0,1 0 0 0 0,1 1 0 0 0,3-1 0 0 0,1 0 0 0 0,2 1 0 0 0,11 55 0 0 0,-4-49 28 0 0,3-1 0 0 0,1-1 0 0 0,2 0-1 0 0,2-1 1 0 0,30 51 0 0 0,1-16 54 0 0,109 134 1 0 0,-84-128 0 0 0,101 87 1 0 0,-106-113-244 0 0,2-2-1 0 0,2-4 1 0 0,3-4 0 0 0,2-2 0 0 0,133 56-1 0 0,-17-30-3829 0 0,-160-62 1122 0 0,0-1 1 0 0,1-2-1 0 0,64 5 0 0 0,-40-12-4875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5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682 6 1360 0 0,'0'0'4679'0'0,"4"-1"-807"0"0,10-1-871 0 0,-10 1-932 0 0,-1 1-497 0 0,34-2 3773 0 0,-33 2-4320 0 0,0 2-96 0 0,-3-2-803 0 0,1 1 21 0 0,0 0 0 0 0,0 0 1 0 0,0-1-1 0 0,0 1 0 0 0,-1 0 0 0 0,1 1 1 0 0,0-1-1 0 0,-1 0 0 0 0,1 0 0 0 0,1 3 1 0 0,-1 4 777 0 0,-2 8-616 0 0,-1 1 1 0 0,0 0-1 0 0,-1 0 0 0 0,-1-1 1 0 0,-1 1-1 0 0,-6 19 1 0 0,-43 98 338 0 0,20-61-665 0 0,-67 107 0 0 0,67-129-480 0 0,-3-3-1 0 0,-72 78 1 0 0,92-108 294 0 0,-2-2 1 0 0,0 0-1 0 0,-1-1 1 0 0,0-1-1 0 0,-43 22 1 0 0,53-32-75 0 0,1 0 0 0 0,-1-1 0 0 0,0 0 0 0 0,0-1 0 0 0,-1 0 0 0 0,1 0 0 0 0,-17 0 0 0 0,19-2-264 0 0,0 0 0 0 0,0-1 0 0 0,1 0 0 0 0,-1 0 0 0 0,1-1 0 0 0,-1 1 0 0 0,1-2 1 0 0,0 1-1 0 0,-1-1 0 0 0,1 0 0 0 0,1 0 0 0 0,-7-4 0 0 0,7 3-171 0 0,0 1-1 0 0,1-1 0 0 0,0 0 1 0 0,0 0-1 0 0,0 0 0 0 0,0 0 1 0 0,1-1-1 0 0,-1 0 0 0 0,1 1 1 0 0,-3-8-1 0 0,-10-24-6036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5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2560 0 0,'3'-8'2503'0'0,"2"1"0"0"0,-1-1 0 0 0,1 1-1 0 0,0 0 1 0 0,8-8 0 0 0,-12 13-2261 0 0,1 1-1 0 0,0-1 1 0 0,0 0-1 0 0,0 1 1 0 0,0 0 0 0 0,0-1-1 0 0,0 1 1 0 0,0 0-1 0 0,0 0 1 0 0,0 0 0 0 0,1 0-1 0 0,-1 0 1 0 0,0 1-1 0 0,0-1 1 0 0,1 1 0 0 0,-1-1-1 0 0,1 1 1 0 0,-1 0-1 0 0,1 0 1 0 0,-1 0 0 0 0,0 0-1 0 0,1 0 1 0 0,4 2-1 0 0,0 1-40 0 0,1 0-1 0 0,0 1 0 0 0,-1 0 0 0 0,0 0 0 0 0,0 0 0 0 0,0 1 0 0 0,6 7 0 0 0,44 44 528 0 0,-50-49-630 0 0,101 113 564 0 0,25 27-314 0 0,-89-103-280 0 0,59 46-1 0 0,-42-43 37 0 0,3-3-1 0 0,100 52 0 0 0,-120-74-1246 0 0,71 22-1 0 0,-78-33-1986 0 0,-1-1 0 0 0,59 7-1 0 0,-41-13-1406 0 0,0-5-3745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718 1 3648 0 0,'0'0'1867'0'0,"5"14"11702"0"0,-9-9-13240 0 0,0 0 0 0 0,0 1-1 0 0,-1-1 1 0 0,0-1 0 0 0,0 1 0 0 0,-1-1 0 0 0,1 0 0 0 0,-1 0 0 0 0,0-1 0 0 0,-7 4-1 0 0,-9 2 119 0 0,1-2 0 0 0,-1-1-1 0 0,0-1 1 0 0,-24 3 0 0 0,-93 3 248 0 0,90-10-2001 0 0,-87-11 0 0 0,14-12-7347 0 0,81 11 4234 0 0,1-3-2767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1 448 0 0,'22'18'10845'0'0,"-8"-1"-5572"0"0,-5 5-1969 0 0,-5-1-1032 0 0,-8-2-468 0 0,-5 8-492 0 0,-9 4-124 0 0,-5-6-464 0 0,-10 0-403 0 0,-10-9-393 0 0,-2-4-537 0 0,-5-5-807 0 0,-7-5-4012 0 0,-3-9 1355 0 0,-14-7 649 0 0,5-8-6285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6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3688 0 0,'-5'15'6260'0'0,"-5"30"0"0"0,3 18-2140 0 0,8 62-1933 0 0,9 35-365 0 0,34 174-1 0 0,-14-163-1936 0 0,4 26-4703 0 0,8-2-5601 0 0,-22-124 2373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27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3176 0 0,'0'0'14054'0'0,"10"7"-12160"0"0,8 6-1204 0 0,0 2 0 0 0,-1 0 0 0 0,20 25 0 0 0,43 51 724 0 0,99 120 290 0 0,-72-75-824 0 0,-7 5 0 0 0,-6 5 0 0 0,-6 3-1 0 0,-7 4 1 0 0,90 238 0 0 0,-138-302-641 0 0,-5 2-1 0 0,26 152 1 0 0,-46-190-242 0 0,-3 0 0 0 0,-2 0-1 0 0,-2 1 1 0 0,-3-1 0 0 0,-2 0-1 0 0,-15 70 1 0 0,5-64-365 0 0,-3-2-1 0 0,-2 0 1 0 0,-2-1-1 0 0,-49 90 0 0 0,44-103-655 0 0,-1-1-1 0 0,-34 42 0 0 0,37-57-588 0 0,0-1 0 0 0,-1 0 0 0 0,-42 30-1 0 0,50-43 390 0 0,0-1-1 0 0,-1-1 1 0 0,-1-1-1 0 0,1-1 1 0 0,-2-1-1 0 0,-35 11 0 0 0,-25-2-7047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36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687 152 5785 0 0,'2'-2'5281'0'0,"17"-14"1701"0"0,-17 15-4743 0 0,1 0-1543 0 0,-2 0-476 0 0,0 0-99 0 0,0 0 0 0 0,-1 1 0 0 0,1-1 1 0 0,0 1-1 0 0,-1-1 0 0 0,1 1 0 0 0,0 0 0 0 0,0-1 0 0 0,0 1 1 0 0,-1 0-1 0 0,1-1 0 0 0,2 1 0 0 0,0 3-36 0 0,2 1-48 0 0,0 0 0 0 0,-1 0 0 0 0,1 1 0 0 0,-1 0 0 0 0,0 0 0 0 0,0 0 0 0 0,5 10 0 0 0,0 3 177 0 0,10 27 1 0 0,-7-8 106 0 0,14 68 1 0 0,-22-84-258 0 0,4 22-58 0 0,-1 0 1 0 0,-3 1 0 0 0,-1-1-1 0 0,-3 1 1 0 0,-1 0-1 0 0,-2 0 1 0 0,-13 60 0 0 0,12-86-65 0 0,0 0 0 0 0,-2 0 0 0 0,0 0 0 0 0,-1-1 0 0 0,-1 0 0 0 0,-11 18 0 0 0,15-29 27 0 0,0-1 0 0 0,0 1 0 0 0,-1-1-1 0 0,1 0 1 0 0,-1 0 0 0 0,-1-1 0 0 0,1 0 0 0 0,-10 7 0 0 0,10-9 15 0 0,1 0 0 0 0,-1 0 0 0 0,0 0 0 0 0,0 0 1 0 0,0-1-1 0 0,0 0 0 0 0,0 0 0 0 0,0 0 1 0 0,0 0-1 0 0,0-1 0 0 0,0 0 0 0 0,0 0 1 0 0,-5-1-1 0 0,-7-2 13 0 0,0-1 1 0 0,1-1-1 0 0,0 0 1 0 0,0-1 0 0 0,0 0-1 0 0,1-2 1 0 0,-24-14-1 0 0,0-3 126 0 0,-55-49 0 0 0,50 35-27 0 0,1-1 0 0 0,3-2 0 0 0,1-2-1 0 0,2-2 1 0 0,2-1 0 0 0,-28-53 0 0 0,46 70 7 0 0,-16-45 0 0 0,28 61-40 0 0,0-2 0 0 0,1 1 0 0 0,0-1 0 0 0,1 1 0 0 0,-1-19 0 0 0,4 24-20 0 0,0 1 0 0 0,1 0-1 0 0,0 0 1 0 0,0 0 0 0 0,1 0-1 0 0,0 0 1 0 0,1 0 0 0 0,0 0-1 0 0,0 0 1 0 0,1 1 0 0 0,0 0-1 0 0,1 0 1 0 0,7-12 0 0 0,-4 10 12 0 0,0 0 0 0 0,1 1 0 0 0,0 0 0 0 0,1 0 0 0 0,0 1 1 0 0,0 1-1 0 0,0-1 0 0 0,1 1 0 0 0,13-5 0 0 0,1 1-27 0 0,1 0 0 0 0,1 2 0 0 0,0 1 0 0 0,0 2 0 0 0,0 0 0 0 0,1 2 0 0 0,0 1 1 0 0,50 1-1 0 0,-27 4-237 0 0,-1 3 0 0 0,1 1 0 0 0,97 27 0 0 0,-116-23 3 0 0,-1 0-1 0 0,0 3 1 0 0,51 27-1 0 0,-61-27-628 0 0,36 29 1 0 0,-42-29-874 0 0,0 0 1 0 0,22 29-1 0 0,18 29-6302 0 0,-33-38 910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36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8433 0 0,'0'0'10441'0'0,"12"6"-6545"0"0,-7 17-2744 0 0,-2 7-832 0 0,0-11-252 0 0,1 1-212 0 0,2 9-312 0 0,0-1-220 0 0,-1-3-1116 0 0,1-4-2592 0 0,0-7 1223 0 0,6-1-7776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5:37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88 2536 0 0,'10'-3'2606'0'0,"1"0"0"0"0,-1 1 0 0 0,1 0 0 0 0,18 0-1 0 0,-23 2-2171 0 0,-1 0-1 0 0,0 1 0 0 0,1 0 0 0 0,-1 0 1 0 0,0 0-1 0 0,0 0 0 0 0,0 1 1 0 0,0 0-1 0 0,0 0 0 0 0,0 0 0 0 0,0 1 1 0 0,4 3-1 0 0,4 4-112 0 0,0 0 0 0 0,-1 1-1 0 0,-1 1 1 0 0,0 0 0 0 0,0 1 0 0 0,-1 0 0 0 0,-1 0-1 0 0,0 1 1 0 0,14 29 0 0 0,-16-26-306 0 0,0 1 0 0 0,-1-1 0 0 0,0 1 1 0 0,-2 0-1 0 0,0 1 0 0 0,-1-1 0 0 0,-1 1 0 0 0,0 29 0 0 0,-4-22-44 0 0,-1 0-1 0 0,-1-1 0 0 0,-8 27 0 0 0,-27 74 195 0 0,23-81-134 0 0,2 1 0 0 0,-13 75 1 0 0,23-81-574 0 0,2 1 0 0 0,1 0 0 0 0,3-1 0 0 0,0 1 0 0 0,3 0 0 0 0,2-1 0 0 0,17 60 0 0 0,-21-89 204 0 0,1 0 0 0 0,1 0 0 0 0,-1-1 0 0 0,2 0 0 0 0,-1 0 0 0 0,9 11 0 0 0,-13-20 350 0 0,-1 0 0 0 0,1-1 0 0 0,-1 1 0 0 0,1-1-1 0 0,0 1 1 0 0,-1 0 0 0 0,1-1 0 0 0,0 1 0 0 0,-1-1-1 0 0,1 0 1 0 0,0 1 0 0 0,0-1 0 0 0,0 0 0 0 0,-1 1-1 0 0,1-1 1 0 0,0 0 0 0 0,1 1 0 0 0,0-1 34 0 0,1 1 193 0 0,4-7-186 0 0,-3 2-45 0 0,-1 1 3 0 0,1-1 0 0 0,0 0 0 0 0,-1 0-1 0 0,1 0 1 0 0,-1 0 0 0 0,-1-1 0 0 0,1 1-1 0 0,0-1 1 0 0,-1 0 0 0 0,0 1 0 0 0,2-9-1 0 0,3-25 730 0 0,-2 0 0 0 0,1-61 0 0 0,-6 92-647 0 0,0-26 306 0 0,-1 0 0 0 0,-2-1 1 0 0,-1 1-1 0 0,-2 0 0 0 0,-1 0 1 0 0,-2 1-1 0 0,-1 0 0 0 0,-1 1 1 0 0,-19-38-1 0 0,3 18-10 0 0,-3 2-1 0 0,-1 1 1 0 0,-2 1 0 0 0,-61-64-1 0 0,-122-103-137 0 0,186 186-559 0 0,-33-39 0 0 0,60 63 266 0 0,1 1 0 0 0,-1 0 0 0 0,1 0 0 0 0,0-1 0 0 0,0 1 0 0 0,0-1 0 0 0,1 0 0 0 0,-1 0 0 0 0,1 1 0 0 0,0-1 0 0 0,0 0 0 0 0,1 0 0 0 0,-2-8 0 0 0,2 11 36 0 0,1 1 0 0 0,-1 0 0 0 0,0-1-1 0 0,0 1 1 0 0,0-1 0 0 0,0 1-1 0 0,0 0 1 0 0,0-1 0 0 0,0 1 0 0 0,1-1-1 0 0,-1 1 1 0 0,0 0 0 0 0,0-1-1 0 0,1 1 1 0 0,-1 0 0 0 0,0-1 0 0 0,0 1-1 0 0,1 0 1 0 0,-1-1 0 0 0,0 1 0 0 0,1 0-1 0 0,-1 0 1 0 0,1-1 0 0 0,8-6 18 0 0,0 0-1 0 0,0 0 1 0 0,1 1 0 0 0,0 0 0 0 0,0 1 0 0 0,0 0 0 0 0,1 1 0 0 0,-1 0 0 0 0,1 0 0 0 0,14-2-1 0 0,30-4 101 0 0,-1 2 0 0 0,1 2 0 0 0,1 3 0 0 0,-1 3-1 0 0,0 1 1 0 0,74 13 0 0 0,-8 7-512 0 0,209 64 0 0 0,-92 6-3751 0 0,-10 18-3288 0 0,-127-59 4234 0 0,31 12-5167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18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6489 0 0,'0'0'18137'0'0,"4"9"-17886"0"0,0-3-208 0 0,2 5 31 0 0,0 0 0 0 0,-1 0 0 0 0,-1 0 1 0 0,5 15-1 0 0,5 30 159 0 0,-1-4-227 0 0,-1 1 0 0 0,6 77 0 0 0,-18-119-156 0 0,0 1 0 0 0,-1-1 0 0 0,-3 17 0 0 0,3-25 104 0 0,-1-1 15 0 0,-4 6-10 0 0,5-6 148 0 0,-1-10-60 0 0,-6-27 114 0 0,7 34-147 0 0,1 0 1 0 0,0 0 0 0 0,0 0-1 0 0,0-1 1 0 0,-1 1-1 0 0,1 0 1 0 0,0 0-1 0 0,0 0 1 0 0,0 0-1 0 0,0 0 1 0 0,1 0-1 0 0,-1 0 1 0 0,0-1-1 0 0,7-28 157 0 0,17-77 481 0 0,-21 89-561 0 0,0-1 0 0 0,-1 0 1 0 0,-1-23-1 0 0,-2 14 122 0 0,-2-1-1 0 0,-1 1 1 0 0,-11-39 0 0 0,1-1 1119 0 0,13 66-1013 0 0,-2-20 288 0 0,3 18 435 0 0,6 14-959 0 0,-4-7-77 0 0,4 8-8 0 0,0 0-1 0 0,0 0 0 0 0,-1 0 1 0 0,-1 1-1 0 0,6 18 1 0 0,0 15-48 0 0,-2 0-1 0 0,-2 0 1 0 0,-1 0 0 0 0,-3 0 0 0 0,-2 1 0 0 0,-1-1 0 0 0,-9 48-1 0 0,-1-37-375 0 0,-2 14-2737 0 0,11-55-96 0 0,1 0 0 0 0,1 25 1 0 0,0-37 2482 0 0,0 1 0 0 0,1 0 1 0 0,0-1-1 0 0,0 1 0 0 0,1 4 1 0 0,9 13-8799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19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1 296 0 0,'-18'5'16566'0'0,"16"-4"-15196"0"0,-11 7 3147 0 0,17-2-4219 0 0,12 19-68 0 0,-9-17-12 0 0,20 11 380 0 0,-2 1 1 0 0,1 1-1 0 0,36 42 0 0 0,-47-47-389 0 0,-2 2-1 0 0,-1-1 0 0 0,0 1 0 0 0,-1 1 1 0 0,-1 0-1 0 0,12 32 0 0 0,-7-9 19 0 0,-2 1 0 0 0,8 51 0 0 0,-19-70-61 0 0,0 37 0 0 0,-3-54-130 0 0,2-6-18 0 0,-1 0 0 0 0,0 0 1 0 0,0 0-1 0 0,0 0 0 0 0,0 0 1 0 0,-1 1-1 0 0,1-1 0 0 0,0 0 1 0 0,0 0-1 0 0,-1 0 0 0 0,1 0 1 0 0,0 0-1 0 0,-2 2 0 0 0,1 0 43 0 0,0-2-51 0 0,1-1 0 0 0,0 1 0 0 0,-1 0 0 0 0,1-1 0 0 0,0 1 0 0 0,-1 0 1 0 0,1 0-1 0 0,-1-1 0 0 0,1 1 0 0 0,-1-1 0 0 0,1 1 0 0 0,-1 0 0 0 0,0-1 0 0 0,1 1 0 0 0,-1-1 0 0 0,0 0 0 0 0,1 1 1 0 0,-1-1-1 0 0,0 1 0 0 0,-1-1 0 0 0,1 1 13 0 0,-6 2 46 0 0,-3-2-30 0 0,1-1-1 0 0,-1 0 1 0 0,1 0 0 0 0,-1-1-1 0 0,0 0 1 0 0,1-1 0 0 0,0 0-1 0 0,-1 0 1 0 0,-12-6 0 0 0,-2-1 4 0 0,1-1 0 0 0,-33-21 0 0 0,30 14 166 0 0,0-2-1 0 0,1-1 1 0 0,2-1-1 0 0,0-1 1 0 0,1-1-1 0 0,1-1 1 0 0,1-1-1 0 0,1-1 1 0 0,2 0-1 0 0,0-2 1 0 0,-16-38-1 0 0,21 36 148 0 0,-15-62 0 0 0,23 73-335 0 0,2-6-21 0 0,4 4 0 0 0,-2 20-9 0 0,1 0 1 0 0,-1 0-1 0 0,1 0 0 0 0,-1 0 0 0 0,1 1 1 0 0,-1-1-1 0 0,1 0 0 0 0,-1 0 0 0 0,1 1 1 0 0,0-1-1 0 0,0 0 0 0 0,-1 1 0 0 0,1-1 1 0 0,0 1-1 0 0,0-1 0 0 0,0 1 0 0 0,-1-1 1 0 0,1 1-1 0 0,0 0 0 0 0,0-1 1 0 0,0 1-1 0 0,1 0 0 0 0,20-2-291 0 0,-10 4 152 0 0,0 0 1 0 0,0 1-1 0 0,0 0 0 0 0,-1 1 0 0 0,0 1 1 0 0,11 5-1 0 0,-3-2-79 0 0,14 6-1039 0 0,-1 2 0 0 0,48 32 0 0 0,-52-28-3853 0 0,30 28 0 0 0,-24-18 465 0 0,-2-4-4901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08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880 52 384 0 0,'0'0'17496'0'0,"7"-6"-16440"0"0,17-16-76 0 0,-18 16-161 0 0,-4 5-125 0 0,8-5-97 0 0,-8 4 429 0 0,11-5-247 0 0,-11 6 152 0 0,1 5-822 0 0,9 14-30 0 0,-11-16-74 0 0,0-1 0 0 0,0 0 0 0 0,0 1 0 0 0,-1-1 0 0 0,1 0 0 0 0,0 1 0 0 0,-1-1 0 0 0,1 1 0 0 0,-1-1 1 0 0,0 1-1 0 0,1-1 0 0 0,-1 1 0 0 0,0-1 0 0 0,0 3 0 0 0,1 3 16 0 0,104 611 1226 0 0,-42-307-874 0 0,-50-254-315 0 0,24 101 108 0 0,14 63 148 0 0,-15 0-106 0 0,-34-192-176 0 0,0-1 0 0 0,-2 1-1 0 0,-5 38 1 0 0,4-55-9 0 0,-1-1 0 0 0,0 0 0 0 0,-1 0 0 0 0,-1 0 0 0 0,1 0 0 0 0,-2 0 0 0 0,1-1-1 0 0,-1 1 1 0 0,-1-1 0 0 0,0-1 0 0 0,-9 12 0 0 0,11-17-5 0 0,0 0 0 0 0,0 0 0 0 0,0-1 0 0 0,-1 1 0 0 0,1-1 1 0 0,-1 0-1 0 0,0 0 0 0 0,0-1 0 0 0,0 1 0 0 0,-7 1 0 0 0,3-1 1 0 0,0-1 1 0 0,0 0-1 0 0,0-1 1 0 0,0 0-1 0 0,-16 0 1 0 0,1-3 73 0 0,0-1 1 0 0,1-1-1 0 0,-45-13 1 0 0,33 6 24 0 0,1-2 0 0 0,1-1 1 0 0,0-2-1 0 0,-41-27 0 0 0,31 14 93 0 0,1-1-1 0 0,-55-54 0 0 0,74 61-56 0 0,1 0 0 0 0,2-2-1 0 0,0-1 1 0 0,1 0 0 0 0,-18-38-1 0 0,17 26 154 0 0,3 0 0 0 0,1-2 0 0 0,-16-64-1 0 0,18 37-128 0 0,2-2 1 0 0,3 0-1 0 0,4 0 0 0 0,5-128 0 0 0,5 119-178 0 0,4 0 0 0 0,3 0 0 0 0,30-104 0 0 0,-29 137 0 0 0,29-84 0 0 0,-37 116 0 0 0,1 0 0 0 0,0 0 0 0 0,1 1 0 0 0,1 0 0 0 0,0 0 0 0 0,1 1 0 0 0,12-14 0 0 0,-17 22 0 0 0,0-1 0 0 0,1 1 0 0 0,0 0 0 0 0,0 0 0 0 0,0 0 0 0 0,0 0 0 0 0,0 1 0 0 0,0 0 0 0 0,0 0 0 0 0,1 0 0 0 0,-1 1 0 0 0,1 0 0 0 0,0 0 0 0 0,-1 0 0 0 0,1 1 0 0 0,0 0 0 0 0,-1 0 0 0 0,12 2 0 0 0,2 1 0 0 0,1 1 0 0 0,-1 1 0 0 0,0 1 0 0 0,21 9 0 0 0,-2 3 0 0 0,0 1 0 0 0,-1 1 0 0 0,-1 3 0 0 0,-1 0 0 0 0,-1 3 0 0 0,-1 0 0 0 0,43 46 0 0 0,-17-6 0 0 0,-2 2 0 0 0,75 116 0 0 0,-91-116 0 0 0,-2 2 0 0 0,-4 2 0 0 0,-3 1 0 0 0,-3 1 0 0 0,-4 2 0 0 0,29 142 0 0 0,-49-190 4 0 0,-2 1 0 0 0,-1 0 1 0 0,-1 1-1 0 0,-1-1 0 0 0,-2 0 0 0 0,-1 0 0 0 0,-1 0 1 0 0,-2-1-1 0 0,0 1 0 0 0,-2-1 0 0 0,-13 30 0 0 0,12-38-43 0 0,0 0 0 0 0,-1-1 0 0 0,-1 0 0 0 0,-1-1 0 0 0,-1-1 0 0 0,0 0 0 0 0,-1 0 0 0 0,-1-1-1 0 0,0-1 1 0 0,-1-1 0 0 0,-1 0 0 0 0,0-1 0 0 0,-1 0 0 0 0,0-2 0 0 0,-30 14 0 0 0,29-17-41 0 0,-1-1 1 0 0,0-1 0 0 0,0-1-1 0 0,0-1 1 0 0,0 0 0 0 0,-1-2-1 0 0,1 0 1 0 0,-38-2 0 0 0,31-3 97 0 0,-1 0 1 0 0,1-2 0 0 0,0-1 0 0 0,0-1-1 0 0,1-1 1 0 0,-27-12 0 0 0,0-5 70 0 0,1-2 0 0 0,1-2 0 0 0,2-2 0 0 0,1-3 0 0 0,1-1 0 0 0,3-3 0 0 0,0-1 1 0 0,3-2-1 0 0,1-2 0 0 0,3-2 0 0 0,1-1 0 0 0,-53-91 0 0 0,59 81-89 0 0,1-2 0 0 0,3 0 0 0 0,3-2 0 0 0,2-1 0 0 0,-24-119 0 0 0,39 142 0 0 0,2 0 0 0 0,2-1 0 0 0,1 1 0 0 0,7-60 0 0 0,-1 69 0 0 0,0 0 0 0 0,2 1 0 0 0,1-1 0 0 0,1 1 0 0 0,1 1 0 0 0,22-42 0 0 0,-21 50 0 0 0,1 1 0 0 0,0 0 0 0 0,1 1 0 0 0,1 1 0 0 0,0 0 0 0 0,1 0 0 0 0,1 2 0 0 0,25-19 0 0 0,-19 18 0 0 0,0 2 0 0 0,1 0 0 0 0,1 2 0 0 0,0 0 0 0 0,0 2 0 0 0,37-10 0 0 0,-25 11 0 0 0,0 2 0 0 0,0 1 0 0 0,0 2 0 0 0,1 2 0 0 0,-1 1 0 0 0,1 2 0 0 0,-1 1 0 0 0,0 2 0 0 0,0 1 0 0 0,46 15 0 0 0,-53-10-93 0 0,0 1 0 0 0,-1 1 0 0 0,0 1 0 0 0,-1 1 0 0 0,-1 2 0 0 0,0 1 0 0 0,-1 0 0 0 0,34 35 1 0 0,53 69-2710 0 0,-13 8-4016 0 0,46 85-1625 0 0,-130-193 7330 0 0,68 105-8882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10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1766 103 4880 0 0,'2'2'9781'0'0,"8"6"-3139"0"0,-21-7-5757 0 0,-29 1 68 0 0,-63-5 0 0 0,-317-42 887 0 0,-200-15-1332 0 0,299 52-3009 0 0,214 9-2085 0 0,0 2-4262 0 0,58-1 1101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10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1134 61 4480 0 0,'12'9'7841'0'0,"-9"0"236"0"0,-60 19-6633 0 0,3-24-300 0 0,-32 0-340 0 0,-11-6-252 0 0,-10-3-328 0 0,-9-5-380 0 0,-7-4-452 0 0,-3 2-4396 0 0,-33-12 1331 0 0,42 2 33 0 0,10-4-5085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05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6169 0 0,'2'44'10769'0'0,"5"22"-7441"0"0,1 2-1744 0 0,86 683 4503 0 0,72-11-9248 0 0,-162-725 2701 0 0,135 422-12422 0 0,-85-310 4208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29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345 1366 3752 0 0,'-12'6'15876'0'0,"6"-9"-14365"0"0,-3-1-1084 0 0,6 3-284 0 0,0-1 1 0 0,-1 0-1 0 0,1 0 0 0 0,0 0 1 0 0,0 0-1 0 0,0 0 0 0 0,1 0 1 0 0,-1-1-1 0 0,0 0 0 0 0,-2-2 1 0 0,-10-13 229 0 0,0-1 1 0 0,1 0-1 0 0,1 0 0 0 0,0-2 1 0 0,-11-24-1 0 0,-2-21 757 0 0,2-1 0 0 0,-28-127-1 0 0,-4-146 859 0 0,56 339-1990 0 0,-26-220 101 0 0,23 185-18 0 0,1 0 1 0 0,2 1-1 0 0,2-1 1 0 0,6-41-1 0 0,-6 71-34 0 0,-1-1 0 0 0,1 0 0 0 0,0 1 0 0 0,1 0 0 0 0,0-1 0 0 0,0 1 0 0 0,0 0 0 0 0,6-8 0 0 0,-8 12-39 0 0,1 0 0 0 0,-1 0-1 0 0,1 1 1 0 0,0-1 0 0 0,0 0 0 0 0,0 1-1 0 0,-1 0 1 0 0,1-1 0 0 0,0 1 0 0 0,1 0 0 0 0,-1 0-1 0 0,0 0 1 0 0,0 0 0 0 0,0 0 0 0 0,1 0-1 0 0,-1 1 1 0 0,0-1 0 0 0,1 1 0 0 0,-1 0-1 0 0,0 0 1 0 0,1 0 0 0 0,-1 0 0 0 0,1 0-1 0 0,-1 0 1 0 0,0 0 0 0 0,1 1 0 0 0,-1-1 0 0 0,3 2-1 0 0,7 3-20 0 0,0 0-1 0 0,0 1 0 0 0,-1 0 0 0 0,0 1 1 0 0,17 14-1 0 0,51 50-32 0 0,-64-57 31 0 0,40 39 27 0 0,73 94 1 0 0,-98-107 22 0 0,-1 1 1 0 0,-3 1-1 0 0,30 63 1 0 0,-50-92-63 0 0,3 8-46 0 0,8 25-1 0 0,-15-41 38 0 0,-1 0-1 0 0,1 1 0 0 0,-1-1 0 0 0,-1 1 1 0 0,1-1-1 0 0,-1 1 0 0 0,0-1 0 0 0,0 1 1 0 0,0-1-1 0 0,-2 6 0 0 0,1-8-6 0 0,0 0 0 0 0,0 0 0 0 0,0-1 0 0 0,0 1 0 0 0,-1 0 0 0 0,1-1 0 0 0,-1 1 0 0 0,0-1 0 0 0,0 0 0 0 0,0 0 1 0 0,0 1-1 0 0,0-1 0 0 0,0-1 0 0 0,0 1 0 0 0,-1 0 0 0 0,1 0 0 0 0,-1-1 0 0 0,1 1 0 0 0,-1-1 0 0 0,1 0 0 0 0,-1 0 0 0 0,0 0 0 0 0,0 0 0 0 0,0-1 0 0 0,-5 2 0 0 0,-5-1-209 0 0,-1 0 1 0 0,1 0-1 0 0,0-2 0 0 0,-19-1 1 0 0,-19-6-1225 0 0,-51-13 0 0 0,3-5-4193 0 0,-33-18-3159 0 0,80 24 54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30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 23 4608 0 0,'2'-3'5937'0'0,"8"-8"-2021"0"0,-8 8-1650 0 0,1 2-539 0 0,0 0-1228 0 0,-2 0-344 0 0,0 1 0 0 0,-1-1-1 0 0,1 1 1 0 0,0-1 0 0 0,0 1-1 0 0,0 0 1 0 0,0 0 0 0 0,0-1-1 0 0,0 1 1 0 0,0 0 0 0 0,0 0-1 0 0,0 0 1 0 0,0 0 0 0 0,0 0-1 0 0,0 0 1 0 0,0 0 0 0 0,0 1-1 0 0,1-1 1 0 0,3 1 108 0 0,-3-1-131 0 0,0 0 0 0 0,0 1-1 0 0,0-1 1 0 0,0 0 0 0 0,0 1-1 0 0,0 0 1 0 0,-1-1-1 0 0,4 2 1 0 0,15 8 433 0 0,0 1 1 0 0,-1 0-1 0 0,0 1 1 0 0,-1 2-1 0 0,0-1 0 0 0,-1 2 1 0 0,24 26-1 0 0,-24-22-146 0 0,-1 1-1 0 0,0 1 1 0 0,-2 0 0 0 0,0 1 0 0 0,-2 1-1 0 0,15 36 1 0 0,-23-48-299 0 0,0 0 0 0 0,0 1 0 0 0,-2-1 0 0 0,1 1 0 0 0,-2 0 0 0 0,1 0-1 0 0,-1 12 1 0 0,-1-19-94 0 0,-1 0 0 0 0,1 0 0 0 0,-1 0 0 0 0,0-1 0 0 0,0 1 0 0 0,0 0 0 0 0,-1 0 0 0 0,0-1 0 0 0,1 1 0 0 0,-2-1 1 0 0,1 0-1 0 0,0 0 0 0 0,-1 1 0 0 0,0-1 0 0 0,0-1 0 0 0,0 1 0 0 0,-1 0 0 0 0,1-1 0 0 0,-1 0 0 0 0,-5 5 0 0 0,1-4-23 0 0,1 0 1 0 0,-1-1 0 0 0,0 1 0 0 0,0-2 0 0 0,0 1 0 0 0,0-1-1 0 0,-1 0 1 0 0,1-1 0 0 0,0 0 0 0 0,-1 0 0 0 0,0-1-1 0 0,1 0 1 0 0,-1 0 0 0 0,1-1 0 0 0,-1 0 0 0 0,-10-3 0 0 0,-10-3-50 0 0,-1-2 1 0 0,1-1 0 0 0,-33-17 0 0 0,23 9 21 0 0,1-2 0 0 0,1-1 1 0 0,1-2-1 0 0,1-2 1 0 0,1-1-1 0 0,-44-43 0 0 0,67 58 37 0 0,1 0 0 0 0,0-1 0 0 0,1 0-1 0 0,0-1 1 0 0,1 1 0 0 0,1-2 0 0 0,-10-22-1 0 0,16 33-71 0 0,0 0 0 0 0,0 1 0 0 0,0-1 0 0 0,0 0 0 0 0,1-1 0 0 0,-1 1 0 0 0,1 0 0 0 0,0 0 0 0 0,0 0 0 0 0,0 0 0 0 0,1 0 0 0 0,-1 0 0 0 0,1 0 0 0 0,0 0 0 0 0,-1 0 0 0 0,1 0 0 0 0,0 0 0 0 0,1 0 0 0 0,-1 1 0 0 0,1-1 0 0 0,-1 0 0 0 0,1 1 0 0 0,0-1 0 0 0,0 1 0 0 0,0-1 0 0 0,0 1 0 0 0,0 0 0 0 0,0 0-1 0 0,4-2 1 0 0,-1 0-397 0 0,0 1-1 0 0,0 0 1 0 0,0 1-1 0 0,0-1 1 0 0,1 1-1 0 0,6-2 1 0 0,-4 2-931 0 0,0 1 0 0 0,0-1 0 0 0,0 1 1 0 0,9 1-1 0 0,12 1-3004 0 0,31 4 0 0 0,-8 4-4287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30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1388 0 4688 0 0,'-3'1'7329'0'0,"-63"7"2215"0"0,-1-2-4417 0 0,-140 0-2859 0 0,134-5-1250 0 0,-327 2-2732 0 0,-1-10-3711 0 0,325 5 1501 0 0,1 4-5564 0 0,56-2 2825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31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571 1 1000 0 0,'10'10'23214'0'0,"-43"9"-21502"0"0,0-14-456 0 0,-15 2-763 0 0,-7 0-541 0 0,-7-4-613 0 0,-22 0-5615 0 0,-9-3 2028 0 0,4-4 971 0 0,5-8-7128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48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5993 0 0,'0'0'13148'0'0,"-2"1"-12254"0"0,-16 18 2070 0 0,17-17-2529 0 0,0 2 9 0 0,-1 25 439 0 0,25 313 3146 0 0,-21-324-3892 0 0,31 182 1223 0 0,16-4-687 0 0,-27-113-424 0 0,13 27-127 0 0,-8-26-19 0 0,30 94-606 0 0,-39-94-4774 0 0,-17-74-612 0 0,-1-3 4372 0 0,-1-3-429 0 0,2 2-2596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49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381 0 1280 0 0,'0'0'17313'0'0,"-2"4"-16171"0"0,-7 10-232 0 0,9-14-884 0 0,0 0-1 0 0,0 0 0 0 0,0 0 1 0 0,0 1-1 0 0,0-1 0 0 0,-1 0 1 0 0,1 0-1 0 0,0 0 0 0 0,0 1 1 0 0,0-1-1 0 0,0 0 1 0 0,0 0-1 0 0,-1 0 0 0 0,1 0 1 0 0,0 0-1 0 0,0 1 0 0 0,0-1 1 0 0,0 0-1 0 0,-1 0 0 0 0,1 0 1 0 0,0 0-1 0 0,0 0 0 0 0,0 0 1 0 0,-1 0-1 0 0,1 0 1 0 0,0 0-1 0 0,0 0 0 0 0,-1 0 1 0 0,1 0-1 0 0,-57 5 2369 0 0,17-3-1587 0 0,-1 1 0 0 0,-46 10-1 0 0,34-3-3115 0 0,1 2-3776 0 0,18-5-849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50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1333 4880 0 0,'-5'-1'4761'0'0,"0"1"-3575"0"0,3 0-896 0 0,1 0 1 0 0,-1 0 0 0 0,0-1 0 0 0,0 1-1 0 0,1 0 1 0 0,-1-1 0 0 0,0 1 0 0 0,1-1 0 0 0,-1 0-1 0 0,1 0 1 0 0,-1 1 0 0 0,1-1 0 0 0,-3-2-1 0 0,-12-7 525 0 0,1 0-1 0 0,1-1 0 0 0,-1 0 0 0 0,-21-24 0 0 0,13 6 122 0 0,2-1 0 0 0,1 0-1 0 0,1-2 1 0 0,-16-37 0 0 0,-45-143 3086 0 0,58 146-3118 0 0,-42-154 745 0 0,63 215-1613 0 0,-38-197 982 0 0,36 176-965 0 0,1 1 0 0 0,1-1-1 0 0,2 0 1 0 0,0 0 0 0 0,10-48 0 0 0,-9 64-45 0 0,1 0 0 0 0,1 0 0 0 0,0 0-1 0 0,0 1 1 0 0,0 0 0 0 0,12-16 0 0 0,-12 19-10 0 0,0 1 1 0 0,1-1-1 0 0,0 1 1 0 0,0 0-1 0 0,1 0 0 0 0,-1 0 1 0 0,1 1-1 0 0,0 0 0 0 0,0 0 1 0 0,9-4-1 0 0,-12 6-20 0 0,-1 2 9 0 0,0-1-1 0 0,0 0 0 0 0,0 0 0 0 0,0 1 1 0 0,0-1-1 0 0,0 1 0 0 0,1-1 1 0 0,-1 1-1 0 0,0 0 0 0 0,0 0 1 0 0,0 0-1 0 0,0 0 0 0 0,1 0 1 0 0,-1 1-1 0 0,0-1 0 0 0,4 2 1 0 0,3 0-5 0 0,0 1 1 0 0,0 0-1 0 0,0 1 1 0 0,0 0-1 0 0,-1 0 1 0 0,1 1 0 0 0,-1 0-1 0 0,11 10 1 0 0,-8-4-17 0 0,0 0 0 0 0,-1 1 1 0 0,-1 1-1 0 0,0-1 0 0 0,0 2 1 0 0,-2-1-1 0 0,1 1 0 0 0,-2 0 0 0 0,0 0 1 0 0,-1 1-1 0 0,0 0 0 0 0,-1 0 1 0 0,0 0-1 0 0,-2 1 0 0 0,2 28 0 0 0,-3-34-38 0 0,-1 1 0 0 0,-1-1-1 0 0,0 1 1 0 0,-1-1 0 0 0,0 0-1 0 0,0 0 1 0 0,-1 0 0 0 0,0 0-1 0 0,-1 0 1 0 0,0-1-1 0 0,-7 12 1 0 0,8-15-35 0 0,-2 1-1 0 0,1-1 1 0 0,-1 0-1 0 0,1-1 1 0 0,-2 1-1 0 0,1-1 1 0 0,-1 0-1 0 0,1 0 1 0 0,-1-1-1 0 0,-1 0 1 0 0,1 0-1 0 0,0 0 1 0 0,-1-1-1 0 0,0 0 1 0 0,0 0-1 0 0,-10 3 1 0 0,-3-2-966 0 0,0-1-1 0 0,0-1 1 0 0,-33 1 0 0 0,25-4-5173 0 0,-56-9 0 0 0,52 3-2193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50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5008 0 0,'-2'3'5336'0'0,"-15"39"3264"0"0,12-23-7573 0 0,1 7-140 0 0,2 1-1 0 0,0-1 1 0 0,2 1-1 0 0,1-1 1 0 0,5 33-1 0 0,31 130 721 0 0,-21-124-1886 0 0,-15-57-308 0 0,1 0 0 0 0,0 15 0 0 0,-5 1-4859 0 0,-5-2-11205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51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481 0 4304 0 0,'0'0'5926'0'0,"-2"4"-1984"0"0,-1 1-3040 0 0,0 0-1 0 0,0 0 1 0 0,-1-1-1 0 0,1 0 1 0 0,-1 1-1 0 0,0-1 1 0 0,-1 0-1 0 0,-8 6 1 0 0,10-9-367 0 0,0 1-65 0 0,-38 33 1451 0 0,24-15-1442 0 0,2-1-1 0 0,0 2 1 0 0,-20 37 0 0 0,14-22-298 0 0,-82 163 370 0 0,15 8 336 0 0,70-162-620 0 0,0-3-140 0 0,3 0 0 0 0,1 1 0 0 0,-13 70 0 0 0,25-95-132 0 0,0 1-1 0 0,2 0 0 0 0,1 0 0 0 0,0-1 1 0 0,1 1-1 0 0,1 0 0 0 0,1-1 0 0 0,1 0 0 0 0,0 1 1 0 0,1-2-1 0 0,1 1 0 0 0,17 30 0 0 0,7 4 19 0 0,3-1-1 0 0,65 75 1 0 0,-37-55-17 0 0,3-3 0 0 0,100 80 0 0 0,163 91-957 0 0,-295-217 646 0 0,157 101-1493 0 0,5-16-5724 0 0,-164-92 4756 0 0,0-1-1 0 0,62 16 0 0 0,-15-16-4989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52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2920 0 0,'5'1'6783'0'0,"102"21"4327"0"0,-24-6-8986 0 0,118 40 0 0 0,-184-50-1941 0 0,-1 1 1 0 0,0 1 0 0 0,-1 1-1 0 0,0 0 1 0 0,0 1-1 0 0,21 19 1 0 0,-18-12-90 0 0,-1 1 0 0 0,0 0 0 0 0,-1 2-1 0 0,14 22 1 0 0,0 10 8 0 0,-2 1-1 0 0,-2 2 1 0 0,20 61-1 0 0,-12-17 227 0 0,-3 2-1 0 0,-5 1 1 0 0,-5 1 0 0 0,15 189-1 0 0,-33-244-246 0 0,-3-1 0 0 0,-2 1 0 0 0,-1 0 0 0 0,-3-1-1 0 0,-2 0 1 0 0,-2 0 0 0 0,-2-1 0 0 0,-2 0 0 0 0,-32 72-1 0 0,20-69-360 0 0,-1-1 0 0 0,-49 64 0 0 0,-80 74-5754 0 0,89-101-6456 0 0,58-72 4947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11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4114 57 272 0 0,'2'-3'7112'0'0,"8"-8"-2378"0"0,-7 8-1986 0 0,-3 0-1042 0 0,0-10-383 0 0,0 10 763 0 0,-5 0-1359 0 0,0-1-524 0 0,3 2-136 0 0,1 1 1 0 0,-1-1 0 0 0,0 1 0 0 0,0 0-1 0 0,0 0 1 0 0,-1 0 0 0 0,1 0 0 0 0,0 0-1 0 0,0 1 1 0 0,0-1 0 0 0,-1 0 0 0 0,1 1-1 0 0,0 0 1 0 0,-1-1 0 0 0,1 1 0 0 0,0 0-1 0 0,-3 1 1 0 0,-15 0 131 0 0,0 0 1 0 0,0 2-1 0 0,1 1 0 0 0,-26 7 1 0 0,-83 33 359 0 0,-9 2 105 0 0,90-35-491 0 0,0-2-1 0 0,-70 4 1 0 0,-98-7 152 0 0,117-5-154 0 0,-351 14-157 0 0,1 26 518 0 0,311-22-476 0 0,-632 78 240 0 0,388-73-254 0 0,-1-20-40 0 0,80-1 398 0 0,284-3-357 0 0,-195 8 1217 0 0,151-6 1370 0 0,59-2-2195 0 0,9 5-6152 0 0,3 2 4083 0 0,8 5-1170 0 0,-1 2-1884 0 0,-9-11 89 0 0,18 7-4273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13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1384 0 0,'0'0'4115'0'0,"0"4"-895"0"0,-3 12-1008 0 0,3-12-453 0 0,0-1-450 0 0,-1 1-899 0 0,1 0 1 0 0,-1 0-1 0 0,0 0 1 0 0,0 0-1 0 0,-3 7 1 0 0,2-8 402 0 0,1-1-758 0 0,-1 0 1 0 0,1-1-1 0 0,-1 1 0 0 0,0-1 1 0 0,0 1-1 0 0,0-1 0 0 0,0 0 1 0 0,0 0-1 0 0,0 0 0 0 0,0 0 1 0 0,-4 1-1 0 0,3-1-334 0 0,-4 7-6776 0 0,5-3 2673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15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6297 0 0,'0'0'9664'0'0,"-25"18"-14388"0"0,-14-19-1081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04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8105 0 0,'8'9'2403'0'0,"-1"0"0"0"0,0 0 0 0 0,6 13 0 0 0,-4-5-216 0 0,9 23 1 0 0,19 80 72 0 0,-29-92-1386 0 0,86 308 3333 0 0,13 45-3839 0 0,46 85-2431 0 0,-34-161-6396 0 0,-56-166-4 0 0,-30-83 407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03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1232 0 0,'0'0'18402'0'0,"0"8"-17209"0"0,2 243 2783 0 0,-1-9-2765 0 0,19 102-465 0 0,-10-226-1414 0 0,29 136 1 0 0,-33-226 231 0 0,17 44 1 0 0,-18-59-689 0 0,1 0-1 0 0,0-1 1 0 0,1 0-1 0 0,1 0 1 0 0,11 15 0 0 0,-15-22-17 0 0,0-1 0 0 0,1 0 0 0 0,-1 0 0 0 0,1 0 0 0 0,0-1 0 0 0,9 6 0 0 0,5-1-5920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03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4240 0 0,'0'0'6981'0'0,"6"5"-2795"0"0,17 16-1699 0 0,-22-21-2375 0 0,-1 1-1 0 0,1-1 0 0 0,0 1 1 0 0,-1-1-1 0 0,1 1 1 0 0,-1-1-1 0 0,1 1 0 0 0,-1-1 1 0 0,1 1-1 0 0,-1 0 1 0 0,0-1-1 0 0,1 1 0 0 0,-1 0 1 0 0,0-1-1 0 0,1 1 0 0 0,-1 1 1 0 0,5 14 656 0 0,-1 1 1 0 0,-1-1 0 0 0,1 21-1 0 0,1 57 576 0 0,-3-38-804 0 0,3 61 122 0 0,14 237-406 0 0,22-1-4625 0 0,-35-319 483 0 0,2 0 0 0 0,17 51-1 0 0,-7-46-2989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04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1 9325 0 0,'2'1'4868'0'0,"14"5"929"0"0,0 0-3281 0 0,-6-4-2066 0 0,-1 2 0 0 0,1-1-1 0 0,16 11 1 0 0,-3 2 100 0 0,0 1 0 0 0,-1 0 0 0 0,0 2 0 0 0,22 27-1 0 0,72 94 783 0 0,-62-72-855 0 0,37 48-220 0 0,-6 4 0 0 0,-4 4 1 0 0,66 139-1 0 0,-103-165-399 0 0,-40-86 110 0 0,0 0-1 0 0,-1 0 1 0 0,0 0 0 0 0,-1 0 0 0 0,0 1-1 0 0,0 18 1 0 0,-2-26 12 0 0,-1 0 0 0 0,1 0 0 0 0,-1 0-1 0 0,0 0 1 0 0,0 0 0 0 0,0-1 0 0 0,-1 1 0 0 0,0 0 0 0 0,0-1 0 0 0,0 1 0 0 0,0-1-1 0 0,-1 0 1 0 0,0 0 0 0 0,1 0 0 0 0,-2 0 0 0 0,1 0 0 0 0,0-1 0 0 0,-1 1-1 0 0,1-1 1 0 0,-1 0 0 0 0,0 0 0 0 0,0 0 0 0 0,0-1 0 0 0,-1 1 0 0 0,1-1-1 0 0,-1 0 1 0 0,1 0 0 0 0,-1-1 0 0 0,0 1 0 0 0,1-1 0 0 0,-1 0 0 0 0,0 0-1 0 0,-9 0 1 0 0,-5-2-3 0 0,0 0 0 0 0,0-1-1 0 0,0-1 1 0 0,0-1-1 0 0,-31-10 1 0 0,13 0-30 0 0,-68-36 0 0 0,16-1 197 0 0,3-3-1 0 0,3-5 1 0 0,2-3 0 0 0,3-3-1 0 0,-94-102 1 0 0,132 123-3 0 0,-49-70 0 0 0,74 90-130 0 0,0 0 0 0 0,2 0 0 0 0,0-1 0 0 0,2-1 0 0 0,-10-31 0 0 0,18 46-18 0 0,0 0 0 0 0,1-1 0 0 0,0 1 1 0 0,1-1-1 0 0,0 0 0 0 0,0 1 0 0 0,2-1 1 0 0,2-19-1 0 0,-2 24-41 0 0,1-1 0 0 0,0 0 0 0 0,1 1 0 0 0,0 0 0 0 0,0 0 0 0 0,1 0 0 0 0,0 0 0 0 0,0 0 0 0 0,0 1 0 0 0,1-1 0 0 0,0 1 0 0 0,0 0 0 0 0,10-8 0 0 0,-4 5-83 0 0,-1 1 0 0 0,2 0 0 0 0,-1 1 0 0 0,1 1 0 0 0,0 0 0 0 0,23-9 0 0 0,-15 9-446 0 0,1 0 0 0 0,0 2 0 0 0,35-4 0 0 0,1 6-2735 0 0,0 2 1 0 0,76 10-1 0 0,-33 2-1259 0 0,2 1-4008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22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496 1329 6681 0 0,'0'0'4597'0'0,"3"1"-1485"0"0,11 1 3811 0 0,-10-6-6529 0 0,10-13-49 0 0,-11 13-28 0 0,-1 2-17 0 0,4-8-7 0 0,-4 8-26 0 0,-1-1 46 0 0,3-8-45 0 0,-3 8-20 0 0,-1-1-21 0 0,0-11-24 0 0,0 12 4 0 0,-2-3 27 0 0,-8-21 95 0 0,-2 1-1 0 0,0 0 1 0 0,-2 1 0 0 0,-24-36-1 0 0,-120-179 1626 0 0,60 84-1215 0 0,59 96-433 0 0,3-2 1 0 0,2-2-1 0 0,-45-122 1 0 0,75 173-242 0 0,0 1 0 0 0,1-1-1 0 0,1-1 1 0 0,0 1 0 0 0,1 0 0 0 0,0-1 0 0 0,1 1 0 0 0,0-1 0 0 0,1 1 0 0 0,4-19-1 0 0,-4 25-49 0 0,1-1 0 0 0,1 1 0 0 0,-1-1-1 0 0,1 1 1 0 0,1 0 0 0 0,-1 0-1 0 0,1 1 1 0 0,1-1 0 0 0,-1 1-1 0 0,1 0 1 0 0,0 0 0 0 0,0 0-1 0 0,1 1 1 0 0,-1 0 0 0 0,1 0-1 0 0,1 0 1 0 0,-1 0 0 0 0,1 1 0 0 0,9-4-1 0 0,-6 3 11 0 0,1 1 0 0 0,0 0 0 0 0,0 1 0 0 0,0 0 0 0 0,0 0 0 0 0,0 2 0 0 0,1-1 0 0 0,-1 1 0 0 0,17 1 0 0 0,-13 1 0 0 0,-1 1 1 0 0,1 1 0 0 0,0 0 0 0 0,-1 1 0 0 0,0 0-1 0 0,23 10 1 0 0,-14-2-12 0 0,0 1 0 0 0,-1 1 0 0 0,0 1 0 0 0,-1 0 0 0 0,-1 2 0 0 0,0 0 0 0 0,33 40 0 0 0,-38-39-10 0 0,-2 0-1 0 0,0 1 1 0 0,11 23-1 0 0,-18-30-34 0 0,0 1 1 0 0,-1 0-1 0 0,0 1 0 0 0,-1-1 0 0 0,0 1 0 0 0,1 15 0 0 0,-4-23 16 0 0,0 1-1 0 0,-1-1 0 0 0,0 1 1 0 0,-1 0-1 0 0,1-1 1 0 0,-1 1-1 0 0,-1-1 0 0 0,1 1 1 0 0,-1-1-1 0 0,0 0 1 0 0,0 1-1 0 0,-1-1 0 0 0,0 0 1 0 0,0-1-1 0 0,0 1 1 0 0,-1 0-1 0 0,0-1 0 0 0,0 0 1 0 0,0 0-1 0 0,-1 0 1 0 0,0 0-1 0 0,0-1 0 0 0,0 0 1 0 0,0 0-1 0 0,-7 4 1 0 0,-2 0-92 0 0,-2 0 1 0 0,1-1-1 0 0,-1-1 1 0 0,0 0 0 0 0,0-1-1 0 0,0-1 1 0 0,-1 0-1 0 0,-27 1 1 0 0,-123 0-2291 0 0,54-9-6068 0 0,57-1-112 0 0,37 1 301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22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1 744 0 0,'-3'29'7118'0'0,"1"33"0"0"0,8 30-1033 0 0,0-56-5816 0 0,1-1 0 0 0,2 0-1 0 0,1 0 1 0 0,2-1 0 0 0,26 55-1 0 0,-26-61-6851 0 0,-11-25 3055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23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1344 0 0,'0'0'16122'0'0,"12"13"-8046"0"0,-28 8-7512 0 0,2-1-2308 0 0,1-8-3396 0 0,1 6-11322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24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830 1386 6681 0 0,'0'0'4932'0'0,"-2"4"-1770"0"0,-4 11-1310 0 0,4-11-445 0 0,1-2-249 0 0,-5 5-244 0 0,5-5 380 0 0,-2-1-747 0 0,2 0-329 0 0,0 0-84 0 0,0 0 0 0 0,1-1 1 0 0,-1 1-1 0 0,0-1 1 0 0,1 0-1 0 0,-1 1 1 0 0,0-1-1 0 0,0 0 0 0 0,0 1 1 0 0,1-1-1 0 0,-1 0 1 0 0,-1 0-1 0 0,-3-6 390 0 0,-17-24 637 0 0,2-1 0 0 0,-21-44 0 0 0,-4-14 6 0 0,-68-149 342 0 0,81 153-1345 0 0,4-1 0 0 0,-20-100 1 0 0,17-18-40 0 0,27 159-127 0 0,2 0 0 0 0,7-68 1 0 0,-4 100 13 0 0,2 1 1 0 0,-1 0-1 0 0,1-1 1 0 0,1 1-1 0 0,0 1 1 0 0,1-1 0 0 0,0 1-1 0 0,1 0 1 0 0,0 0-1 0 0,10-13 1 0 0,-12 19-1 0 0,0 0-1 0 0,0 1 1 0 0,0 0 0 0 0,1 0 0 0 0,-1 0 0 0 0,1 0-1 0 0,0 1 1 0 0,0 0 0 0 0,0 0 0 0 0,7-3 0 0 0,-7 5-2 0 0,-1-1 1 0 0,1 1 0 0 0,0 0-1 0 0,-1 0 1 0 0,1 1 0 0 0,0-1 0 0 0,0 1-1 0 0,0 0 1 0 0,-1 1 0 0 0,1-1-1 0 0,0 1 1 0 0,0 0 0 0 0,-1 0 0 0 0,6 2-1 0 0,1 1-7 0 0,1 1 1 0 0,-1 1-1 0 0,-1 0 0 0 0,1 0 0 0 0,-1 1 1 0 0,0 1-1 0 0,0-1 0 0 0,-1 2 0 0 0,0-1 1 0 0,-1 1-1 0 0,0 0 0 0 0,12 17 0 0 0,-8-8-12 0 0,-1 1 0 0 0,-1 0-1 0 0,0 1 1 0 0,-1 0 0 0 0,-1 0-1 0 0,6 28 1 0 0,-12-40-12 0 0,0 0 1 0 0,-1-1-1 0 0,0 1 1 0 0,-1 0-1 0 0,1 0 0 0 0,-2 0 1 0 0,1-1-1 0 0,-1 1 1 0 0,0 0-1 0 0,-1 0 1 0 0,0-1-1 0 0,0 1 0 0 0,0-1 1 0 0,-1 1-1 0 0,0-1 1 0 0,-1 0-1 0 0,1 0 1 0 0,-2-1-1 0 0,1 1 0 0 0,-1-1 1 0 0,1 0-1 0 0,-9 8 1 0 0,0-2-94 0 0,1-2 1 0 0,-2 1 0 0 0,1-2 0 0 0,-2 0 0 0 0,1 0-1 0 0,-1-1 1 0 0,0-1 0 0 0,-1-1 0 0 0,-24 8-1 0 0,-18 1-1153 0 0,-89 11-1 0 0,-58-8-7188 0 0,74-18 78 0 0,75-5 500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24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3560 0 0,'0'0'18378'0'0,"6"58"-17066"0"0,0-26-264 0 0,0 11-364 0 0,0 3-244 0 0,3 4-268 0 0,-3 3-372 0 0,2 3-184 0 0,5-1-248 0 0,-1-1-1236 0 0,6-1-2820 0 0,-1-5 1347 0 0,4-7-483 0 0,1-7-4073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25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1285 7145 0 0,'-1'5'4529'0'0,"-10"51"4779"0"0,10-54-7123 0 0,-3-12-1925 0 0,0-2-181 0 0,-2-1 30 0 0,2-1 0 0 0,0 0 0 0 0,-4-19 0 0 0,-39-199 1145 0 0,-5-25 52 0 0,51 246-1276 0 0,-57-435 2336 0 0,54 396-1726 0 0,2 0 1 0 0,8-78-1 0 0,3 86-304 0 0,-8 38-310 0 0,0 1-1 0 0,0 0 1 0 0,0 0-1 0 0,1 0 1 0 0,-1 1-1 0 0,1-1 1 0 0,0 0-1 0 0,0 0 1 0 0,0 1-1 0 0,2-3 1 0 0,3 3 52 0 0,0 3-76 0 0,-1 0 0 0 0,1 0 0 0 0,0 1 0 0 0,-1 0 0 0 0,1 0 1 0 0,-1 0-1 0 0,0 1 0 0 0,0 0 0 0 0,0 0 0 0 0,0 0 1 0 0,0 1-1 0 0,-1 0 0 0 0,1 0 0 0 0,-1 1 0 0 0,9 9 0 0 0,4 6-10 0 0,-1 0 0 0 0,25 40 0 0 0,-20-24-4 0 0,-1 1 1 0 0,-2 1 0 0 0,-1 1 0 0 0,-3 0-1 0 0,21 79 1 0 0,-31-100-128 0 0,-2 1 0 0 0,0 0 0 0 0,-1 0 0 0 0,-1 0-1 0 0,-1 0 1 0 0,-2 20 0 0 0,1-33 24 0 0,0 0 0 0 0,0 0 1 0 0,0 0-1 0 0,-1 0 0 0 0,0 0 0 0 0,0-1 1 0 0,-1 1-1 0 0,1 0 0 0 0,-1-1 0 0 0,0 0 0 0 0,-1 0 1 0 0,1 0-1 0 0,-1 0 0 0 0,0 0 0 0 0,0-1 0 0 0,0 1 1 0 0,-1-1-1 0 0,0 0 0 0 0,0-1 0 0 0,0 1 0 0 0,0-1 1 0 0,-10 5-1 0 0,1-3-399 0 0,0-1 0 0 0,-1 0 0 0 0,1-1 0 0 0,-1-1 0 0 0,1 0-1 0 0,-1-1 1 0 0,-28-1 0 0 0,1-3-2650 0 0,-60-13 0 0 0,59 7-762 0 0,-57-21 1 0 0,36 5-2865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26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1 2280 0 0,'14'16'3099'0'0,"5"2"212"0"0,-1-5 1969 0 0,-13-10-4269 0 0,6 4 1180 0 0,-1 0 0 0 0,12 10 0 0 0,-19-14-1902 0 0,1 1-1 0 0,0 0 0 0 0,-1 0 1 0 0,0 0-1 0 0,0 0 1 0 0,0 0-1 0 0,-1 1 1 0 0,4 7-1 0 0,-5-10-242 0 0,0 1 26 0 0,1-1 1 0 0,-1 1-1 0 0,0 0 1 0 0,0-1-1 0 0,-1 1 1 0 0,1 0-1 0 0,0 0 0 0 0,-1 0 1 0 0,0-1-1 0 0,1 1 1 0 0,-1 0-1 0 0,-1 4 1 0 0,1-1 16 0 0,-1 0 0 0 0,0 0 1 0 0,0 1-1 0 0,-1-1 0 0 0,1 0 1 0 0,-1 0-1 0 0,-1-1 0 0 0,1 1 1 0 0,-1 0-1 0 0,0-1 0 0 0,0 1 1 0 0,-1-1-1 0 0,0 0 0 0 0,0 0 1 0 0,-8 7-1 0 0,11-11-86 0 0,0 0 0 0 0,0 0 1 0 0,0-1-1 0 0,0 1 0 0 0,0 0 0 0 0,0-1 0 0 0,0 1 1 0 0,0-1-1 0 0,-1 1 0 0 0,1-1 0 0 0,0 0 0 0 0,0 1 1 0 0,0-1-1 0 0,-3 0 0 0 0,0 1-29 0 0,-3-1 16 0 0,1 1 0 0 0,0-1 0 0 0,0 0 1 0 0,0 0-1 0 0,-1-1 0 0 0,1 0 0 0 0,-8-2 0 0 0,13 3 0 0 0,-11-3-2 0 0,0-1 0 0 0,1 0-1 0 0,-1-1 1 0 0,1 0 0 0 0,0-1-1 0 0,0 0 1 0 0,-18-14 0 0 0,6 1 47 0 0,2 0 0 0 0,-23-25 1 0 0,39 38-13 0 0,-7-6 86 0 0,0-2 0 0 0,1 1-1 0 0,-14-23 1 0 0,24 32 36 0 0,0 1-1 0 0,0-1 0 0 0,0 0 0 0 0,0 1 1 0 0,0-5-1 0 0,1 5-145 0 0,-1 0 275 0 0,6 1-37 0 0,3-1-218 0 0,0 0 1 0 0,0 1 0 0 0,0 0-1 0 0,0 1 1 0 0,0 0-1 0 0,0 0 1 0 0,0 1-1 0 0,13 1 1 0 0,23 4-1632 0 0,69 18 1 0 0,-14-2-7874 0 0,-66-17 4925 0 0,-8-3-3930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28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584 1210 7321 0 0,'1'4'14064'0'0,"-3"-8"-11189"0"0,-8-18-1626 0 0,-12-37-1940 0 0,0-63 1148 0 0,11 49-52 0 0,-24-132 690 0 0,-40-181 821 0 0,65 339-1814 0 0,-12-64 91 0 0,19 89-164 0 0,1 1 1 0 0,1 0 0 0 0,2-26 0 0 0,-1 44-28 0 0,1-1 0 0 0,-1 0 1 0 0,1 0-1 0 0,0 1 0 0 0,0-1 1 0 0,0 0-1 0 0,1 1 0 0 0,-1-1 0 0 0,1 1 1 0 0,0-1-1 0 0,0 1 0 0 0,0 0 1 0 0,0 0-1 0 0,3-3 0 0 0,-3 4-7 0 0,0 0-1 0 0,1 0 1 0 0,-1 1-1 0 0,1-1 1 0 0,-1 1-1 0 0,1-1 1 0 0,-1 1-1 0 0,1 0 0 0 0,0 0 1 0 0,0 0-1 0 0,-1 0 1 0 0,1 1-1 0 0,0-1 1 0 0,0 1-1 0 0,0-1 1 0 0,0 1-1 0 0,0 0 1 0 0,6 1-1 0 0,4 1 40 0 0,0 1 1 0 0,0 0-1 0 0,0 1 0 0 0,-1 0 1 0 0,1 1-1 0 0,-1 0 1 0 0,0 1-1 0 0,-1 0 0 0 0,1 1 1 0 0,-1 1-1 0 0,0 0 0 0 0,14 14 1 0 0,-8-7 122 0 0,-1 2-1 0 0,-1 0 1 0 0,-1 1 0 0 0,-1 0 0 0 0,0 1-1 0 0,15 32 1 0 0,-21-38-135 0 0,-2 0 0 0 0,0 1 1 0 0,0 0-1 0 0,-1-1 0 0 0,-1 1 0 0 0,0 1 0 0 0,-1-1 1 0 0,0 27-1 0 0,-2-35-41 0 0,0 0 0 0 0,-1 0 0 0 0,0 0 0 0 0,0 0 0 0 0,0 0 0 0 0,-1 0 0 0 0,0 0 1 0 0,0 0-1 0 0,0-1 0 0 0,-1 1 0 0 0,1-1 0 0 0,-2 0 0 0 0,1 1 0 0 0,0-1 0 0 0,-1-1 0 0 0,0 1 0 0 0,0 0 1 0 0,0-1-1 0 0,-1 0 0 0 0,0 0 0 0 0,1 0 0 0 0,-1-1 0 0 0,-7 4 0 0 0,3-3-61 0 0,0 0-1 0 0,0-1 1 0 0,0 0-1 0 0,-1-1 1 0 0,1 0-1 0 0,-1 0 1 0 0,1-1-1 0 0,-1 0 1 0 0,0 0-1 0 0,1-1 1 0 0,-13-2-1 0 0,-12-3-526 0 0,-60-16-1 0 0,79 18 446 0 0,-45-14-1391 0 0,1-2-1 0 0,-66-32 0 0 0,79 29-4831 0 0,-61-41-1 0 0,73 39-1403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28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7041 0 0,'-10'6'14953'0'0,"5"4"-12285"0"0,-1 7-764 0 0,2 17-1276 0 0,-2-5-415 0 0,6 0-277 0 0,0 2-389 0 0,4 3-383 0 0,2 7-400 0 0,5-2-4012 0 0,1-1 1311 0 0,6-4 437 0 0,1-6-5873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05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2296 0 4712 0 0,'-1'2'4818'0'0,"-1"1"-3773"0"0,-1-1 0 0 0,1 1-1 0 0,-1-1 1 0 0,1 0 0 0 0,-1 0-1 0 0,1 0 1 0 0,-6 2 0 0 0,5-2-745 0 0,1-1 0 0 0,-1 0 0 0 0,0 0 0 0 0,0 0 0 0 0,0 0 0 0 0,0 0 0 0 0,-3 0 0 0 0,-37 1 1740 0 0,23-2-1437 0 0,-23 4 0 0 0,36-3-572 0 0,1 1 1 0 0,0 0-1 0 0,0 0 1 0 0,-1 0 0 0 0,1 1-1 0 0,1 0 1 0 0,-1 0 0 0 0,0 1-1 0 0,1-1 1 0 0,-8 8-1 0 0,-2 2 8 0 0,2 1 0 0 0,-14 16 0 0 0,11-10-43 0 0,-89 91 1041 0 0,86-94-922 0 0,-1-1 0 0 0,-1 0 1 0 0,-43 24-1 0 0,10-14-93 0 0,-2-3 0 0 0,0-1 0 0 0,-2-3-1 0 0,0-3 1 0 0,-1-2 0 0 0,-60 5 0 0 0,15-8 10 0 0,-1-5 0 0 0,-171-11-1 0 0,146-6-1754 0 0,-218-49 0 0 0,303 49-707 0 0,1-1 1 0 0,1-3-1 0 0,0-1 1 0 0,-45-25-1 0 0,10-6-4956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07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2752 0 0,'3'1'5176'0'0,"14"14"4352"0"0,-12-11-9758 0 0,-3-2 1964 0 0,-1 1-1301 0 0,4 9 4602 0 0,-9-9-4849 0 0,-14 7-19 0 0,13-7 1489 0 0,2-3-1553 0 0,-11-2-36 0 0,10 2 125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17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1832 1 4840 0 0,'0'0'8577'0'0,"1"2"-7467"0"0,4 9-462 0 0,-3-9 170 0 0,-1 2-476 0 0,3 10-83 0 0,-3-11-55 0 0,-2 1 36 0 0,-6 36 650 0 0,5-33-787 0 0,0-1 0 0 0,-1 1-1 0 0,0 0 1 0 0,0-1 0 0 0,0 1-1 0 0,-1-1 1 0 0,0 0 0 0 0,0 0-1 0 0,-7 6 1 0 0,-4 3 91 0 0,-28 23 1 0 0,23-24-106 0 0,0 0 0 0 0,-1-2 0 0 0,0 0 0 0 0,0-1-1 0 0,-2-1 1 0 0,1-1 0 0 0,-1-2 0 0 0,-47 11 0 0 0,23-10 155 0 0,0-3 1 0 0,0-1-1 0 0,-78-4 0 0 0,67-5 78 0 0,-112-23-1 0 0,-49-32-64 0 0,164 42-395 0 0,2-2 1 0 0,-101-55 0 0 0,135 64 105 0 0,0-1 1 0 0,1-1 0 0 0,0 0 0 0 0,-23-23 0 0 0,32 25 11 0 0,-1 1-8 0 0,-4-1-104 0 0,12 9-8 0 0,13 6 169 0 0,91 44 126 0 0,-40-15 76 0 0,2-3 0 0 0,2-2 0 0 0,0-4 0 0 0,121 29 1 0 0,-64-29-7 0 0,228 14 0 0 0,-304-35-153 0 0,-1-3 0 0 0,1-1-1 0 0,66-12 1 0 0,-93 10-103 0 0,0-2-1 0 0,0 0 1 0 0,-1-1 0 0 0,0-1 0 0 0,0-1 0 0 0,0-1 0 0 0,-1 0-1 0 0,0-1 1 0 0,-1-1 0 0 0,22-19 0 0 0,-32 25-38 0 0,-1-1 0 0 0,1-1 0 0 0,-1 1 0 0 0,-1-1 0 0 0,1 0 1 0 0,-1-1-1 0 0,-1 1 0 0 0,1-1 0 0 0,3-10 0 0 0,-7 15 29 0 0,-2 2 34 0 0,0 0 0 0 0,-1-1 1 0 0,1 1-1 0 0,0-1 0 0 0,0 1 0 0 0,0-1 1 0 0,0 0-1 0 0,0-2 0 0 0,-2-1-1 0 0,3 5 7 0 0,0 0-1 0 0,0-1 0 0 0,0 1 1 0 0,0 0-1 0 0,0 0 0 0 0,0-1 1 0 0,-1 1-1 0 0,1 0 0 0 0,0 0 0 0 0,0-1 1 0 0,0 1-1 0 0,-1 0 0 0 0,1 0 1 0 0,0-1-1 0 0,0 1 0 0 0,-1 0 1 0 0,1 0-1 0 0,0 0 0 0 0,0 0 0 0 0,-1 0 1 0 0,1-1-1 0 0,0 1 0 0 0,0 0 1 0 0,-1 0-1 0 0,-7-1 9 0 0,1 0 0 0 0,-1 0 0 0 0,0 1-1 0 0,1 0 1 0 0,-1 0 0 0 0,0 1 0 0 0,1 0 0 0 0,-15 4 0 0 0,-65 22 74 0 0,62-18-56 0 0,-22 8 10 0 0,-215 68 567 0 0,205-70-400 0 0,-1-2-1 0 0,-96 8 0 0 0,98-19-176 0 0,-105-9 1 0 0,-54-23 37 0 0,-243-67-2054 0 0,375 78-1459 0 0,53 12 747 0 0,0-1 1 0 0,-51-23-1 0 0,38 6-4598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42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461 1370 2560 0 0,'0'0'18569'0'0,"-5"-6"-18011"0"0,-14-18-50 0 0,14 18-58 0 0,4 3-92 0 0,-27-73 2198 0 0,7-10-1362 0 0,19 77-1109 0 0,-84-394 1664 0 0,78 375-1635 0 0,-24-97 705 0 0,27 99-649 0 0,1-1 0 0 0,-1-46-1 0 0,5 55-140 0 0,0-14 60 0 0,5-50-1 0 0,-1 58-38 0 0,-3 9-20 0 0,2 1 1 0 0,5-22-1 0 0,0 11 33 0 0,1 0-1 0 0,1 1 1 0 0,2 0-1 0 0,0 1 0 0 0,22-32 1 0 0,-28 48-73 0 0,0-1 1 0 0,0 1-1 0 0,1 1 0 0 0,0-1 0 0 0,1 1 1 0 0,-1 0-1 0 0,17-8 0 0 0,-18 10-28 0 0,1 1-1 0 0,0 1 0 0 0,0-1 1 0 0,1 1-1 0 0,-1 0 0 0 0,0 1 1 0 0,1 0-1 0 0,-1 0 0 0 0,1 0 1 0 0,-1 1-1 0 0,10 1 0 0 0,4 2 17 0 0,-1 1-1 0 0,0 0 0 0 0,0 2 0 0 0,0 0 0 0 0,-1 1 0 0 0,0 1 0 0 0,0 1 0 0 0,25 16 1 0 0,-14-6 5 0 0,-1 2 0 0 0,-1 1 0 0 0,-1 1 1 0 0,26 30-1 0 0,-46-46 0 0 0,-1 0 0 0 0,0 0 0 0 0,0 1 0 0 0,-1 0-1 0 0,0 1 1 0 0,0-1 0 0 0,-1 1 0 0 0,0 0 0 0 0,-1 0 0 0 0,3 11 0 0 0,-5-15 10 0 0,0 0 0 0 0,0 0 0 0 0,-1 0 0 0 0,0 0 0 0 0,0 0 0 0 0,0 0 0 0 0,-1 0 0 0 0,1 0 0 0 0,-1 0 0 0 0,0-1 0 0 0,-1 1 0 0 0,1 0 0 0 0,-1 0 0 0 0,0-1 0 0 0,0 1 0 0 0,0-1 0 0 0,-1 1 0 0 0,0-1 0 0 0,0 0 0 0 0,0 0 0 0 0,-4 5 0 0 0,-3 0-10 0 0,0-1 0 0 0,0 1 0 0 0,-1-2 0 0 0,0 1 0 0 0,-1-2 1 0 0,1 1-1 0 0,-1-2 0 0 0,0 1 0 0 0,-1-2 0 0 0,-15 5 0 0 0,-10 0-51 0 0,-2-1-1 0 0,-44 2 1 0 0,1-4-375 0 0,-109-6 0 0 0,8-15-7611 0 0,153 11 3659 0 0,-41-10 0 0 0,28 1-4302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43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1360 0 0,'0'0'21175'0'0,"-4"9"-20841"0"0,-11 28-44 0 0,9-21 19 0 0,7-11-288 0 0,0-2 23 0 0,-1 0 72 0 0,0 3-23 0 0,8 59 221 0 0,-4-29-351 0 0,-3-23 52 0 0,1 0 0 0 0,0-1 0 0 0,6 20 0 0 0,-8-31-14 0 0,1 0 1 0 0,-1 0-1 0 0,1 1 1 0 0,-1-1-1 0 0,0 0 0 0 0,1 0 1 0 0,-1 0-1 0 0,0 0 1 0 0,0 0-1 0 0,0 1 1 0 0,0-1-1 0 0,0 2 0 0 0,0-1 3 0 0,0-1 0 0 0,0 0 0 0 0,0 1-1 0 0,0-1 1 0 0,0 1 0 0 0,0-1-1 0 0,0 0 1 0 0,0 1 0 0 0,1-1 0 0 0,0 3-1 0 0,4 23 83 0 0,-5-25 140 0 0,2 0-161 0 0,1 4-66 0 0,-3-6 7 0 0,0 0 1 0 0,0 0 0 0 0,0 0-1 0 0,0 0 1 0 0,1 0 0 0 0,-1 0-1 0 0,0 0 1 0 0,0 1 0 0 0,0-1-1 0 0,0 0 1 0 0,0 0 0 0 0,0 0 0 0 0,0 0-1 0 0,0 0 1 0 0,0 0 0 0 0,0 0-1 0 0,1 0 1 0 0,-1 0 0 0 0,0 0-1 0 0,0 1 1 0 0,0-1 0 0 0,0 0-1 0 0,0 0 1 0 0,0 0 0 0 0,0 0-1 0 0,1 0 1 0 0,-1 0 0 0 0,0 0-1 0 0,0 0 1 0 0,0 0 0 0 0,0 0 0 0 0,0 0-1 0 0,0 0 1 0 0,1 0 0 0 0,-1 0-1 0 0,0 0 1 0 0,0 0 0 0 0,0 0-1 0 0,0 0 1 0 0,0 0 0 0 0,0 0-1 0 0,0 0 1 0 0,1-1 0 0 0,-1 1-1 0 0,0 0 1 0 0,0 0 0 0 0,0 0 0 0 0,0 0-1 0 0,0 0 1 0 0,0 0 0 0 0,0 0-1 0 0,0 0 1 0 0,1 0 0 0 0,-1-1-1 0 0,0 1 1 0 0,0 0 0 0 0,0 0-1 0 0,0 0 1 0 0,0 0 0 0 0,0 0-1 0 0,0 0 1 0 0,0 0 0 0 0,0-1-1 0 0,0 1 1 0 0,0 0 0 0 0,0 0 0 0 0,0 0-1 0 0,0 0 1 0 0,6-35 82 0 0,7-68 658 0 0,-12 89-685 0 0,0 5 50 0 0,0 0 0 0 0,-1 0 0 0 0,-1 0 1 0 0,-1-12-1 0 0,-2-17 377 0 0,-6-18-320 0 0,9 54-133 0 0,1-2-44 0 0,-1-1 448 0 0,6 15-336 0 0,9 18-53 0 0,-7-12 34 0 0,-2 1 1 0 0,0 0 0 0 0,-1 0-1 0 0,0 1 1 0 0,-2-1 0 0 0,0 1-1 0 0,-1 0 1 0 0,-1 23 0 0 0,0-37-61 0 0,-6 53 201 0 0,4-37-203 0 0,1-13-53 0 0,-1 0 1 0 0,0 1-1 0 0,0-1 1 0 0,-4 9-1 0 0,4-10-3 0 0,1-4 13 0 0,23-44-17155 0 0,-7 11 8551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47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 3432 0 0,'0'0'11522'0'0,"-1"3"-10567"0"0,-4 14 6524 0 0,4-14-7105 0 0,-3 7-44 0 0,3-8 127 0 0,3 2-290 0 0,2 4-29 0 0,0 1 0 0 0,0 1-1 0 0,-1-1 1 0 0,0 0 0 0 0,-1 1-1 0 0,0-1 1 0 0,1 18 0 0 0,-3-24-58 0 0,0 0 44 0 0,0 15 542 0 0,0-17-636 0 0,0-1-1 0 0,-1 1 0 0 0,1 0 0 0 0,-1 0 0 0 0,1 0 0 0 0,-1 0 0 0 0,0 0 0 0 0,1 0 0 0 0,-1-1 0 0 0,0 1 1 0 0,1 0-1 0 0,-3 1 0 0 0,2-2 14 0 0,-1 3 70 0 0,-15-2 218 0 0,13-1-171 0 0,0 0-69 0 0,-14-2-55 0 0,13 1-13 0 0,1 0 10 0 0,-11-5 60 0 0,11 4 127 0 0,1 1 30 0 0,-9-3 83 0 0,9 3 731 0 0,2 0-1954 0 0,-6-3 3558 0 0,50 12-22805 0 0,-33-6 11399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59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5481 0 0,'-17'4'11130'0'0,"14"-2"-9931"0"0,3-1-925 0 0,-7 5-84 0 0,1-2 2707 0 0,7-1-2214 0 0,1 12-58 0 0,-1-11 505 0 0,0 1-631 0 0,15 76 1073 0 0,8 122 0 0 0,-11-70-1213 0 0,56 292 674 0 0,-34-223-836 0 0,22 164 1 0 0,-40-107-743 0 0,-6-54-1514 0 0,-6-154-883 0 0,24 100 0 0 0,-25-134 718 0 0,0 2-873 0 0,2-4-2987 0 0,2 2-302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5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5008 0 0,'0'0'9035'0'0,"-5"3"-7026"0"0,-13 8-569 0 0,18-11-1394 0 0,-1 1 0 0 0,1-1 0 0 0,0 0 1 0 0,-1 0-1 0 0,1 0 0 0 0,0 1 1 0 0,-1-1-1 0 0,1 0 0 0 0,0 1 1 0 0,-1-1-1 0 0,1 0 0 0 0,0 0 0 0 0,0 1 1 0 0,-1-1-1 0 0,1 1 0 0 0,0-1 1 0 0,0 0-1 0 0,0 1 0 0 0,0-1 1 0 0,-1 1-1 0 0,1-1 0 0 0,0 0 0 0 0,0 1 1 0 0,0 0-1 0 0,-3 14 380 0 0,1 0-1 0 0,0 0 1 0 0,1 0-1 0 0,1 21 1 0 0,7 67 559 0 0,79 349 1069 0 0,-83-437-1982 0 0,7 25 59 0 0,49 240 916 0 0,-47-208-837 0 0,3 141 0 0 0,-22 115-1181 0 0,-3-188-6040 0 0,8-118 3068 0 0,1 34-1 0 0,4-29-2913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00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2973 0 1168 0 0,'-2'4'5323'0'0,"-25"43"2336"0"0,-5-4-4441 0 0,23-33-2802 0 0,0-1 0 0 0,0 0 1 0 0,-1 0-1 0 0,0-1 0 0 0,0 0 1 0 0,-21 10-1 0 0,-25 9 874 0 0,-81 26 0 0 0,-8 2-298 0 0,-566 201 1293 0 0,601-227-2008 0 0,-198 27 0 0 0,186-45-611 0 0,-202-9 1 0 0,28-31-5220 0 0,222 18 3336 0 0,1-4 1 0 0,1-2-1 0 0,-125-48 1 0 0,-1-31-6631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45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485 1 6953 0 0,'0'0'9723'0'0,"-1"2"-8293"0"0,-3 8-196 0 0,3-8 1090 0 0,-8 10-921 0 0,7-10-1232 0 0,-18 21 932 0 0,18-20-878 0 0,0 0-11 0 0,-4 6 54 0 0,1 1-1 0 0,-9 20 0 0 0,-11 51-8 0 0,4-9 542 0 0,-50 112 0 0 0,55-152-876 0 0,-2-1 1 0 0,-1-1-1 0 0,-1 0 0 0 0,-2-2 0 0 0,0 0 0 0 0,-2-1 1 0 0,-1-2-1 0 0,-2 0 0 0 0,-45 33 0 0 0,51-41-2635 0 0,20-16 1695 0 0,-1 0 1 0 0,1 0 0 0 0,0 0 0 0 0,-1 1 0 0 0,1-1 0 0 0,0 1-1 0 0,0-1 1 0 0,0 1 0 0 0,0-1 0 0 0,0 1 0 0 0,1-1-1 0 0,-2 4 1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45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2128 0 0,'48'17'9756'0'0,"-1"4"-4509"0"0,91 51-1901 0 0,-66-33-1700 0 0,-8-3 14 0 0,87 67-1 0 0,-114-74-1239 0 0,62 61 0 0 0,-75-64-1856 0 0,26 37 0 0 0,-43-54 515 0 0,2 4-762 0 0,0 0 1 0 0,1 0 0 0 0,0-1 0 0 0,1 0 0 0 0,1-1 0 0 0,16 13 0 0 0,10 0-6272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08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 2560 0 0,'0'0'18481'0'0,"3"-7"-18146"0"0,7-19-64 0 0,-7 19 1042 0 0,-1 5-1219 0 0,-1 1 9 0 0,0 0 0 0 0,-1 0-1 0 0,1 0 1 0 0,0-1 0 0 0,0 1-1 0 0,0 0 1 0 0,-1-1 0 0 0,1 1 0 0 0,-1-1-1 0 0,1 1 1 0 0,-1 0 0 0 0,1-1-1 0 0,-1 0 1 0 0,0 1 0 0 0,0-1 0 0 0,0-1-1 0 0,0 0 160 0 0,5-11-216 0 0,-4 11 170 0 0,0 0-186 0 0,1-8 4 0 0,-1 8 297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09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1932 1 2176 0 0,'0'34'4253'0'0,"0"-15"1506"0"0,0-17-5432 0 0,0-1 1 0 0,0 1-1 0 0,0-1 1 0 0,-1 1 0 0 0,1-1-1 0 0,-1 0 1 0 0,1 1-1 0 0,-1-1 1 0 0,1 1-1 0 0,-3 2 1 0 0,1-1 156 0 0,-4 12 729 0 0,-1 0-1 0 0,-1 0 0 0 0,-15 20 0 0 0,20-31-1131 0 0,-13 19 469 0 0,-1-2-1 0 0,0 0 1 0 0,-2-2 0 0 0,-34 30-1 0 0,12-18 26 0 0,-64 38 0 0 0,10-17 30 0 0,-138 52 0 0 0,218-98-646 0 0,-166 64 274 0 0,133-54-167 0 0,-91 17 0 0 0,110-29-23 0 0,0-1-1 0 0,1-1 1 0 0,-1-2 0 0 0,-46-4 0 0 0,53 0 24 0 0,0 0 1 0 0,0-1 0 0 0,0-1 0 0 0,1-1 0 0 0,0-1-1 0 0,-35-19 1 0 0,21 7 141 0 0,2-3 0 0 0,0 0-1 0 0,-31-31 1 0 0,-85-91 370 0 0,74 70-528 0 0,18 18-171 0 0,27 28-1379 0 0,0-1-4529 0 0,29 29 5202 0 0,-1-1 0 0 0,0 0-1 0 0,1 0 1 0 0,-1 0 0 0 0,1 0-1 0 0,-1 0 1 0 0,1-1 0 0 0,0 1-1 0 0,0 0 1 0 0,-1-4 0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22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3200 0 0,'0'0'11841'0'0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22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1 360 0 0,'0'0'14733'0'0,"2"15"-13997"0"0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22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5929 0 0,'0'0'8124'0'0,"13"-11"-5980"0"0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24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 2960 0 0,'0'0'19441'0'0,"5"-7"-18719"0"0,11-23-104 0 0,-5 14 281 0 0,-8 14-739 0 0,-1-1 318 0 0,0 1 25 0 0,9-8 31 0 0,-9 7 1007 0 0,3 7-1354 0 0,15 10-17 0 0,-20-13-160 0 0,1-1 0 0 0,-1 0-1 0 0,1 1 1 0 0,-1-1 0 0 0,1 0-1 0 0,-1 1 1 0 0,0-1 0 0 0,1 0-1 0 0,-1 1 1 0 0,0-1 0 0 0,1 1-1 0 0,-1-1 1 0 0,0 1 0 0 0,1-1 0 0 0,-1 1-1 0 0,0 0 1 0 0,16 61 316 0 0,-14-51-332 0 0,0 0-1 0 0,-1 1 1 0 0,0 20 0 0 0,-1-18-35 0 0,-1 0 1 0 0,-1 0 0 0 0,-6 22 0 0 0,7-33 59 0 0,0-11 56 0 0,-7-25 29 0 0,7 32-87 0 0,1 0 0 0 0,-1-1 0 0 0,1 1-1 0 0,-1 0 1 0 0,1-1 0 0 0,0 1 0 0 0,-1-1 0 0 0,1 1 0 0 0,0 0 0 0 0,0-1 0 0 0,0 1 0 0 0,0-1-1 0 0,1 1 1 0 0,0-3 0 0 0,1-13 293 0 0,-2 11-257 0 0,1-17 174 0 0,10-50 551 0 0,-10 70-750 0 0,-1 0-14 0 0,0-10-73 0 0,0 10-51 0 0,2 14-104 0 0,8 82-312 0 0,-8-30-2545 0 0,-4-28-3026 0 0,2-20 878 0 0,1-5 3486 0 0,0-5-125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56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6505 0 0,'0'0'7904'0'0,"-1"2"-6117"0"0,-12 21 6773 0 0,19-21-8382 0 0,20 5-56 0 0,-26-7-123 0 0,1 0-1 0 0,-1 0 1 0 0,0 0 0 0 0,0 0 0 0 0,1 0 0 0 0,-1 0 0 0 0,0 0 0 0 0,1 0 0 0 0,-1 0 0 0 0,0 0 0 0 0,1 0 0 0 0,-1 0 0 0 0,0 1-1 0 0,0-1 1 0 0,1 0 0 0 0,-1 0 0 0 0,0 0 0 0 0,1 0 0 0 0,-1 1 0 0 0,0-1 0 0 0,0 0 0 0 0,0 0 0 0 0,1 1 0 0 0,-1-1-1 0 0,0 0 1 0 0,0 1 0 0 0,6 14-131 0 0,-2-1 98 0 0,-1 1 0 0 0,2 17 0 0 0,-3-11-3 0 0,49 254 1177 0 0,-34-200-1030 0 0,17 98-35 0 0,-27-132-92 0 0,-2-15-639 0 0,3 49-1 0 0,-8-71-303 0 0,-1 0-2270 0 0,2 1 2794 0 0,0 0-2440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56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495 0 592 0 0,'0'0'23940'0'0,"-10"1"-23744"0"0,-1-1-137 0 0,4 0-7 0 0,1 0 1 0 0,-1 0-1 0 0,0 1 1 0 0,-7 1-1 0 0,-42 9 475 0 0,-197 26 505 0 0,188-28-2298 0 0,35-4-1779 0 0,2-1-3737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57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58 3560 0 0,'16'-42'15578'0'0,"-9"30"-14177"0"0,-2 8 4101 0 0,-5 4-5427 0 0,0 13 552 0 0,-2 19-806 0 0,-3 2 441 0 0,-11 35 0 0 0,10-44-280 0 0,-14 48-83 0 0,-36 84-1 0 0,-42 66-212 0 0,66-151-217 0 0,-23 46-1686 0 0,18-42-4103 0 0,12-35-1561 0 0,17-29 1037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6:57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2000 0 0,'3'-1'7427'0'0,"-1"0"-6846"0"0,-1 0 0 0 0,1 1 1 0 0,0-1-1 0 0,0 1 0 0 0,0 0 0 0 0,0-1 1 0 0,0 1-1 0 0,0 0 0 0 0,0 0 0 0 0,0 1 1 0 0,0-1-1 0 0,0 0 0 0 0,-1 1 0 0 0,1-1 1 0 0,0 1-1 0 0,3 0 0 0 0,0 2-112 0 0,0-1-1 0 0,0 1 1 0 0,0 0-1 0 0,0 1 1 0 0,6 5-1 0 0,4 6-183 0 0,0 0 1 0 0,13 21-1 0 0,-27-36-255 0 0,59 76 558 0 0,58 78 82 0 0,123 155 1403 0 0,-75-100-4840 0 0,-166-208 2732 0 0,9 12-1783 0 0,1-1 0 0 0,0 0 1 0 0,1 0-1 0 0,0-1 0 0 0,1 0 0 0 0,23 17 1 0 0,-8-14-6233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25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1152 0 0,'0'0'1936'0'0,"-3"21"-2992"0"0,3 4-400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27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1320 0 0,'60'17'-456'0'0,"-5"-1"160"0"0,13 6 96 0 0,4 1 72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27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0 346 7937 0 0,'21'-44'4748'0'0,"-3"6"-2088"0"0,7 3-1143 0 0,2-3-733 0 0,6 2-1512 0 0,-1 2-2413 0 0,-2-1-739 0 0,17-12 976 0 0,5 8-1329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28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3280 0 0,'0'0'10417'0'0,"9"13"-9253"0"0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28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4672 0 0,'12'19'10641'0'0,"-3"1"-8872"0"0,-7-8-833 0 0,4 16-5529 0 0,0-13-6072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2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62 1232 0 0,'10'12'11621'0'0,"-2"10"-9577"0"0,-5-7-6228 0 0</inkml:trace>
  <inkml:trace contextRef="#ctx0" brushRef="#br0" timeOffset="1">0 1 7785 0 0,'0'0'7740'0'0,"4"17"-6495"0"0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29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6977 0 0,'12'3'9485'0'0,"5"4"-6745"0"0,-7 2-6553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7:30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1038 200 5977 0 0,'5'-4'1072'0'0,"0"-1"0"0"0,1 2 0 0 0,-1-1 0 0 0,1 1 0 0 0,0 0 0 0 0,0 0 0 0 0,1 0 0 0 0,6-1 0 0 0,-2 1-365 0 0,-1 1-1 0 0,1 0 1 0 0,0 1 0 0 0,15 0 0 0 0,6 3-298 0 0,0 1 1 0 0,44 9-1 0 0,-68-10-158 0 0,74 15 80 0 0,-1 3 0 0 0,-1 4-1 0 0,0 3 1 0 0,77 39 0 0 0,-127-50-155 0 0,0 1-1 0 0,-1 1 1 0 0,-1 2-1 0 0,-1 1 1 0 0,0 1 0 0 0,44 50-1 0 0,-39-34-75 0 0,-2 2 0 0 0,-1 1 0 0 0,-2 1 0 0 0,24 53 0 0 0,-17-20-51 0 0,44 140 1 0 0,-7 73-24 0 0,-7 110-143 0 0,-19 10-395 0 0,-16-132 154 0 0,17 225 493 0 0,-44-478-31 0 0,-2 0 1 0 0,0 0-1 0 0,-1 0 0 0 0,-2 0 0 0 0,-6 31 0 0 0,7-47-73 0 0,0 0 0 0 0,0-1 0 0 0,-1 1 0 0 0,1-1 0 0 0,-1 1 0 0 0,-1-1 0 0 0,1 0 0 0 0,-1 0-1 0 0,0-1 1 0 0,-1 1 0 0 0,1-1 0 0 0,-1 0 0 0 0,0 0 0 0 0,0 0 0 0 0,-1-1 0 0 0,1 1-1 0 0,-1-2 1 0 0,0 1 0 0 0,0 0 0 0 0,0-1 0 0 0,-13 4 0 0 0,7-4 0 0 0,-1 0 0 0 0,1-1 0 0 0,-1 0 0 0 0,0-1 0 0 0,0 0 0 0 0,0-1 0 0 0,0-1-1 0 0,0 0 1 0 0,-16-4 0 0 0,-11-4 60 0 0,-68-25 0 0 0,0-9-50 0 0,3-5 0 0 0,1-5 1 0 0,3-4-1 0 0,3-4 0 0 0,-127-103 1 0 0,-245-263-26 0 0,337 287 161 0 0,7-6 0 0 0,6-5 0 0 0,-175-288 0 0 0,239 340-25 0 0,-53-130-1 0 0,83 166-59 0 0,4-1-1 0 0,2-1 1 0 0,-14-88-1 0 0,30 124-121 0 0,1-1 0 0 0,1 0 1 0 0,2 0-1 0 0,0 0 0 0 0,3 0 0 0 0,0 0 0 0 0,2 0 0 0 0,1 1 0 0 0,13-37 0 0 0,-11 43-46 0 0,1 1-1 0 0,2 0 1 0 0,0 0 0 0 0,1 1-1 0 0,1 0 1 0 0,1 1-1 0 0,1 1 1 0 0,1 0-1 0 0,0 2 1 0 0,1-1-1 0 0,31-23 1 0 0,-17 20-353 0 0,1 1 1 0 0,0 2-1 0 0,2 1 0 0 0,0 1 0 0 0,1 2 1 0 0,0 1-1 0 0,72-15 0 0 0,-26 14-1903 0 0,0 3 1 0 0,134-1-1 0 0,38 21-2156 0 0,14 17-3220 0 0,-262-25 7574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12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207 453 2384 0 0,'1'1'17457'0'0,"-12"-4"-15434"0"0,-14-4-3035 0 0,16 4 1218 0 0,3 5-62 0 0,-1 0-101 0 0,1 1-1 0 0,0 0 1 0 0,0 0 0 0 0,0 0-1 0 0,0 1 1 0 0,1-1 0 0 0,-1 2-1 0 0,1-1 1 0 0,0 0 0 0 0,0 1-1 0 0,1 0 1 0 0,-1 0 0 0 0,-4 9-1 0 0,-1 1 66 0 0,1 1-1 0 0,1-1 0 0 0,0 2 0 0 0,2-1 1 0 0,-10 33-1 0 0,11-25-177 0 0,0-1 1 0 0,2 1-1 0 0,-2 43 1 0 0,5-52-4 0 0,0-12 57 0 0,0 0 0 0 0,0 0 0 0 0,0 0 0 0 0,1 0 0 0 0,-1-1 0 0 0,1 1 0 0 0,2 5 0 0 0,-3-7 6 0 0,4 13-105 0 0,-3-10-74 0 0,1-18-148 0 0,14-154 681 0 0,-26-295 2312 0 0,9 437-2158 0 0,2-31 0 0 0,-1 49-321 0 0,1-1-1 0 0,1 1 0 0 0,-1 0 0 0 0,2-1 0 0 0,-1 1 0 0 0,1 0 0 0 0,6-12 0 0 0,-8 18-138 0 0,0 0-1 0 0,1 0 0 0 0,-1 0 0 0 0,1 0 1 0 0,-1 0-1 0 0,1 1 0 0 0,0-1 0 0 0,0 1 1 0 0,0-1-1 0 0,0 1 0 0 0,0 0 0 0 0,0 0 1 0 0,0 0-1 0 0,0 0 0 0 0,0 0 0 0 0,0 0 1 0 0,1 1-1 0 0,-1-1 0 0 0,0 1 0 0 0,0-1 1 0 0,1 1-1 0 0,-1 0 0 0 0,4 0 0 0 0,3 1 2 0 0,0 0-1 0 0,0 0 1 0 0,0 1 0 0 0,13 4-1 0 0,5 2-67 0 0,-1 2 0 0 0,-1 1 0 0 0,0 1 0 0 0,45 28 0 0 0,-38-17-274 0 0,-1 1 0 0 0,53 52 0 0 0,-70-61-330 0 0,-1 1 0 0 0,20 28 0 0 0,-27-34-439 0 0,0 0 0 0 0,4 13 0 0 0,-7-16-229 0 0,-1 0 0 0 0,1 0 0 0 0,-2 1 0 0 0,2 7 0 0 0,-4 4-3192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12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7209 0 0,'0'0'12820'0'0,"7"7"-11870"0"0,97 78 1349 0 0,-68-59-1925 0 0,1-2-1 0 0,1-2 1 0 0,63 27-1 0 0,-66-38 2097 0 0,-43-8-2269 0 0,-35 12-48 0 0,-48 24 0 0 0,67-26-241 0 0,1 1 0 0 0,-35 28-1 0 0,47-33 1 0 0,1 0-1 0 0,1 1 0 0 0,-1 0 0 0 0,2 0 0 0 0,-1 1 0 0 0,2 0 1 0 0,-9 15-1 0 0,13-20 78 0 0,1-1 1 0 0,-1 0-1 0 0,2 1 1 0 0,-1-1-1 0 0,0 1 0 0 0,1 0 1 0 0,0-1-1 0 0,1 1 1 0 0,-1 0-1 0 0,1 0 1 0 0,0 0-1 0 0,1-1 1 0 0,-1 1-1 0 0,1 0 0 0 0,0 0 1 0 0,4 10-1 0 0,-1-6 106 0 0,1 0 0 0 0,0 0 0 0 0,0-1-1 0 0,1 0 1 0 0,0 0 0 0 0,1 0 0 0 0,0-1-1 0 0,9 10 1 0 0,1-3 23 0 0,0 0-1 0 0,1-1 1 0 0,1-1-1 0 0,33 18 1 0 0,85 32-327 0 0,-83-43-1009 0 0,88 21 1 0 0,-102-33-4704 0 0,-22-19-10789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13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137 614 8717 0 0,'-3'-1'5167'0'0,"0"-1"-4282"0"0,1 1-1 0 0,-1 0 1 0 0,0 0-1 0 0,0 0 1 0 0,0 0 0 0 0,0 0-1 0 0,-4 0 1 0 0,5 1-754 0 0,0 0 1 0 0,0 0 0 0 0,0 0 0 0 0,0 1-1 0 0,0-1 1 0 0,0 0 0 0 0,1 1 0 0 0,-1 0-1 0 0,0-1 1 0 0,0 1 0 0 0,0 0 0 0 0,1 0-1 0 0,-1 0 1 0 0,0 0 0 0 0,1 0 0 0 0,-1 0-1 0 0,1 1 1 0 0,-1-1 0 0 0,-1 3-1 0 0,-4 4 9 0 0,0 0 0 0 0,0 1 0 0 0,1 0-1 0 0,0 0 1 0 0,1 1 0 0 0,0 0 0 0 0,1 0-1 0 0,0 0 1 0 0,-5 17 0 0 0,6-13-92 0 0,1 0 1 0 0,0 0-1 0 0,1 0 1 0 0,0 0-1 0 0,1 0 1 0 0,1 0 0 0 0,2 14-1 0 0,0-10-20 0 0,1 0 1 0 0,1 0-1 0 0,0-1 0 0 0,1 1 0 0 0,1-1 1 0 0,1-1-1 0 0,0 1 0 0 0,2-2 1 0 0,-1 1-1 0 0,2-1 0 0 0,23 26 0 0 0,-22-28 19 0 0,1-2-1 0 0,23 18 0 0 0,-31-26-21 0 0,1 1 1 0 0,-1-1-1 0 0,1 0 0 0 0,0 0 0 0 0,0-1 0 0 0,0 1 0 0 0,0-1 0 0 0,1-1 0 0 0,11 3 0 0 0,-17-4-19 0 0,1 0-1 0 0,-1 0 0 0 0,1 0 1 0 0,-1 0-1 0 0,1 0 0 0 0,-1-1 1 0 0,1 1-1 0 0,-1 0 0 0 0,1-1 1 0 0,-1 1-1 0 0,1-1 0 0 0,-1 1 1 0 0,3-2-1 0 0,0-1 2 0 0,-1 2-9 0 0,-1 0 0 0 0,0-1 0 0 0,0 0 0 0 0,0 1 0 0 0,1-1 0 0 0,-2 0 0 0 0,1 0 0 0 0,0 0 0 0 0,0-1 0 0 0,-1 1 0 0 0,1 0 0 0 0,-1-1 0 0 0,0 1 0 0 0,1 0 0 0 0,-1-1 0 0 0,0 0 0 0 0,0-2 0 0 0,2-4-18 0 0,-1 0 0 0 0,0-1 0 0 0,1-12 0 0 0,-2-9-46 0 0,-1 1 1 0 0,-2 0 0 0 0,-1 1 0 0 0,-1-1-1 0 0,-10-36 1 0 0,-51-141 185 0 0,-102-186 869 0 0,165 388-963 0 0,-34-78 416 0 0,31 69-298 0 0,0 0 1 0 0,2-1-1 0 0,-1 1 0 0 0,0-18 1 0 0,3 30-128 0 0,1-1 0 0 0,0 1 0 0 0,0-1 0 0 0,0 0 1 0 0,0 1-1 0 0,1-1 0 0 0,-1 0 0 0 0,1 1 0 0 0,0-1 0 0 0,-1 1 1 0 0,1-1-1 0 0,0 1 0 0 0,0 0 0 0 0,1-1 0 0 0,-1 1 1 0 0,0 0-1 0 0,1 0 0 0 0,-1 0 0 0 0,1 0 0 0 0,0 0 1 0 0,0 0-1 0 0,0 0 0 0 0,0 0 0 0 0,0 1 0 0 0,0-1 0 0 0,0 1 1 0 0,0 0-1 0 0,1-1 0 0 0,-1 1 0 0 0,1 0 0 0 0,-1 0 1 0 0,1 1-1 0 0,2-2 0 0 0,3 0 2 0 0,1 1 0 0 0,-1 0 1 0 0,1 0-1 0 0,-1 1 0 0 0,1 0 0 0 0,-1 1 1 0 0,0 0-1 0 0,1 0 0 0 0,8 2 0 0 0,3 3-40 0 0,-1 0 1 0 0,0 2-1 0 0,0 0 0 0 0,21 12 0 0 0,66 51-208 0 0,-87-57 111 0 0,0 2-1 0 0,-1 0 1 0 0,0 1-1 0 0,-2 1 1 0 0,0 1-1 0 0,16 23 1 0 0,-25-30-489 0 0,0 0-1 0 0,0 1 1 0 0,-1 0-1 0 0,8 26 0 0 0,-12-28-555 0 0,0 0 0 0 0,0-1-1 0 0,0 1 1 0 0,-2 0-1 0 0,1 0 1 0 0,-1 0-1 0 0,-2 12 1 0 0,-5 7-3343 0 0,-4-5-3480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13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6441 0 0,'-4'2'5739'0'0,"-11"3"-2175"0"0,14-5-3483 0 0,1 0 0 0 0,0 0 0 0 0,-1 0 0 0 0,1 0 0 0 0,0 0 0 0 0,0 1 1 0 0,-1-1-1 0 0,1 0 0 0 0,0 0 0 0 0,0 0 0 0 0,0 0 0 0 0,-1 0 0 0 0,1 1 0 0 0,0-1 0 0 0,0 0 0 0 0,0 0 0 0 0,-1 0 0 0 0,1 1 0 0 0,0-1 0 0 0,0 0 0 0 0,0 0 1 0 0,0 0-1 0 0,0 1 0 0 0,-1-1 0 0 0,1 0 0 0 0,0 1 0 0 0,0-1 0 0 0,0 0 0 0 0,-2 7 423 0 0,0-1 1 0 0,1 1-1 0 0,0-1 1 0 0,0 1-1 0 0,0-1 0 0 0,1 1 1 0 0,1 12-1 0 0,10 53 856 0 0,-5-33-741 0 0,18 211 741 0 0,-28-82-4000 0 0,2-148 808 0 0,-5 21 0 0 0,0-17-6265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14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1871 301 4816 0 0,'-10'0'2440'0'0,"-1"0"160"0"0,-4-3 2992 0 0,3 0-4164 0 0,0-1 0 0 0,0 0 0 0 0,1-1 0 0 0,-21-13 0 0 0,-47-33 1113 0 0,41 24-1547 0 0,21 16-617 0 0,-142-89 1291 0 0,134 86-1691 0 0,0 2-1 0 0,-1 1 0 0 0,-1 1 1 0 0,-43-11-1 0 0,54 18 3 0 0,1 1 1 0 0,0 1 0 0 0,-1 0-1 0 0,1 1 1 0 0,0 1-1 0 0,-17 3 1 0 0,-92 23-258 0 0,60-12 237 0 0,-46 7-445 0 0,-1-5 0 0 0,-116 3 1 0 0,-75-24-9499 0 0,188-9 5393 0 0,0-7-4205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17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27 1472 0 0,'0'0'17540'0'0,"-10"-2"-17358"0"0,-1 0-127 0 0,6 2-1 0 0,-1-1-1 0 0,1 0 1 0 0,-1 0-1 0 0,1-1 1 0 0,-9-3-1 0 0,-28-6 537 0 0,35 10-496 0 0,-1 1 0 0 0,1 0 0 0 0,-1 0 0 0 0,0 0 0 0 0,1 1 0 0 0,-1 0 0 0 0,1 1 0 0 0,0-1 1 0 0,-14 6-1 0 0,5-1-82 0 0,0 1 0 0 0,0 1 1 0 0,1 0-1 0 0,0 1 0 0 0,1 0 1 0 0,0 1-1 0 0,0 1 1 0 0,1 0-1 0 0,0 1 0 0 0,-15 19 1 0 0,27-31-13 0 0,1 0 0 0 0,-1 1 1 0 0,1-1-1 0 0,0 1 1 0 0,-1 0-1 0 0,1-1 1 0 0,0 1-1 0 0,-1-1 0 0 0,1 1 1 0 0,0-1-1 0 0,0 1 1 0 0,-1 0-1 0 0,1-1 1 0 0,0 1-1 0 0,0 0 0 0 0,0-1 1 0 0,0 1-1 0 0,0 0 1 0 0,0-1-1 0 0,0 1 1 0 0,0 1-1 0 0,0 0 2 0 0,0 0 28 0 0,3 4 7 0 0,-3-6-37 0 0,2 4-3 0 0,0-1-1 0 0,0 1 1 0 0,0-1 0 0 0,1 0-1 0 0,-1 1 1 0 0,1-1-1 0 0,0 0 1 0 0,0-1 0 0 0,0 1-1 0 0,0 0 1 0 0,1-1 0 0 0,3 3-1 0 0,13 3-929 0 0,39 12 0 0 0,-7-8-7173 0 0,-43-11 4587 0 0,19-3-1501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17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7041 0 0,'-1'0'708'0'0,"0"0"0"0"0,0 0 0 0 0,-1 0 0 0 0,1 0 0 0 0,0 0 1 0 0,-1 0-1 0 0,1 1 0 0 0,0-1 0 0 0,0 0 0 0 0,0 1 1 0 0,-1-1-1 0 0,1 0 0 0 0,0 1 0 0 0,0 0 0 0 0,-2 0 0 0 0,2 0-338 0 0,-1 1 0 0 0,1-1 0 0 0,-1 0 0 0 0,1 1-1 0 0,0-1 1 0 0,0 1 0 0 0,0-1 0 0 0,0 1 0 0 0,-1 2-1 0 0,-1 3-211 0 0,0 0-1 0 0,1 1 0 0 0,0-1 0 0 0,-1 9 0 0 0,2-12 350 0 0,-7 46 232 0 0,3 0-1 0 0,1 53 1 0 0,10 101-198 0 0,-6-201-539 0 0,11 128-1834 0 0,-11-123-340 0 0,-1 0 3107 0 0,0-5-3844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18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3776 0 0,'0'0'6954'0'0,"2"6"-2644"0"0,10 20-1780 0 0,-11-24-2266 0 0,0 0-1 0 0,0 1 1 0 0,0-1 0 0 0,0 0 0 0 0,0 0 0 0 0,-1 1 0 0 0,1-1 0 0 0,-1 0 0 0 0,1 1 0 0 0,-1-1 0 0 0,0 1 0 0 0,0-1 0 0 0,-1 3-1 0 0,1 12 1542 0 0,0-5-1496 0 0,1-2-149 0 0,-1-1-1 0 0,0 1 1 0 0,-1 0-1 0 0,0-1 1 0 0,-1 1-1 0 0,-2 11 1 0 0,-1-7-993 0 0,4-11-1364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18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789 1 4840 0 0,'2'3'1518'0'0,"0"1"-1"0"0,0 0 1 0 0,-1 1-1 0 0,0-1 1 0 0,0 0-1 0 0,0 0 1 0 0,0 7-1 0 0,0-4-560 0 0,-1 0-1 0 0,0 0 0 0 0,-1 0 0 0 0,-1 7 1 0 0,-3 6-597 0 0,-1 0 0 0 0,-9 22 1 0 0,6-18 790 0 0,-3 12-598 0 0,5-13-281 0 0,-1 0-1 0 0,-1-1 1 0 0,0-1-1 0 0,-22 35 1 0 0,19-44-127 0 0,10-10-90 0 0,-5-5-132 0 0,-1-2 86 0 0,0 0 0 0 0,0 0-1 0 0,0-1 1 0 0,-13-13 0 0 0,-5-10 2 0 0,21 22-7 0 0,-1 0 1 0 0,0 0-1 0 0,0 1 1 0 0,0 0-1 0 0,-1 0 1 0 0,-13-8-1 0 0,1 7 39 0 0,14 5 2 0 0,-4 2 76 0 0,0 1-12 0 0,1 1-1 0 0,-1 0 1 0 0,1 0 0 0 0,0 1-1 0 0,0 1 1 0 0,0-1-1 0 0,0 1 1 0 0,0 0 0 0 0,-13 11-1 0 0,-22 23 402 0 0,0 2 0 0 0,-45 56 0 0 0,-7 4 81 0 0,42-56-2278 0 0,39-35-872 0 0,0 0 0 0 0,-15 7 0 0 0,19-12-2725 0 0,1-4 3590 0 0,5 0-88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19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 6593 0 0,'8'-1'15047'0'0,"-8"26"-14558"0"0,-2 0-1 0 0,0 0 1 0 0,-11 41 0 0 0,-4-22-1553 0 0,17-43 786 0 0,-1 0 0 0 0,1 0 0 0 0,-1 0 0 0 0,1 0 0 0 0,-1 0 0 0 0,1-1 0 0 0,-1 1 0 0 0,1 0 1 0 0,-1-1-1 0 0,0 1 0 0 0,0 0 0 0 0,1-1 0 0 0,-1 1 0 0 0,0 0 0 0 0,-1 0 0 0 0,-1 0-793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19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0 3752 0 0,'0'16'11013'0'0,"-8"15"-8964"0"0,-1-7-321 0 0,-3-2-280 0 0,3-2-520 0 0,-6-1-256 0 0,0 0-384 0 0,0-6-916 0 0,-3-3-3756 0 0,3-4 1227 0 0,-18-12-7792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19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164 695 9733 0 0,'0'0'13452'0'0,"-2"4"-12439"0"0,-26 47 754 0 0,16-32-1907 0 0,0 1 1 0 0,-9 26 0 0 0,15-27-339 0 0,-6 21 1 0 0,12-38 458 0 0,-1 0 1 0 0,1 0 0 0 0,0 0-1 0 0,0 1 1 0 0,0-1 0 0 0,0 0-1 0 0,0 0 1 0 0,0 0 0 0 0,0 0-1 0 0,1 0 1 0 0,0 3-1 0 0,1 3-3 0 0,-1-2 22 0 0,0 0 0 0 0,1-1 1 0 0,0 1-1 0 0,0 0 0 0 0,0 0 0 0 0,1-1 1 0 0,0 0-1 0 0,0 1 0 0 0,0-1 0 0 0,1 0 1 0 0,-1 0-1 0 0,1-1 0 0 0,9 9 0 0 0,-10-11 6 0 0,0 1 0 0 0,0-1 0 0 0,0 0 0 0 0,0 0 0 0 0,1 0 0 0 0,-1 0 0 0 0,0-1 0 0 0,8 3 0 0 0,-9-4 62 0 0,0 0-61 0 0,1 0 0 0 0,0 0 0 0 0,-1-1 0 0 0,1 1 0 0 0,-1-1 0 0 0,1 0 0 0 0,-1 1-1 0 0,1-1 1 0 0,-1-1 0 0 0,1 1 0 0 0,-1 0 0 0 0,0 0 0 0 0,0-1 0 0 0,0 1 0 0 0,0-1 0 0 0,0 0 0 0 0,0 0 0 0 0,0 0-1 0 0,0 0 1 0 0,-1 0 0 0 0,1 0 0 0 0,-1 0 0 0 0,1 0 0 0 0,-1-1 0 0 0,0 1 0 0 0,0 0 0 0 0,1-5 0 0 0,1-3-6 0 0,0-1 0 0 0,0 0 0 0 0,-1-1 0 0 0,-1 1 1 0 0,1-13-1 0 0,-2-6 137 0 0,-1 0 0 0 0,-1 0 1 0 0,-2 0-1 0 0,0 0 0 0 0,-10-30 0 0 0,-54-142 1017 0 0,60 179-1058 0 0,-35-83 308 0 0,-6-17 85 0 0,39 95-238 0 0,2 0-1 0 0,-7-42 1 0 0,14 65-223 0 0,0 0 0 0 0,1 0 0 0 0,0 0 1 0 0,0 0-1 0 0,0 0 0 0 0,1 0 0 0 0,-1 0 0 0 0,1 0 0 0 0,0 0 1 0 0,1 0-1 0 0,-1 0 0 0 0,1 0 0 0 0,3-5 0 0 0,-3 6-42 0 0,0 1-1 0 0,0 0 0 0 0,1 0 1 0 0,-1 1-1 0 0,1-1 1 0 0,-1 0-1 0 0,1 1 1 0 0,0 0-1 0 0,0 0 0 0 0,0 0 1 0 0,1 0-1 0 0,-1 0 1 0 0,0 0-1 0 0,1 1 1 0 0,-1-1-1 0 0,1 1 0 0 0,-1 0 1 0 0,1 0-1 0 0,5 0 1 0 0,5-1-282 0 0,0 1 1 0 0,0 1 0 0 0,0 0 0 0 0,1 1-1 0 0,-1 0 1 0 0,27 7 0 0 0,80 32-5966 0 0,-10-3-3510 0 0,-79-31 2077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20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22 2088 0 0,'39'2'13240'0'0,"-5"4"-7545"0"0,-24-3-5348 0 0,-1 0 0 0 0,0 1 0 0 0,0 0 0 0 0,0 1 0 0 0,0 0 0 0 0,-1 0 0 0 0,0 1 0 0 0,13 11 0 0 0,0 2-44 0 0,0 1 1 0 0,-2 1 0 0 0,-1 1 0 0 0,0 0-1 0 0,26 47 1 0 0,-32-49-284 0 0,-2 1 0 0 0,0 1 0 0 0,-2 0 0 0 0,0 0 0 0 0,-1 0-1 0 0,-2 1 1 0 0,5 35 0 0 0,-9-48-76 0 0,0 1 1 0 0,-2 14-1 0 0,1-23 53 0 0,0 0 0 0 0,0-1 0 0 0,0 1 0 0 0,0 0 0 0 0,-1 0 0 0 0,1-1 0 0 0,-1 1 0 0 0,1 0 0 0 0,-1-1 0 0 0,0 1 0 0 0,1-1 0 0 0,-1 1 0 0 0,0-1 0 0 0,0 1 0 0 0,0-1 0 0 0,0 1 0 0 0,0-1 0 0 0,-1 0 1 0 0,1 0-1 0 0,0 0 0 0 0,-1 1 0 0 0,-1 0 0 0 0,-6-3-19 0 0,-4-3-6 0 0,-1 0 0 0 0,1-1 1 0 0,1-1-1 0 0,-1 0 0 0 0,1-1 1 0 0,0 0-1 0 0,0-1 0 0 0,-17-16 1 0 0,-10-10 64 0 0,-36-42 0 0 0,60 59-2 0 0,-81-93 516 0 0,84 94-338 0 0,0 0 0 0 0,2-1 0 0 0,0 0 0 0 0,1 0 1 0 0,-9-25-1 0 0,16 37-135 0 0,0 0 1 0 0,1-1 0 0 0,0 1-1 0 0,0 0 1 0 0,1-1 0 0 0,-1 1-1 0 0,1-1 1 0 0,0 1-1 0 0,1-6 1 0 0,3 3 28 0 0,-1 5-127 0 0,0-1 0 0 0,0 1 1 0 0,0-1-1 0 0,0 1 1 0 0,1 0-1 0 0,-1 0 1 0 0,1 1-1 0 0,0-1 0 0 0,0 1 1 0 0,0 0-1 0 0,0 0 1 0 0,0 0-1 0 0,1 0 0 0 0,-1 1 1 0 0,8-2-1 0 0,-3 1-178 0 0,0 1 1 0 0,1 0-1 0 0,-1 1 0 0 0,1 0 0 0 0,0 1 0 0 0,-1 0 1 0 0,0 0-1 0 0,1 1 0 0 0,11 3 0 0 0,-10-1-1322 0 0,0 1-1 0 0,14 6 0 0 0,19 17-8873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21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73 3560 0 0,'-11'-48'17717'0'0,"10"40"-16474"0"0,-2-5-660 0 0,3 10 1044 0 0,9 6-1552 0 0,19 6 288 0 0,49 24 0 0 0,-11 2 765 0 0,82 60-1 0 0,-109-66-795 0 0,-2 2-1 0 0,0 1 0 0 0,35 43 0 0 0,-56-56-240 0 0,-1 0 0 0 0,-1 1 0 0 0,14 26 0 0 0,-21-34-150 0 0,-2 0 0 0 0,0 0 0 0 0,0 1 0 0 0,-1-1-1 0 0,0 1 1 0 0,-1 0 0 0 0,2 20 0 0 0,-5-28-6 0 0,0-1 0 0 0,0 1 0 0 0,0 0 0 0 0,-1-1 0 0 0,1 1 0 0 0,-1 0-1 0 0,0-1 1 0 0,-1 1 0 0 0,1-1 0 0 0,-1 0 0 0 0,1 1 0 0 0,-1-1 0 0 0,-1 0 0 0 0,1 0 0 0 0,-1 0 0 0 0,1 0 0 0 0,-1-1 0 0 0,0 1 0 0 0,0-1 0 0 0,-1 0 0 0 0,-6 6-1 0 0,4-5-9 0 0,1-1-1 0 0,-1 0 0 0 0,0 0 0 0 0,0-1 0 0 0,0 1 0 0 0,0-1 0 0 0,-1 0 0 0 0,1-1 0 0 0,-1 0 0 0 0,1 0 0 0 0,-1 0 0 0 0,1-1 1 0 0,-1 0-1 0 0,-10-1 0 0 0,-1-1 66 0 0,0-2 0 0 0,0 0 0 0 0,0-1 1 0 0,1-1-1 0 0,0-1 0 0 0,0 0 0 0 0,-16-10 0 0 0,11 4 155 0 0,1 0 0 0 0,0-2 0 0 0,1-1-1 0 0,-27-27 1 0 0,41 37-15 0 0,0-1 1 0 0,0 1-1 0 0,-6-11 1 0 0,11 15-104 0 0,0-1 1 0 0,-1 1 0 0 0,1-1 0 0 0,0 1 0 0 0,0-1 0 0 0,0 0 0 0 0,0 1 0 0 0,1-1 0 0 0,-1 0 0 0 0,1 0 0 0 0,0 0-1 0 0,0 1 1 0 0,0-4 0 0 0,0 2-218 0 0,10-8-1592 0 0,-7 10 1464 0 0,-1-1-1573 0 0,2-19-19157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21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13 5633 0 0,'-12'-9'12346'0'0,"5"7"-11094"0"0,5 1 149 0 0,-4 1-318 0 0,-11 2-610 0 0,0 0-1 0 0,0 1 1 0 0,1 1 0 0 0,-1 0 0 0 0,1 2 0 0 0,-27 11 0 0 0,34-13-380 0 0,0 1 0 0 0,0 0 0 0 0,1 0 0 0 0,0 1 0 0 0,0 0 0 0 0,0 1 0 0 0,0-1 0 0 0,1 2 0 0 0,0-1 0 0 0,1 1 0 0 0,0 0 0 0 0,0 0 0 0 0,-5 11 0 0 0,9-15-98 0 0,0 1-1 0 0,1-1 1 0 0,0 1-1 0 0,0-1 1 0 0,0 1-1 0 0,0 0 1 0 0,1-1-1 0 0,0 1 1 0 0,0 0-1 0 0,0-1 1 0 0,1 1-1 0 0,-1 0 1 0 0,1-1-1 0 0,0 1 1 0 0,0 0-1 0 0,1-1 1 0 0,-1 1-1 0 0,1-1 1 0 0,0 0-1 0 0,1 0 1 0 0,3 6-1 0 0,2 3-19 0 0,1-1-1 0 0,1 0 0 0 0,0-1 1 0 0,0 0-1 0 0,17 13 0 0 0,-9-9-206 0 0,1-2 0 0 0,1 0 0 0 0,0-1 0 0 0,0-1-1 0 0,1-1 1 0 0,26 9 0 0 0,-27-12-2072 0 0,0-1 1 0 0,1-1-1 0 0,40 4 0 0 0,-20-8-2197 0 0,3-6-3450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21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0 6233 0 0,'-18'6'6120'0'0,"12"-2"-2564"0"0,-9 13-2267 0 0,1 2 0 0 0,1-1-1 0 0,0 2 1 0 0,2-1 0 0 0,-11 24-1 0 0,-39 112 145 0 0,46-106-1139 0 0,-14 74-1 0 0,2 53-1258 0 0,22-141 521 0 0,2-14-843 0 0,-2 19-2773 0 0,6-7-4699 0 0,1-10 1373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23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985 24 8253 0 0,'-22'-17'10893'0'0,"16"13"-10715"0"0,4 1 1059 0 0,8 6-501 0 0,1 0 0 0 0,-1 0 0 0 0,0 0 0 0 0,0 1 0 0 0,9 6 0 0 0,56 38-452 0 0,-31-22-6 0 0,-7-4 181 0 0,51 44 0 0 0,-73-57-452 0 0,-2 1 0 0 0,1 0 0 0 0,-1 0 0 0 0,-1 0-1 0 0,0 1 1 0 0,-1 1 0 0 0,0-1 0 0 0,0 1 0 0 0,7 19 0 0 0,-13-27-149 0 0,-4-1-344 0 0,-9 11 284 0 0,12-14 196 0 0,0 0 0 0 0,0 1 0 0 0,0-1 0 0 0,-1 0 1 0 0,1 0-1 0 0,0 0 0 0 0,0 1 0 0 0,0-1 0 0 0,-1 0 1 0 0,1 0-1 0 0,0 0 0 0 0,0 0 0 0 0,0 1 0 0 0,-1-1 1 0 0,1 0-1 0 0,0 0 0 0 0,0 0 0 0 0,-1 0 0 0 0,1 0 0 0 0,0 0 1 0 0,0 0-1 0 0,-1 0 0 0 0,1 0 0 0 0,0 0 0 0 0,0 0 1 0 0,-1 0-1 0 0,1 0 0 0 0,0 0 0 0 0,0 0 0 0 0,-1 0 1 0 0,1 0-1 0 0,-11-1-45 0 0,1-1 1 0 0,0-1 0 0 0,-1 1 0 0 0,1-1 0 0 0,1-1 0 0 0,-14-6-1 0 0,-58-36-88 0 0,74 42 152 0 0,-22-17 263 0 0,0 0 0 0 0,1-2 0 0 0,-36-40 0 0 0,33 33 187 0 0,-61-49 0 0 0,90 78-414 0 0,0 0-1 0 0,0 0 0 0 0,-1 0 0 0 0,1 0 0 0 0,0 0 0 0 0,-1 0 0 0 0,1 1 0 0 0,-1-1 0 0 0,-2 0 0 0 0,-2 4 174 0 0,3 1-173 0 0,-1 0 0 0 0,1 0 0 0 0,0 1 0 0 0,0-1 0 0 0,0 1 0 0 0,1 0 1 0 0,0 0-1 0 0,-4 7 0 0 0,-21 53 3 0 0,7-15 50 0 0,7-22-119 0 0,-1-1-1 0 0,-35 49 1 0 0,40-64-60 0 0,1-1 1 0 0,-2 0 0 0 0,0 0 0 0 0,0-1 0 0 0,0-1 0 0 0,-2 0 0 0 0,1 0 0 0 0,-17 8 0 0 0,12-10-299 0 0,0-1 0 0 0,0 0 0 0 0,-1-1 0 0 0,1 0 1 0 0,-26 2-1 0 0,10-3-1701 0 0,-1-3 0 0 0,-35-1 1 0 0,35-3-31 0 0,0-1 0 0 0,0-1 0 0 0,-43-14 0 0 0,-15-10-5858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23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5785 0 0,'0'0'13745'0'0,"-15"38"-11581"0"0,9-9-1380 0 0,0-13-144 0 0,-3 9-252 0 0,3-2-184 0 0,-4-2-204 0 0,2-2-224 0 0,2-4-144 0 0,0-1-792 0 0,-5 3-6597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24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0 7745 0 0,'0'0'9081'0'0,"-23"22"-6893"0"0,-2-10-460 0 0,-4-3-700 0 0,-14 6-464 0 0,2-3-532 0 0,-4-2-4688 0 0,9-6 1351 0 0,0-6-531 0 0,6-5-3973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24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 4264 0 0,'0'0'14162'0'0,"11"5"-8346"0"0,-40 29-5128 0 0,8-19-112 0 0,-6 7-28 0 0,0 1-404 0 0,-3-3-396 0 0,1 3-580 0 0,2-3-676 0 0,-4 1-3448 0 0,7-10 1335 0 0,7-4-47 0 0,1-3-4933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24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0 4800 0 0,'14'12'6965'0'0,"-2"2"-3205"0"0,-5 1-1507 0 0,-5 3 975 0 0,-13 29-2168 0 0,-13-14-256 0 0,-9-1-400 0 0,-18 9-304 0 0,-3-5-5000 0 0,-6-7 1335 0 0,12-15-135 0 0,12-11-4749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08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5923 158 5593 0 0,'0'0'12567'0'0,"2"1"-11635"0"0,1 1-762 0 0,-2-1-82 0 0,-1-1-1 0 0,0 0 0 0 0,0 0 0 0 0,0 0 0 0 0,0 1 0 0 0,0-1 1 0 0,0 0-1 0 0,0 0 0 0 0,1 1 0 0 0,-1-1 0 0 0,0 0 1 0 0,0 0-1 0 0,0 1 0 0 0,0-1 0 0 0,0 0 0 0 0,0 1 0 0 0,0-1 1 0 0,0 0-1 0 0,0 0 0 0 0,0 1 0 0 0,-1-1 0 0 0,1 0 1 0 0,0 0-1 0 0,0 1 0 0 0,0-1 0 0 0,0 0 0 0 0,0 0 1 0 0,0 0-1 0 0,0 1 0 0 0,-1-1 0 0 0,1 0 0 0 0,0 0 0 0 0,0 0 1 0 0,0 1-1 0 0,0-1 0 0 0,-1 0 0 0 0,1 0 0 0 0,-20 19-2 0 0,15-15 10 0 0,2-3-16 0 0,-8 4-30 0 0,8-4 17 0 0,-2 0 24 0 0,-63 8 82 0 0,-355 6 100 0 0,323-16 63 0 0,-118-16 584 0 0,33 1-412 0 0,41 13-465 0 0,-194-10-3 0 0,290 9-16 0 0,-159-8 61 0 0,-176 9-190 0 0,-236-6 0 0 0,2-32 115 0 0,295-1-110 0 0,-336-19 89 0 0,244 65 188 0 0,154-2-234 0 0,39-4-441 0 0,-40 3-1542 0 0,121-2-1477 0 0,-51-3-7327 0 0,128 1 5274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09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0 3856 0 0,'0'0'8434'0'0,"-6"7"-6211"0"0,0-2-1900 0 0,-13 16 1517 0 0,-34 45-1 0 0,40-44-1316 0 0,0 1 0 0 0,-11 27 0 0 0,19-37-488 0 0,0 1-1 0 0,1-1 1 0 0,1 1 0 0 0,0 0 0 0 0,-1 25 0 0 0,3 5 82 0 0,3 0 1 0 0,2 0-1 0 0,2 0 0 0 0,15 61 1 0 0,63 170 638 0 0,-75-250-671 0 0,43 143 152 0 0,-7 2 1 0 0,26 207-1 0 0,-6 193-123 0 0,-29-97 331 0 0,-28-348-469 0 0,71 937 529 0 0,-25-292 468 0 0,-27-333-695 0 0,2 23-96 0 0,0-84-93 0 0,28 510 73 0 0,-59-334 1 0 0,-47 134 15 0 0,38-561-146 0 0,-37 307-181 0 0,1-9 245 0 0,20 501-385 0 0,53-509 342 0 0,-25-408-54 0 0,41 411-115 0 0,22 29 223 0 0,-43-264-800 0 0,-21-105-2544 0 0,0-74 2697 0 0,0-2 14 0 0,1 0-1 0 0,-2 0 0 0 0,1 0 0 0 0,0 0 0 0 0,0 0 0 0 0,-1 0 0 0 0,1 0 0 0 0,-1 1 0 0 0,1-1 1 0 0,-1 0-1 0 0,0-1 0 0 0,-1 4 0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10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5083 0 2216 0 0,'-4'0'6317'0'0,"1"0"-5558"0"0,1 0-22 0 0,-1 0-1 0 0,1 0 1 0 0,0 1 0 0 0,-1-1 0 0 0,1 1 0 0 0,-1-1 0 0 0,1 1 0 0 0,0 0 0 0 0,0-1 0 0 0,-1 1 0 0 0,-2 2 0 0 0,0 1-436 0 0,0 1 0 0 0,0-1 0 0 0,0 1 0 0 0,1-1-1 0 0,0 1 1 0 0,0 1 0 0 0,1-1 0 0 0,-1 0 0 0 0,1 1 0 0 0,0 0 0 0 0,0 0 0 0 0,1 0 0 0 0,-3 9-1 0 0,-2 12-79 0 0,-7 50 0 0 0,11-56 15 0 0,-30 209 503 0 0,-93 736 126 0 0,69 11-856 0 0,78-93 1021 0 0,12-327-481 0 0,-9-149-316 0 0,-8-74-151 0 0,6 120-48 0 0,60 603-152 0 0,76 138-541 0 0,-36-311 222 0 0,-118-853 455 0 0,47 375-126 0 0,37 539 64 0 0,-86-925 40 0 0,17 620-423 0 0,-14-294-243 0 0,22 119 471 0 0,39-4 370 0 0,0-217 190 0 0,10-32 417 0 0,-43-110-58 0 0,-32-99-557 0 0,-12-7-708 0 0,-86-44 323 0 0,74 36 219 0 0,0 0 0 0 0,-2 2 0 0 0,1 1 0 0 0,-1 0 0 0 0,0 2 0 0 0,-1 1 0 0 0,-45-4 0 0 0,-10 5 224 0 0,-95 5-1 0 0,59 3 138 0 0,71-3-282 0 0,-307-4 392 0 0,-8-21-110 0 0,-246-65 262 0 0,-5-23-99 0 0,22 3-96 0 0,-460-9-1042 0 0,472 98-2961 0 0,492 20 2379 0 0,-271-17-7535 0 0,202-3 4307 0 0,8-10-2845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27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1360 0 0,'0'0'7871'0'0,"-4"1"-6380"0"0,-12 3-304 0 0,12-3 1847 0 0,34 34-15217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28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1 832 0 0,'0'0'18060'0'0,"3"0"-17772"0"0,11 4 6 0 0,-11-4 359 0 0,0 18-318 0 0,-2-15 37 0 0,-1 1-187 0 0,15 87 1048 0 0,-4-26-857 0 0,1 4 12 0 0,16 161-295 0 0,10 12 145 0 0,10 78 28 0 0,41 190 147 0 0,-28-187-192 0 0,-52-243-298 0 0,-4 0-1 0 0,-4 87 0 0 0,-30 162 228 0 0,10-132-42 0 0,12-64-22 0 0,6 1-1 0 0,18 149 0 0 0,0-47 173 0 0,-17 277 0 0 0,6 233-280 0 0,7-528 66 0 0,-4-9-190 0 0,11 357 143 0 0,23 199 113 0 0,-19-517-82 0 0,20 194-51 0 0,16 509 253 0 0,-63-480-620 0 0,0-309-175 0 0,21 188-1 0 0,71 148 161 0 0,-19-145 362 0 0,-60-283-24 0 0,-3 1-1 0 0,-3 0 0 0 0,-8 99 1 0 0,-8-46 13 0 0,-3 55-128 0 0,13-130 158 0 0,8 81 1 0 0,44 149 150 0 0,-50-276-129 0 0,19 95 303 0 0,10 149 0 0 0,-21-160 475 0 0,26 127 0 0 0,-29-193-1344 0 0,3 16 980 0 0,-6-26-5185 0 0,-1-1-4686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33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4624 0 0,'0'0'12689'0'0,"1"-3"-11792"0"0,3-10-70 0 0,-4 10 2727 0 0,4 10-3266 0 0,-1-1-221 0 0,0-1-13 0 0,-1-1 0 0 0,1 1 0 0 0,-1 0 0 0 0,-1 0 0 0 0,1 0 0 0 0,-1 0 1 0 0,2 11-1 0 0,11 176 682 0 0,-7-67-500 0 0,-5-79-210 0 0,2 22 328 0 0,-1-78-283 0 0,0-3-52 0 0,0 7-10 0 0,-2-1 0 0 0,1 0 1 0 0,-1 1-1 0 0,0-1 0 0 0,0 0 0 0 0,-1-7 1 0 0,1-19 26 0 0,-2 0 1 0 0,-2 0 0 0 0,-1 0-1 0 0,-1 0 1 0 0,-18-60 0 0 0,18 77 65 0 0,0 1 1 0 0,2-1 0 0 0,-3-20 0 0 0,1 1 886 0 0,4 32-704 0 0,1-1-36 0 0,-3-11 24 0 0,3 12 462 0 0,2 0-657 0 0,7-6-44 0 0,-7 7 141 0 0,2 9-185 0 0,4 10-4 0 0,0 0 0 0 0,-2 1 0 0 0,7 24 0 0 0,-6-3-100 0 0,-1 1 0 0 0,-2 0-1 0 0,-2 0 1 0 0,-4 63 0 0 0,-2-56-1741 0 0,-14 67 0 0 0,-25 42-12041 0 0,33-127 6564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34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1 1320 0 0,'0'0'9850'0'0,"10"3"-6967"0"0,29 8-1340 0 0,-29-8-450 0 0,30 1 3181 0 0,-36-4-3828 0 0,31-4 722 0 0,-34 4-1158 0 0,9-2 266 0 0,0 1 0 0 0,0 0 0 0 0,0 1 0 0 0,17 2 0 0 0,-19 0-235 0 0,0 0 0 0 0,-1 1 0 0 0,0 0-1 0 0,0 1 1 0 0,0-1 0 0 0,0 1 0 0 0,0 1 0 0 0,-1-1 0 0 0,0 1 0 0 0,0 0 0 0 0,0 1 0 0 0,-1-1 0 0 0,7 10 0 0 0,8 10 9 0 0,-2 0 1 0 0,16 31 0 0 0,-11-13 167 0 0,-1 2 0 0 0,20 61 1 0 0,20 98 267 0 0,-27-47-106 0 0,-33-137-334 0 0,0-1 0 0 0,-1 1-1 0 0,0-1 1 0 0,-2 0 0 0 0,-1 1-1 0 0,-4 24 1 0 0,5-39-31 0 0,0-1-1 0 0,-1 1 1 0 0,1 0 0 0 0,-1 0-1 0 0,0 0 1 0 0,-1-1 0 0 0,1 0-1 0 0,-1 1 1 0 0,0-1 0 0 0,0 0-1 0 0,0 0 1 0 0,0 0 0 0 0,-1-1-1 0 0,0 1 1 0 0,-5 3 0 0 0,3-3-2 0 0,0 0 0 0 0,0-1 0 0 0,-1 0 0 0 0,1 0 0 0 0,-1-1 0 0 0,0 0 0 0 0,1 0 0 0 0,-1-1 0 0 0,-13 2 0 0 0,-4-2-15 0 0,1-1-1 0 0,0-2 1 0 0,0 0-1 0 0,0-1 1 0 0,-36-11-1 0 0,31 7 62 0 0,0-1 0 0 0,0-2 0 0 0,1-1 0 0 0,0-1 0 0 0,1-1-1 0 0,1-1 1 0 0,0-2 0 0 0,1 0 0 0 0,0-1 0 0 0,1-2 0 0 0,1 0 0 0 0,-35-42 0 0 0,35 34 135 0 0,2-1 0 0 0,1-1 1 0 0,2-1-1 0 0,0 0 1 0 0,2-2-1 0 0,2 1 0 0 0,-17-56 1 0 0,26 70-121 0 0,1-1 1 0 0,0 1-1 0 0,2-1 1 0 0,0 1-1 0 0,1-1 0 0 0,0 0 1 0 0,4-21-1 0 0,-1 25-57 0 0,0 1 1 0 0,0 0-1 0 0,2 0 0 0 0,-1 0 0 0 0,2 1 0 0 0,0-1 0 0 0,0 1 1 0 0,1 1-1 0 0,1-1 0 0 0,11-13 0 0 0,-10 14-62 0 0,1 1-1 0 0,1 0 1 0 0,0 0 0 0 0,0 1-1 0 0,0 0 1 0 0,1 1-1 0 0,1 1 1 0 0,-1 0 0 0 0,27-11-1 0 0,-20 12-134 0 0,-1 1-1 0 0,2 0 0 0 0,-1 1 0 0 0,0 1 1 0 0,1 1-1 0 0,33 1 0 0 0,-19 3-481 0 0,0 2 0 0 0,0 1 0 0 0,-1 1 0 0 0,0 3 0 0 0,0 0 0 0 0,-1 2 0 0 0,0 1 0 0 0,36 20 0 0 0,-8 3-5420 0 0,93 70-1 0 0,-81-50-1303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35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 1704 0 0,'0'0'20221'0'0,"9"4"-19610"0"0,0-1-465 0 0,0 1-23 0 0,-1 0 0 0 0,1 0 0 0 0,-1 0 0 0 0,0 1 0 0 0,8 7-1 0 0,28 24 293 0 0,-2 1 0 0 0,-2 3-1 0 0,-1 1 1 0 0,44 62 0 0 0,-66-79-337 0 0,-1 1 1 0 0,-1 1 0 0 0,-1 0 0 0 0,-1 1 0 0 0,-2 1 0 0 0,-1 0 0 0 0,-1 0 0 0 0,-1 1 0 0 0,-2 0 0 0 0,3 31-1 0 0,-6-33-176 0 0,-2 1 0 0 0,-4 41 0 0 0,2-56 35 0 0,-1 0 1 0 0,-1 0 0 0 0,0 0-1 0 0,-1-1 1 0 0,0 0 0 0 0,0 0-1 0 0,-11 19 1 0 0,12-27 53 0 0,1 0 1 0 0,-1 0-1 0 0,0 0 1 0 0,0-1-1 0 0,0 1 1 0 0,-1-1-1 0 0,1 0 1 0 0,-1 0-1 0 0,0 0 0 0 0,0-1 1 0 0,0 1-1 0 0,0-1 1 0 0,0 0-1 0 0,0 0 1 0 0,-1 0-1 0 0,1-1 1 0 0,-1 1-1 0 0,1-1 0 0 0,-1 0 1 0 0,0-1-1 0 0,1 1 1 0 0,-1-1-1 0 0,0 0 1 0 0,1 0-1 0 0,-1 0 1 0 0,0-1-1 0 0,1 1 0 0 0,-1-1 1 0 0,-9-3-1 0 0,-3-3 94 0 0,-1 0-1 0 0,1-1 0 0 0,1-1 1 0 0,-1 0-1 0 0,1-2 1 0 0,-19-16-1 0 0,9 6 98 0 0,2-2 0 0 0,-39-47 0 0 0,38 38-9 0 0,2-2 0 0 0,1-1 0 0 0,2-1 0 0 0,1 0 0 0 0,2-2-1 0 0,1 0 1 0 0,2-1 0 0 0,2 0 0 0 0,-11-64 0 0 0,19 84-110 0 0,2 0-1 0 0,1 0 1 0 0,0 0 0 0 0,4-35 0 0 0,-2 47-148 0 0,0 1 1 0 0,1-1-1 0 0,-1 1 0 0 0,2 0 1 0 0,-1-1-1 0 0,1 1 0 0 0,5-9 1 0 0,-6 12-62 0 0,1-1-1 0 0,0 1 1 0 0,0-1 0 0 0,0 1 0 0 0,0 0 0 0 0,0 0 0 0 0,1 0-1 0 0,-1 0 1 0 0,1 1 0 0 0,0 0 0 0 0,0-1 0 0 0,6-1-1 0 0,-3 1-573 0 0,1 1-1 0 0,-1 0 0 0 0,1 1 0 0 0,0 0 0 0 0,0 0 1 0 0,0 0-1 0 0,0 1 0 0 0,0 1 0 0 0,0-1 1 0 0,13 3-1 0 0,2 2-1655 0 0,-1 1-1 0 0,32 13 1 0 0,18 11-5719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36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163 326 656 0 0,'4'3'8060'0'0,"10"9"-2781"0"0,-7-9-2486 0 0,24-3-187 0 0,0-2 1 0 0,38-7 0 0 0,-32 4-1587 0 0,40 0-1 0 0,-50 8-456 0 0,-26-3-538 0 0,1 0-1 0 0,0 0 0 0 0,-1 0 0 0 0,1 1 1 0 0,0-1-1 0 0,-1 1 0 0 0,1 0 0 0 0,0-1 0 0 0,-1 1 1 0 0,1 0-1 0 0,-1 0 0 0 0,0 0 0 0 0,1 0 0 0 0,-1 0 1 0 0,0 0-1 0 0,1 0 0 0 0,-1 1 0 0 0,0-1 0 0 0,2 3 1 0 0,2 7 130 0 0,-4-8-126 0 0,0-1 43 0 0,-4 4-68 0 0,1-2-12 0 0,-1 1 0 0 0,1-1 0 0 0,-1 0 0 0 0,0 0 0 0 0,0-1 0 0 0,0 1 1 0 0,0 0-1 0 0,-1-1 0 0 0,1 0 0 0 0,-1 0 0 0 0,0 0 0 0 0,0 0 0 0 0,0-1 0 0 0,-9 5 0 0 0,0-3-1 0 0,-1-1 0 0 0,0 0 0 0 0,0 0 0 0 0,0-1 0 0 0,0-1 0 0 0,0-1 0 0 0,0 0 0 0 0,-1 0 0 0 0,-25-6 0 0 0,21 3 26 0 0,0-2 1 0 0,0 0-1 0 0,0-1 0 0 0,0-2 1 0 0,1 1-1 0 0,-27-17 0 0 0,36 18 51 0 0,0 0 0 0 0,1-1 1 0 0,0 0-1 0 0,0 0 0 0 0,0-1 0 0 0,1 0 0 0 0,0 0 0 0 0,0 0 0 0 0,1-1 1 0 0,0 0-1 0 0,-7-16 0 0 0,10 18-31 0 0,1 0 1 0 0,-1 0-1 0 0,1 0 1 0 0,0-1-1 0 0,1 1 1 0 0,0 0-1 0 0,0-1 1 0 0,0 0-1 0 0,1 1 1 0 0,0-1-1 0 0,1 1 1 0 0,-1-1-1 0 0,2 0 1 0 0,-1 1-1 0 0,1 0 1 0 0,0-1 0 0 0,4-8-1 0 0,-2 8-65 0 0,0-1 0 0 0,1 1 1 0 0,0 0-1 0 0,0 0 0 0 0,1 0 0 0 0,0 1 0 0 0,0 0 0 0 0,0 0 0 0 0,1 0 1 0 0,1 1-1 0 0,10-8 0 0 0,-12 11-50 0 0,0-1 0 0 0,0 1 1 0 0,0 0-1 0 0,1 1 0 0 0,-1-1 0 0 0,1 1 0 0 0,0 0 0 0 0,-1 1 1 0 0,1 0-1 0 0,0 0 0 0 0,0 0 0 0 0,0 1 0 0 0,0 0 1 0 0,0 0-1 0 0,0 1 0 0 0,13 3 0 0 0,-11-2-179 0 0,1 2 0 0 0,-1 0-1 0 0,1 0 1 0 0,-1 0 0 0 0,-1 1-1 0 0,1 1 1 0 0,-1-1 0 0 0,1 2-1 0 0,-2-1 1 0 0,1 1 0 0 0,-1 0-1 0 0,9 10 1 0 0,1 6-1855 0 0,-1-1 0 0 0,0 2 0 0 0,14 31-1 0 0,4 12-2457 0 0,-1 3-4009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37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7233 0 0,'0'4'6160'0'0,"-2"37"-872"0"0,-8 24-2024 0 0,1-6-1917 0 0,3 14-1192 0 0,2 0 1 0 0,4 0-1 0 0,4 0 0 0 0,2 0 0 0 0,17 78 1 0 0,18 7-370 0 0,0 8-434 0 0,-29-82-3700 0 0,-11-61-213 0 0,-2 38 0 0 0,-2-25-2571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37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 6209 0 0,'0'0'15757'0'0,"0"49"-14681"0"0,-10-8-264 0 0,-4 6-324 0 0,-1 4-276 0 0,-1 3-204 0 0,-1 16-188 0 0,1-11-200 0 0,2 12-436 0 0,1-11-1356 0 0,7 3-2156 0 0,4-1 1119 0 0,4 1-567 0 0,4 0-3165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38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68 5889 0 0,'-5'-38'14759'0'0,"4"23"-10286"0"0,8 21-4086 0 0,0-2-308 0 0,-1 1-1 0 0,0 1 0 0 0,0-1 0 0 0,0 1 0 0 0,0 0 1 0 0,-1 1-1 0 0,0-1 0 0 0,7 13 0 0 0,27 68 246 0 0,-3 1 0 0 0,31 120-1 0 0,-53-160-367 0 0,-2 0 0 0 0,-3 1-1 0 0,-1 1 1 0 0,1 65 0 0 0,-9-113 26 0 0,0 0 1 0 0,0 0-1 0 0,0 0 1 0 0,0-1-1 0 0,0 1 1 0 0,-1 0-1 0 0,1 0 1 0 0,-1 0-1 0 0,0 2 1 0 0,-1 0-20 0 0,-1 2-61 0 0,3-5 98 0 0,-1-1 0 0 0,0 1 0 0 0,0-1 0 0 0,1 1 0 0 0,-1-1 0 0 0,0 1 0 0 0,0-1 0 0 0,0 1 0 0 0,0-1 0 0 0,0 0 0 0 0,1 0 0 0 0,-1 1 0 0 0,-1-1 0 0 0,-2 0-5 0 0,-1-1 0 0 0,1 0 0 0 0,0 1 1 0 0,0-1-1 0 0,0-1 0 0 0,0 1 0 0 0,0-1 0 0 0,0 1 0 0 0,0-1 1 0 0,1 0-1 0 0,-1 0 0 0 0,1-1 0 0 0,-6-3 0 0 0,-8-8 9 0 0,-19-19-1 0 0,34 30 0 0 0,-34-34 24 0 0,1-2 0 0 0,2-1 0 0 0,2-1 0 0 0,-32-58-1 0 0,29 36-24 0 0,2-2 0 0 0,-35-104 0 0 0,61 151-98 0 0,1 0-1 0 0,1-1 1 0 0,0 0-1 0 0,1 0 1 0 0,0-28-1 0 0,3 45 28 0 0,0 0 0 0 0,0 0-1 0 0,0 0 1 0 0,1-1 0 0 0,-1 1-1 0 0,1 0 1 0 0,-1 0 0 0 0,1 0 0 0 0,0 0-1 0 0,0 0 1 0 0,0 0 0 0 0,1-3-1 0 0,-1 4-238 0 0,1-1 0 0 0,-1 1-1 0 0,1-1 1 0 0,-1 1 0 0 0,1 0 0 0 0,-1 0-1 0 0,1 0 1 0 0,0-1 0 0 0,0 2-1 0 0,-1-1 1 0 0,1 0 0 0 0,0 0-1 0 0,0 1 1 0 0,0-1 0 0 0,0 1-1 0 0,0-1 1 0 0,3 1 0 0 0,4-1-1028 0 0,0 2 1 0 0,0-1 0 0 0,0 1 0 0 0,0 1-1 0 0,0-1 1 0 0,10 5 0 0 0,31 8-6263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39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0 6337 0 0,'6'6'6281'0'0,"1"0"-5198"0"0,1 0 479 0 0,1 2 0 0 0,-1-1 0 0 0,0 1 0 0 0,9 12 0 0 0,-5 1-698 0 0,0 1 1 0 0,14 37 0 0 0,-8-18-502 0 0,128 290 1458 0 0,-128-288-1430 0 0,-1-1 0 0 0,22 90 0 0 0,-38-128-366 0 0,0 1 1 0 0,-1-1 0 0 0,1 0-1 0 0,-1 0 1 0 0,0 1-1 0 0,0-1 1 0 0,0 0 0 0 0,-1 0-1 0 0,1 0 1 0 0,-1 1-1 0 0,0-1 1 0 0,0 0 0 0 0,-3 5-1 0 0,3-6-19 0 0,-1-1-1 0 0,0 0 1 0 0,1 0-1 0 0,-1 0 1 0 0,0 0 0 0 0,0 0-1 0 0,0-1 1 0 0,0 1-1 0 0,0 0 1 0 0,0-1-1 0 0,0 0 1 0 0,-1 1-1 0 0,1-1 1 0 0,-1 0-1 0 0,1 0 1 0 0,0-1 0 0 0,-1 1-1 0 0,0 0 1 0 0,1-1-1 0 0,-1 1 1 0 0,1-1-1 0 0,-5 0 1 0 0,-7 0-35 0 0,1-1 0 0 0,0 0 0 0 0,-1-1 0 0 0,1 0-1 0 0,0-1 1 0 0,-22-8 0 0 0,-75-36-85 0 0,99 42 106 0 0,-100-52-55 0 0,-166-111 0 0 0,260 157 83 0 0,-6-5 20 0 0,1 0 1 0 0,-24-21-1 0 0,42 32-31 0 0,1 1 0 0 0,0 0 0 0 0,-1-1 0 0 0,2 0 0 0 0,-5-8 0 0 0,6 11-369 0 0,5-5-1239 0 0,-2 3 875 0 0,0 0 13 0 0,1 0-1 0 0,-1 0 0 0 0,1 0 0 0 0,0 0 1 0 0,-1 1-1 0 0,2 0 0 0 0,-1-1 0 0 0,0 1 1 0 0,1 0-1 0 0,-1 1 0 0 0,6-4 1 0 0,26-9-3907 0 0,15-1-4472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41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8203 72 848 0 0,'0'0'11647'0'0,"-2"1"-8977"0"0,-18 10 3869 0 0,14-7-6776 0 0,4-2 723 0 0,1-1-423 0 0,0 0 0 0 0,1-1 0 0 0,-1 1 0 0 0,0 0 0 0 0,0 0-1 0 0,1 0 1 0 0,-1 0 0 0 0,0-1 0 0 0,0 1 0 0 0,-1 0 0 0 0,-4 4 55 0 0,0 0 1 0 0,-1 0 0 0 0,1-1-1 0 0,-1 0 1 0 0,0 0-1 0 0,0-1 1 0 0,-1 0 0 0 0,1 0-1 0 0,-15 3 1 0 0,-5 0-41 0 0,-40 3 0 0 0,51-7-21 0 0,-369 5 208 0 0,270-9-173 0 0,-689-13-105 0 0,161 27 55 0 0,292 0-62 0 0,-515-34 987 0 0,297 1-378 0 0,-680 11-261 0 0,772 1-466 0 0,248 4 90 0 0,-1030-50 946 0 0,706 19-243 0 0,252 22-1494 0 0,223 17-3473 0 0,4-1-6588 0 0,57-3 2050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44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6710 173 4096 0 0,'0'3'8351'0'0,"2"10"-3967"0"0,-5-11-3679 0 0,0 0-552 0 0,2-1-122 0 0,0 0-1 0 0,0 0 0 0 0,0-1 0 0 0,0 1 0 0 0,0 0 0 0 0,0-1 0 0 0,0 1 1 0 0,0-1-1 0 0,0 1 0 0 0,0-1 0 0 0,0 1 0 0 0,-1-1 0 0 0,1 0 1 0 0,-2 1-1 0 0,-92 8-450 0 0,-25-12 1243 0 0,-15 1 1242 0 0,118 2-2047 0 0,-14 2 85 0 0,-130 26 1221 0 0,-8 0-566 0 0,124-24-389 0 0,-82-1-1 0 0,-402-48 819 0 0,403 32-1135 0 0,-289-40 378 0 0,-37-3 86 0 0,-48 34-385 0 0,144 28-23 0 0,-173-2 180 0 0,94-9-500 0 0,315 9 315 0 0,-133-2-45 0 0,-253-43-105 0 0,335 18 175 0 0,-211-1 1 0 0,270 22-129 0 0,29 0-44 0 0,-136 14 0 0 0,195-9 43 0 0,-44 7 162 0 0,0-3 0 0 0,-70-2 1 0 0,82-7-17 0 0,55 2-143 0 0,-88-7 31 0 0,85 7-45 0 0,0-1 50 0 0,-11-2-68 0 0,11 3 64 0 0,0-1-80 0 0,-37-2 109 0 0,37 3-74 0 0,-15-1 65 0 0,15 1 15 0 0,0 1-168 0 0,-10 1 68 0 0,11-2 39 0 0,-1 1 39 0 0,-25 9-30 0 0,26-9 14 0 0,50-3-280 0 0,2-2 276 0 0,722-5-446 0 0,-241 12 44 0 0,-108-1-8 0 0,175 18 549 0 0,-488-15-37 0 0,755-11-337 0 0,-636-4-54 0 0,0 5 206 0 0,360 40 0 0 0,-438-15 196 0 0,180 20 33 0 0,1-19-87 0 0,117-40 619 0 0,-77-10-326 0 0,-255 26-338 0 0,140 15-1 0 0,-94 9-119 0 0,166 44 0 0 0,-261-45-1389 0 0,6 2-4532 0 0,-62-20 4587 0 0,-1 0 0 0 0,0-1 0 0 0,1 0 0 0 0,-1-1 0 0 0,16-1 0 0 0,17-5-6729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46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23 4160 0 0,'-1'-3'7920'0'0,"-6"-10"-2087"0"0,5 12-5341 0 0,-2-3-386 0 0,4 4-79 0 0,0 0-1 0 0,0-1 0 0 0,-1 1 0 0 0,1 0 0 0 0,0 0 0 0 0,0 0 1 0 0,0 0-1 0 0,0 0 0 0 0,0 0 0 0 0,-1 0 0 0 0,1 0 1 0 0,0 0-1 0 0,0 0 0 0 0,0 0 0 0 0,0 0 0 0 0,0 0 0 0 0,-1-1 1 0 0,1 1-1 0 0,0 0 0 0 0,0 0 0 0 0,0 0 0 0 0,0 0 1 0 0,-1 1-1 0 0,1-1 0 0 0,0 0 0 0 0,0 0 0 0 0,0 0 0 0 0,0 0 1 0 0,-1 0-1 0 0,1 0 0 0 0,0 0 0 0 0,0 0 0 0 0,0 0 1 0 0,0 0-1 0 0,0 0 0 0 0,-1 0 0 0 0,1 1 0 0 0,0-1 0 0 0,0 0 1 0 0,0 0-1 0 0,0 0 0 0 0,0 0 0 0 0,0 0 0 0 0,0 0 1 0 0,0 1-1 0 0,0-1 0 0 0,-1 0 0 0 0,1 0 0 0 0,0 0 0 0 0,0 0 1 0 0,0 0-1 0 0,0 1 0 0 0,0-1 0 0 0,0 0 0 0 0,0 0 1 0 0,0 0-1 0 0,0 1 0 0 0,-2 7 2 0 0,1-5-13 0 0,1 0 0 0 0,-1 0 0 0 0,0 0 0 0 0,1 0 0 0 0,0 0 0 0 0,0 0 0 0 0,0 1 0 0 0,1 5 0 0 0,1 21 127 0 0,3 13 43 0 0,33 266 1473 0 0,57 178-237 0 0,-79-406-1288 0 0,42 298-638 0 0,-36-143 442 0 0,1 37-315 0 0,9 258 382 0 0,-22-10-163 0 0,-14-273-164 0 0,-37 263 0 0 0,-46 371 597 0 0,69-314-277 0 0,48 53-382 0 0,-10-359 574 0 0,8 74-197 0 0,-7-73 9 0 0,-3-24-194 0 0,0-45 25 0 0,-9 252 0 0 0,-18-271 7 0 0,-3 299-987 0 0,11-66-961 0 0,-21 105-951 0 0,19-391 2908 0 0,11 331-3347 0 0,34-75 4514 0 0,-24-197-5738 0 0,-3-30 1490 0 0,-3-49 1539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46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1704 0 0,'-1'89'6144'0'0,"2"77"-346"0"0,14 84-3495 0 0,8-88-2799 0 0,5-2-9139 0 0,-20-127 6577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47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166 153 2768 0 0,'0'0'4790'0'0,"-2"-4"-1440"0"0,-1-2-2388 0 0,0 1-1 0 0,-1 0 0 0 0,1-1 0 0 0,-8-6 1 0 0,-3-2-107 0 0,-20-15 0 0 0,14 11-312 0 0,-32-34 3142 0 0,51 51-2402 0 0,-1 6-915 0 0,-2 3-278 0 0,1 1 0 0 0,1 0 0 0 0,0 0 0 0 0,0 1 0 0 0,1-1 0 0 0,0 0 0 0 0,0 11 0 0 0,5 73 250 0 0,-1-62-275 0 0,52 382-168 0 0,-33-279 163 0 0,72 370-275 0 0,-26-157 127 0 0,14 149 246 0 0,-24 4 139 0 0,-28 513 139 0 0,-49-372-445 0 0,0 13-100 0 0,29 6 19 0 0,120 522-97 0 0,65 133-98 0 0,-125-795 191 0 0,-15-118 121 0 0,-5-60 119 0 0,-14-99-68 0 0,-33-224-72 0 0,57 439 209 0 0,-24-4-210 0 0,-32 182-801 0 0,-3-439 729 0 0,1-107 72 0 0,3 17-95 0 0,5 1 0 0 0,46 207 0 0 0,91 199-698 0 0,-139-486 76 0 0,8 22-3095 0 0,2-2-4786 0 0,-12-36 1704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49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34 5993 0 0,'-2'-14'10208'0'0,"1"11"-8759"0"0,-1-9-278 0 0,1 9 451 0 0,-14 2-621 0 0,12 1-661 0 0,-2 2-43 0 0,-2 2-191 0 0,1 0-1 0 0,-1 1 1 0 0,0-1 0 0 0,1 1-1 0 0,0 1 1 0 0,0-1-1 0 0,1 1 1 0 0,0 0-1 0 0,-9 12 1 0 0,7-3-8 0 0,0 1 0 0 0,0-1 0 0 0,2 1 0 0 0,0 1 0 0 0,1-1 0 0 0,0 1 0 0 0,1 0 0 0 0,1-1 0 0 0,0 24 0 0 0,4 16 14 0 0,11 82 0 0 0,-12-127-119 0 0,45 300-37 0 0,11 104 102 0 0,-30 22 114 0 0,-16 143-64 0 0,-11-124-282 0 0,32 476 155 0 0,92 239 16 0 0,-113-1089 10 0 0,27 205-101 0 0,-14-1-7 0 0,-27 174-195 0 0,-25-10-122 0 0,-6 112-812 0 0,46-10 95 0 0,41-106 899 0 0,16-24 942 0 0,7 129 270 0 0,-62-371-709 0 0,-12 187 0 0 0,-31 93-334 0 0,3-102-90 0 0,25-12 286 0 0,22 1-251 0 0,63 292 926 0 0,16-131 241 0 0,-48-261-928 0 0,-4 81-1740 0 0,-41-218-2718 0 0,-4 0-5067 0 0,-3-79 2646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51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694 0 1320 0 0,'0'0'23611'0'0,"-6"10"-23562"0"0,0 0-39 0 0,1-2-7 0 0,0 0-1 0 0,0 0 1 0 0,1 1-1 0 0,1-1 1 0 0,-4 12 0 0 0,-2 9 104 0 0,-2 0 1 0 0,-25 50-1 0 0,26-62-1 0 0,0 1 0 0 0,-2-2 0 0 0,0 1-1 0 0,-1-2 1 0 0,-18 19 0 0 0,19-25-19 0 0,-1 1 1 0 0,0-2-1 0 0,0 0 1 0 0,-16 7-1 0 0,3-1-66 0 0,24-13-43 0 0,-2 0 38 0 0,1 0 0 0 0,0 1 0 0 0,-1-1 0 0 0,1 1-1 0 0,0-1 1 0 0,-4 4 0 0 0,3-2 12 0 0,2-2 25 0 0,12-2 2 0 0,50-1 23 0 0,-33 3 25 0 0,0 1 0 0 0,0 1 0 0 0,40 10 0 0 0,-47-8-19 0 0,0 1-1 0 0,-1 1 1 0 0,0 1 0 0 0,0 0 0 0 0,26 17 0 0 0,-42-23-86 0 0,-1 0 1 0 0,1 1-1 0 0,-1-1 1 0 0,1 1-1 0 0,-1-1 1 0 0,0 1-1 0 0,3 4 1 0 0,-3-3-2 0 0,0-1 14 0 0,-2 11-13 0 0,0-11 30 0 0,-5-1-14 0 0,-7 3 6 0 0,0-1 0 0 0,0-1 1 0 0,0 0-1 0 0,-1 0 0 0 0,-16 0 1 0 0,-72 2-128 0 0,52-4 62 0 0,-57 4-428 0 0,-68 2-1143 0 0,59-7-4945 0 0,42-6-1812 0 0,32 0 511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51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23 3048 0 0,'5'-3'2747'0'0,"0"0"1"0"0,1 0-1 0 0,-1 0 0 0 0,12-3 0 0 0,-14 5-2441 0 0,-1 0 0 0 0,1 0-1 0 0,0 1 1 0 0,-1-1 0 0 0,1 1-1 0 0,0 0 1 0 0,0 0 0 0 0,0 0-1 0 0,-1 0 1 0 0,1 1 0 0 0,0-1-1 0 0,0 1 1 0 0,-1-1 0 0 0,4 2-1 0 0,5 4-19 0 0,0 0 0 0 0,-1 1-1 0 0,1 0 1 0 0,-1 1 0 0 0,-1 0-1 0 0,15 15 1 0 0,51 66 897 0 0,-40-45-355 0 0,-26-33-583 0 0,0 1 0 0 0,0 0 0 0 0,-1 0-1 0 0,-1 1 1 0 0,0 0 0 0 0,-1 1 0 0 0,0-1-1 0 0,5 21 1 0 0,-9-27-151 0 0,-1-3-54 0 0,-1-1 0 0 0,1 1 1 0 0,0-1-1 0 0,-1 1 1 0 0,0-1-1 0 0,0 1 1 0 0,0 0-1 0 0,0-1 1 0 0,0 1-1 0 0,-1-1 1 0 0,0 1-1 0 0,-1 3 1 0 0,1-3-23 0 0,0 0 0 0 0,0 0 1 0 0,-1-1-1 0 0,1 1 1 0 0,-1 0-1 0 0,0-1 0 0 0,0 0 1 0 0,-1 1-1 0 0,1-1 0 0 0,0 0 1 0 0,-1 0-1 0 0,0 0 1 0 0,0 0-1 0 0,0-1 0 0 0,0 1 1 0 0,0-1-1 0 0,-1 0 1 0 0,-5 3-1 0 0,0-2-26 0 0,-1 0 0 0 0,0 0 0 0 0,0-1 0 0 0,0-1 0 0 0,0 0 0 0 0,0 0 0 0 0,-1-1 0 0 0,-18-1 0 0 0,-2-3-221 0 0,-49-13-1 0 0,36 5-705 0 0,1-1 0 0 0,-65-31 0 0 0,82 31-1494 0 0,-38-26 1 0 0,47 27-1038 0 0,1-1 0 0 0,-28-28 0 0 0,20 14-3735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52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2024 0 0,'-8'0'21488'0'0,"9"3"-21444"0"0,1 13 41 0 0,0 0 1 0 0,2 0 0 0 0,9 28-1 0 0,16 10-707 0 0,-14-28 105 0 0,-14-23-989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52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879 1 8001 0 0,'0'0'8429'0'0,"-8"10"-3413"0"0,-1 11-3152 0 0,0 4-1232 0 0,6-11-304 0 0,-3 3-160 0 0,0 0-248 0 0,0 0-344 0 0,3 4-448 0 0,0-4-400 0 0,-3 17-6397 0 0,6-21 3745 0 0</inkml:trace>
  <inkml:trace contextRef="#ctx0" brushRef="#br0" timeOffset="1">1 115 2816 0 0,'0'0'17094'0'0,"9"6"-16013"0"0,63 40 411 0 0,42 25-131 0 0,152 123 0 0 0,-244-174-1891 0 0,0 1-5356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53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 10189 0 0,'-3'13'8465'0'0,"0"20"-6161"0"0,-3-3-484 0 0,3-1-548 0 0,-2 5-536 0 0,-5 7-456 0 0,-2 0-452 0 0,1-1-5096 0 0,-2-11 1311 0 0,10-10 465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49:57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89 2176 0 0,'9'-14'5889'0'0,"6"-9"3963"0"0,-3 7-4454 0 0,-11 43-5301 0 0,-1-13-66 0 0,0-1-1 0 0,-4 20 0 0 0,-7 179-123 0 0,7-90 230 0 0,1 54-734 0 0,3-170 542 0 0,-2 10-79 0 0,1-13 118 0 0,1 0 483 0 0,-3-15-324 0 0,0-2-95 0 0,0 2-29 0 0,0-1 1 0 0,1 1 0 0 0,1-1 0 0 0,-1-12-1 0 0,4-26 98 0 0,10-66-1 0 0,18-49 164 0 0,-18 115 202 0 0,34-93 0 0 0,-36 128-247 0 0,-9 15-178 0 0,-1 0 1 0 0,1 0-1 0 0,0 0 0 0 0,0 1 1 0 0,-1-2-1 0 0,1 1 1 0 0,-1 0-1 0 0,1 0 1 0 0,-1 0-1 0 0,0 0 1 0 0,1 0-1 0 0,-1-2 1 0 0,6 12-15 0 0,-1-3-29 0 0,0 1 10 0 0,1 0 1 0 0,-2 1 0 0 0,1-1 0 0 0,-1 1-1 0 0,0 0 1 0 0,4 13 0 0 0,1 10-117 0 0,-1 1 1 0 0,-2 0 0 0 0,-1 0 0 0 0,-2 1-1 0 0,-1-1 1 0 0,-1 1 0 0 0,-2-1-1 0 0,-1 1 1 0 0,-2-1 0 0 0,-8 37 0 0 0,-5-6-1714 0 0,-24 65 0 0 0,18-71-4277 0 0,-39 69 0 0 0,41-89-570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00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481 23 960 0 0,'3'-3'11292'0'0,"3"0"-10036"0"0,0 0 1 0 0,1 0-1 0 0,-1 0 1 0 0,1 0-1 0 0,9-1 0 0 0,-13 4-572 0 0,1 0-189 0 0,4 0-321 0 0,0 1 0 0 0,0 0-1 0 0,0 0 1 0 0,-1 1 0 0 0,1 0 0 0 0,-1 1-1 0 0,1 0 1 0 0,10 5 0 0 0,-5 1-106 0 0,-1 0 0 0 0,0 0 0 0 0,0 1-1 0 0,-1 0 1 0 0,0 1 0 0 0,-1 0 0 0 0,0 1 0 0 0,-1 0 0 0 0,0 1 0 0 0,12 23 0 0 0,-6-6-47 0 0,-2 0 0 0 0,-1 1 0 0 0,15 61-1 0 0,-22-69-49 0 0,-1 0-1 0 0,0 0 0 0 0,-2 0 0 0 0,-1 0 0 0 0,-1 1 0 0 0,-1-1 0 0 0,-1 0 0 0 0,-8 40 0 0 0,7-51-4 0 0,-1 1 1 0 0,0-1-1 0 0,-1 0 0 0 0,-1 0 1 0 0,0-1-1 0 0,0 1 0 0 0,-11 13 1 0 0,10-17-15 0 0,1 0 1 0 0,-2 0-1 0 0,1-1 1 0 0,-1-1-1 0 0,0 1 1 0 0,0-1-1 0 0,-1 0 1 0 0,0-1-1 0 0,0 0 1 0 0,-11 5-1 0 0,8-6 105 0 0,-1 0 0 0 0,1-1 0 0 0,0 0 0 0 0,-1-1 1 0 0,0-1-1 0 0,1 0 0 0 0,-1 0 0 0 0,0-1 0 0 0,1-1 0 0 0,-1 0 0 0 0,0-1 0 0 0,1 0 0 0 0,-1-1 1 0 0,1 0-1 0 0,-24-10 0 0 0,11 1 47 0 0,-1-1-1 0 0,1-1 1 0 0,1-1 0 0 0,1-1 0 0 0,0-1-1 0 0,-22-22 1 0 0,8 4 176 0 0,2-1 1 0 0,-60-81-1 0 0,82 98-108 0 0,1-1-1 0 0,0 0 1 0 0,2 0-1 0 0,0-2 1 0 0,-13-42-1 0 0,21 55-114 0 0,0 0 0 0 0,1 0-1 0 0,0 1 1 0 0,1-1 0 0 0,0 0 0 0 0,0 0-1 0 0,1 0 1 0 0,0 0 0 0 0,0 1-1 0 0,1-1 1 0 0,0 0 0 0 0,6-13-1 0 0,-5 15-121 0 0,0 1 0 0 0,1-1-1 0 0,0 1 1 0 0,0 0 0 0 0,0 0 0 0 0,1 1-1 0 0,0-1 1 0 0,0 1 0 0 0,0 0-1 0 0,1 0 1 0 0,-1 1 0 0 0,1-1-1 0 0,0 1 1 0 0,1 1 0 0 0,10-6-1 0 0,-1 3-155 0 0,0 1 0 0 0,0 1 0 0 0,0 0 0 0 0,1 2 0 0 0,-1-1 0 0 0,1 2 0 0 0,20 0 0 0 0,4 3-2696 0 0,70 12 0 0 0,45 18-5101 0 0,-80-14 894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01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43 2176 0 0,'0'0'9813'0'0,"5"-4"-7265"0"0,-3 2-2431 0 0,5-5 1171 0 0,1 1 0 0 0,0 0-1 0 0,16-9 1 0 0,-22 14-750 0 0,1 1-110 0 0,9-1-62 0 0,-9 1-38 0 0,3 2-42 0 0,3 3-163 0 0,0 0 0 0 0,0 0 1 0 0,0 1-1 0 0,-1 1 0 0 0,0-1 1 0 0,13 15-1 0 0,4 9 122 0 0,-2 1 0 0 0,-2 1 1 0 0,25 47-1 0 0,-42-72-225 0 0,21 39 216 0 0,-2 1 0 0 0,25 78 0 0 0,-38-93-224 0 0,-1 1-1 0 0,-2 0 1 0 0,-1 1 0 0 0,-2 0 0 0 0,1 35 0 0 0,-6-61-23 0 0,1 1 0 0 0,-1-1 0 0 0,0 0-1 0 0,-4 13 1 0 0,1-17 40 0 0,1-2-21 0 0,-8 5 10 0 0,9-7-18 0 0,-1 1 1 0 0,1-1 0 0 0,0 0-1 0 0,0 0 1 0 0,-1 0 0 0 0,1-1-1 0 0,0 1 1 0 0,0 0 0 0 0,0-1 0 0 0,-3 0-1 0 0,-13-5 13 0 0,0 0-1 0 0,1-1 1 0 0,-26-14-1 0 0,-8-10 17 0 0,1-3-1 0 0,-51-44 1 0 0,77 56 72 0 0,0-1 1 0 0,1-2-1 0 0,1 0 0 0 0,1-1 1 0 0,-24-41-1 0 0,41 60-77 0 0,0 1-1 0 0,0-1 0 0 0,1 0 1 0 0,0 0-1 0 0,1-1 0 0 0,0 1 1 0 0,0-1-1 0 0,-2-12 0 0 0,4 18-131 0 0,0 0-1 0 0,1 0 0 0 0,-1 0 0 0 0,0 0 1 0 0,1 0-1 0 0,-1 0 0 0 0,1 0 1 0 0,-1 0-1 0 0,1 0 0 0 0,0 0 0 0 0,0 0 1 0 0,0 0-1 0 0,0 1 0 0 0,0-1 1 0 0,0 0-1 0 0,2-1 0 0 0,3 0-2180 0 0,12 1-1609 0 0,-1 0 0 0 0,25 0-1 0 0,-6 3-2863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02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7145 0 0,'2'-2'4923'0'0,"7"-8"4124"0"0,-1 19-8811 0 0,-1-1 0 0 0,-1 1 0 0 0,0 0 0 0 0,0 0 0 0 0,-1 1 0 0 0,0 0 0 0 0,0 0 0 0 0,-1 0 0 0 0,4 16 0 0 0,165 629 1514 0 0,-167-620-2696 0 0,0 37-1 0 0,-4 34-5845 0 0,-1-38 928 0 0,0-30-2052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04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3091 886 232 0 0,'-1'-6'18091'0'0,"-7"26"-17971"0"0,-6 15-132 0 0,-19 58 1172 0 0,23-62-822 0 0,-18 40 1 0 0,23-61-283 0 0,0 0-1 0 0,-1 0 1 0 0,-1 0-1 0 0,1-1 1 0 0,-2 0-1 0 0,1-1 0 0 0,-15 14 1 0 0,3-8 5 0 0,0 0 1 0 0,-1-2-1 0 0,-1 0 1 0 0,0-1-1 0 0,0-1 0 0 0,-1-1 1 0 0,0-1-1 0 0,-25 5 1 0 0,-15 2 1 0 0,-112 9 0 0 0,-178-3 1566 0 0,-271-28-629 0 0,510 5-992 0 0,1-5 1 0 0,-1-6-1 0 0,-208-50 0 0 0,19-27 26 0 0,240 67-80 0 0,2-2-1 0 0,-104-61 1 0 0,141 72 34 0 0,1-2 1 0 0,0-1 0 0 0,1 0 0 0 0,-24-27 0 0 0,33 31 34 0 0,1-1 0 0 0,0 0 0 0 0,1 0 0 0 0,1-1 0 0 0,0-1 0 0 0,1 1 0 0 0,-10-31 0 0 0,11 25-96 0 0,0 4-22 0 0,2-1-1 0 0,0-1 1 0 0,-5-36-1 0 0,7 40 166 0 0,3 11-52 0 0,-1 0 0 0 0,0 0 0 0 0,1 0 0 0 0,0 0 0 0 0,-1 1 0 0 0,2-8 1 0 0,1-15 29 0 0,1-1 1 0 0,2 1 0 0 0,0 0 0 0 0,2 0-1 0 0,13-34 1 0 0,-10 37-27 0 0,1 1 0 0 0,2 1 1 0 0,0-1-1 0 0,1 2 0 0 0,1 0 0 0 0,0 1 0 0 0,2 0 0 0 0,0 1 0 0 0,1 1 0 0 0,1 1 0 0 0,1 1 0 0 0,0 0 0 0 0,44-23 1 0 0,-22 19-25 0 0,1 2 1 0 0,0 2 0 0 0,1 1 0 0 0,70-11 0 0 0,185-11 57 0 0,-289 35-54 0 0,600-26 53 0 0,-300 43-239 0 0,-242-7 101 0 0,0 3 0 0 0,100 31 0 0 0,52 41-28 0 0,-171-60 113 0 0,0 2 1 0 0,58 41-1 0 0,-50-23-20 0 0,56 53-1 0 0,43 59-471 0 0,-125-125 738 0 0,46 64-1 0 0,-69-84-199 0 0,-1 0 0 0 0,0 1-1 0 0,-1 0 1 0 0,0 0 0 0 0,-1 0-1 0 0,0 1 1 0 0,-1 0 0 0 0,-1 0 0 0 0,0 0-1 0 0,2 18 1 0 0,-5-25-50 0 0,0 0-1 0 0,0 0 1 0 0,0 0 0 0 0,-1 1 0 0 0,0-1-1 0 0,0 0 1 0 0,-1 0 0 0 0,0 0-1 0 0,0 0 1 0 0,0 0 0 0 0,0-1 0 0 0,-7 11-1 0 0,4-9-24 0 0,-1 0-1 0 0,1 0 0 0 0,-2 0 0 0 0,1-1 1 0 0,0 0-1 0 0,-1 0 0 0 0,0-1 0 0 0,-9 5 1 0 0,-9 4-242 0 0,-1-2 1 0 0,0-1 0 0 0,-1-1 0 0 0,-42 10 0 0 0,-43 7-4214 0 0,-137 14 0 0 0,119-29 114 0 0,5-3-2403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11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1008 208 0 0,'0'0'16215'0'0,"1"-10"-15298"0"0,4-31-83 0 0,-3 30-174 0 0,-1 8-145 0 0,2-6-394 0 0,0 1 0 0 0,0-1-1 0 0,1 1 1 0 0,1 0 0 0 0,-1 0 0 0 0,7-8 0 0 0,41-46-16 0 0,-24 28 278 0 0,56-57 1247 0 0,59-51 430 0 0,-68 71-1295 0 0,-45 41-776 0 0,121-126 1014 0 0,-85 70-4072 0 0,-49 60-1321 0 0,21-44 0 0 0,-15 21-16 0 0,5-10-2709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12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22 881 4560 0 0,'0'0'5680'0'0,"-3"-5"-1839"0"0,-8-12-1791 0 0,8 13-569 0 0,2 0-294 0 0,0-8-775 0 0,-1 0 0 0 0,2-1 0 0 0,0 1-1 0 0,1-1 1 0 0,0 1 0 0 0,0-1 0 0 0,2 1 0 0 0,-1 0 0 0 0,6-14-1 0 0,5-5-83 0 0,0 0 0 0 0,2 1 0 0 0,2 1-1 0 0,0 0 1 0 0,26-31 0 0 0,98-109 1523 0 0,-25 30-3312 0 0,-43 41-7904 0 0,-45 55 4795 0 0,1-12-4009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13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1359 7681 0 0,'0'0'7355'0'0,"2"-6"-5519"0"0,8-16-398 0 0,-7 16 513 0 0,-4 0-1396 0 0,-1-15-110 0 0,1 16-182 0 0,0 0-164 0 0,0 1-82 0 0,0 1-35 0 0,0 0 0 0 0,0-1 0 0 0,1 1 0 0 0,-1 0 0 0 0,1-1-1 0 0,0 1 1 0 0,-1-1 0 0 0,2 1 0 0 0,-1-1 0 0 0,0 1 0 0 0,1-1 0 0 0,0-3 0 0 0,3-5 106 0 0,0-1-1 0 0,1 1 1 0 0,1 0-1 0 0,8-14 1 0 0,22-25 344 0 0,3 0 1 0 0,2 3-1 0 0,3 1 1 0 0,62-52 0 0 0,213-148 519 0 0,-244 192-874 0 0,95-64-549 0 0,4 4-3309 0 0,182-104-6065 0 0,-173 109 1665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22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2107 134 7961 0 0,'-53'-4'9449'0'0,"0"-1"-6394"0"0,-49-5-1856 0 0,-185-6-240 0 0,-713-56-1284 0 0,951 67 270 0 0,-56-7-369 0 0,-169 2 0 0 0,245 12-1495 0 0,-29 6 1 0 0,34-3-2528 0 0,-34 11 1 0 0,44-10-1462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23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2656 231 4880 0 0,'5'7'19055'0'0,"-52"2"-17955"0"0,-64 3 1 0 0,-59-3-34 0 0,-501-28-396 0 0,-3-59-1028 0 0,174 3-2055 0 0,404 63 471 0 0,16 3-4421 0 0,-155-39 0 0 0,158 21-1318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23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8765 0 0,'32'7'8122'0'0,"-7"4"-4331"0"0,-13-4-2978 0 0,-2 1 0 0 0,16 13 0 0 0,-25-19-725 0 0,60 51 811 0 0,123 82 0 0 0,38-17-726 0 0,6-16-85 0 0,-118-55-52 0 0,-13-4 71 0 0,368 169 660 0 0,-323-139-210 0 0,158 107 0 0 0,-262-154-422 0 0,0 2 1 0 0,-2 1 0 0 0,-1 2-1 0 0,48 55 1 0 0,-71-70-100 0 0,0 1-1 0 0,0 0 0 0 0,-2 0 1 0 0,0 1-1 0 0,10 27 1 0 0,-15-31-23 0 0,-1 0 0 0 0,0 0 1 0 0,-1 1-1 0 0,-1 0 0 0 0,0-1 1 0 0,-1 1-1 0 0,0 0 0 0 0,-2 20 1 0 0,-2-15-7 0 0,0 0 0 0 0,-1 0 1 0 0,-1-1-1 0 0,-1 1 0 0 0,0-1 1 0 0,-2 0-1 0 0,0-1 0 0 0,-17 27 1 0 0,10-22-22 0 0,0-1-1 0 0,-2-1 1 0 0,-1 0 0 0 0,0-1 0 0 0,-2-1 0 0 0,-26 20 0 0 0,-8 2-60 0 0,-2-3 1 0 0,-2-2-1 0 0,-81 39 0 0 0,-213 71-1193 0 0,109-51-1992 0 0,-86 33-9615 0 0,246-94 5063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26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1442 0 7065 0 0,'31'13'10045'0'0,"-29"-12"-8499"0"0,1 0-255 0 0,10 5-310 0 0,-10-5-192 0 0,-2 2-148 0 0,4 31 751 0 0,-8-22-1056 0 0,-6 13-213 0 0,-2 1 0 0 0,0-1 0 0 0,-20 30 0 0 0,15-33-139 0 0,-2-1 0 0 0,0-1 1 0 0,-36 31-1 0 0,16-20-4 0 0,-50 30 0 0 0,-189 85 291 0 0,277-145-270 0 0,-27 11 129 0 0,0 0 1 0 0,0-2-1 0 0,-57 14 1 0 0,81-24-118 0 0,-1-2 151 0 0,-13-4 28 0 0,13 4 138 0 0,6-3-161 0 0,4-13 8 0 0,-2 11-23 0 0,3 1-114 0 0,0 0 0 0 0,0 1 0 0 0,0 0 0 0 0,0 0 0 0 0,1 1 0 0 0,0 0-1 0 0,0 1 1 0 0,0-1 0 0 0,10-2 0 0 0,-5 3 3 0 0,0 1 0 0 0,1 0 0 0 0,-1 0 0 0 0,0 1 0 0 0,22 2-1 0 0,-12 1-19 0 0,1 2-1 0 0,0 0 0 0 0,-1 2 0 0 0,0 0 0 0 0,0 1 1 0 0,34 18-1 0 0,-39-17-6 0 0,-2 2-1 0 0,1 0 1 0 0,-1 0 0 0 0,-1 2 0 0 0,0 0-1 0 0,16 16 1 0 0,-25-21-38 0 0,1 0-1 0 0,-1 1 1 0 0,0 0-1 0 0,0 0 1 0 0,-1 0-1 0 0,0 1 1 0 0,0 0-1 0 0,-1 0 1 0 0,-1 0-1 0 0,1 0 1 0 0,-1 1-1 0 0,-1-1 1 0 0,3 18-1 0 0,-5-22 3 0 0,0 1 0 0 0,-1-1 0 0 0,1 1 0 0 0,-1-1 0 0 0,0 0 0 0 0,0 1 0 0 0,-1-1 0 0 0,1 0 0 0 0,-1 0-1 0 0,0 0 1 0 0,-1 0 0 0 0,1 0 0 0 0,-1 0 0 0 0,0-1 0 0 0,0 1 0 0 0,-1-1 0 0 0,1 0 0 0 0,-1 0 0 0 0,0 0 0 0 0,-6 5 0 0 0,-1-1-10 0 0,0 0 1 0 0,0-1 0 0 0,-1 0 0 0 0,0-1-1 0 0,-1 0 1 0 0,1-1 0 0 0,-16 4 0 0 0,7-3-28 0 0,-1-1 0 0 0,0-2 0 0 0,-40 3 0 0 0,-66-10-155 0 0,35-7-248 0 0,-96-23 0 0 0,-85-35-2414 0 0,4-16-9197 0 0,189 53 4716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26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66 4096 0 0,'0'0'6256'0'0,"0"-4"-2157"0"0,2-13-1779 0 0,-2 15-2175 0 0,0 1 1 0 0,0 0-1 0 0,0 0 1 0 0,1 0-1 0 0,-1 0 1 0 0,0 0-1 0 0,1 0 1 0 0,-1 0-1 0 0,0 0 1 0 0,1 0-1 0 0,-1 0 0 0 0,1 0 1 0 0,0 0-1 0 0,-1 0 1 0 0,1 0-1 0 0,0 0 1 0 0,0 0-1 0 0,0 0 1 0 0,2-2 261 0 0,-1 1-191 0 0,0 0-1 0 0,1 1 1 0 0,-1-1 0 0 0,1 0-1 0 0,-1 1 1 0 0,1 0 0 0 0,0-1-1 0 0,-1 1 1 0 0,1 0 0 0 0,0 0-1 0 0,5 0 1 0 0,-6 0-232 0 0,5 0 174 0 0,1 0 0 0 0,0 0 0 0 0,0 0 0 0 0,0 1 0 0 0,-1 0 0 0 0,11 2 0 0 0,45 11 211 0 0,-47-9-262 0 0,70 20 237 0 0,152 67 1 0 0,-207-79-252 0 0,121 61 507 0 0,-133-63-426 0 0,-1 2 0 0 0,0 0 0 0 0,-1 2 1 0 0,0-1-1 0 0,25 29 0 0 0,-38-37-144 0 0,0 0-1 0 0,0 0 0 0 0,-1 0 1 0 0,1 1-1 0 0,-1-1 1 0 0,-1 1-1 0 0,1 0 1 0 0,-1 0-1 0 0,0 0 1 0 0,0 0-1 0 0,-1 0 1 0 0,1 0-1 0 0,-1 0 1 0 0,-1 1-1 0 0,1-1 1 0 0,-1 0-1 0 0,0 0 0 0 0,-1 1 1 0 0,0-1-1 0 0,0 0 1 0 0,0 1-1 0 0,0-1 1 0 0,-1 0-1 0 0,0 0 1 0 0,-1 0-1 0 0,1-1 1 0 0,-1 1-1 0 0,0 0 1 0 0,0-1-1 0 0,-9 10 1 0 0,4-4-23 0 0,-2 0 1 0 0,1-1-1 0 0,-2 0 1 0 0,1-1-1 0 0,-1 0 1 0 0,-1-1 0 0 0,1 0-1 0 0,-21 10 1 0 0,14-10-5 0 0,-1-1 1 0 0,0 0 0 0 0,0-1-1 0 0,0-1 1 0 0,-28 4-1 0 0,1-5-103 0 0,1-2 0 0 0,-1-2 0 0 0,1-2-1 0 0,-71-12 1 0 0,30-1-552 0 0,1-4-1 0 0,1-4 0 0 0,-111-45 1 0 0,148 49 76 0 0,-82-35-4330 0 0,96 38 199 0 0,-57-37-1 0 0,51 25-2050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27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6953 0 0,'0'0'9589'0'0,"19"11"-6121"0"0,-19 12-2568 0 0,-6 6-940 0 0,0-12-520 0 0,-12 21-4837 0 0,9-23 1697 0 0,3-4 696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2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1176 1 848 0 0,'-12'8'8233'0'0,"3"4"-3165"0"0,-3 9-2872 0 0,0 3-343 0 0,0 5-273 0 0,0 8-488 0 0,3 2-188 0 0,3 1-224 0 0,0-7-180 0 0,3 4-276 0 0,0-3-192 0 0,0 0-296 0 0,0-1-124 0 0,3-10-796 0 0,-3-4-3232 0 0,-3 3-2609 0 0</inkml:trace>
  <inkml:trace contextRef="#ctx0" brushRef="#br0" timeOffset="1">0 285 2448 0 0,'0'0'14210'0'0,"5"-6"-12372"0"0,1 0-1314 0 0,-3 3-220 0 0,-1 1 0 0 0,1-1 0 0 0,-1 1 1 0 0,0-1-1 0 0,0 0 0 0 0,3-6 0 0 0,4 14 636 0 0,24 15-288 0 0,0 2-1 0 0,52 46 1 0 0,36 50-1048 0 0,-55-53-5118 0 0,-55-55 2816 0 0,0 1 1 0 0,14 8-1 0 0,-9-10-4583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28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0 2256 0 0,'-17'19'7161'0'0,"1"5"-2493"0"0,-5 9-2556 0 0,1 4-279 0 0,1 4-297 0 0,-1 5-360 0 0,1 4-308 0 0,2 4-328 0 0,-4 11-480 0 0,3 5-664 0 0,0-2-3868 0 0,9-16 1363 0 0,1-8-835 0 0,2-12-3377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28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5721 0 0,'-2'7'2558'0'0,"0"-1"0"0"0,0 1 0 0 0,-1 11 0 0 0,2 1-1631 0 0,1 22 0 0 0,1-12 546 0 0,16 260 1976 0 0,-12-241-3226 0 0,48 441 1186 0 0,-7-86-967 0 0,69 1166 404 0 0,-82-1010-987 0 0,30 482-41 0 0,20 496 576 0 0,-64-965-115 0 0,9 193 265 0 0,199 1454 734 0 0,-85-1217-1038 0 0,-68-445-75 0 0,47 382-170 0 0,-21-38-122 0 0,54 437 323 0 0,-106-1019-81 0 0,-18-123-126 0 0,-1-18-316 0 0,6 51-4211 0 0,-31-212 2452 0 0,-1-6-1249 0 0,-2-1-4021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29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1107 5 8129 0 0,'0'0'703'0'0,"-12"-5"10698"0"0,-42 105-9096 0 0,-203 263 23 0 0,162-232-2015 0 0,56-77 14 0 0,-85 90 1 0 0,105-125-272 0 0,0-2 0 0 0,-1 0 1 0 0,-1-1-1 0 0,-1-1 0 0 0,0-2 0 0 0,-1 0 0 0 0,-43 18 1 0 0,49-25-498 0 0,0 0-1 0 0,-1-1 1 0 0,1-1 0 0 0,-1-1 0 0 0,0 0 0 0 0,-23 0-1 0 0,32-4-374 0 0,1 1-1 0 0,-1-1 0 0 0,1 0 0 0 0,-1 0 1 0 0,1-1-1 0 0,0-1 0 0 0,0 1 0 0 0,0-1 1 0 0,0 0-1 0 0,0-1 0 0 0,1 0 1 0 0,-1 0-1 0 0,1-1 0 0 0,0 0 0 0 0,-10-9 1 0 0,-13-20-6552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30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6569 0 0,'9'-1'1850'0'0,"1"1"1"0"0,-1-1 0 0 0,0 2-1 0 0,16 1 1 0 0,-17 0-1375 0 0,1 1 0 0 0,-1-1-1 0 0,0 1 1 0 0,0 1 0 0 0,0-1 0 0 0,0 1-1 0 0,-1 1 1 0 0,13 9 0 0 0,15 14 644 0 0,-1 2 1 0 0,54 60-1 0 0,52 84 322 0 0,-74-90-1123 0 0,246 287-495 0 0,-145-198-2631 0 0,12-18-4359 0 0,-94-96 2679 0 0,4-9-3343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30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27 4328 0 0,'0'0'15098'0'0,"-6"-4"-13725"0"0,-18-14-329 0 0,24 17-1024 0 0,0 1-1 0 0,0 0 0 0 0,-1 0 0 0 0,1-1 0 0 0,0 1 1 0 0,0 0-1 0 0,0 0 0 0 0,0 0 0 0 0,-1-1 0 0 0,1 1 1 0 0,0 0-1 0 0,0 0 0 0 0,-1 0 0 0 0,1 0 0 0 0,0 0 1 0 0,0-1-1 0 0,-1 1 0 0 0,1 0 0 0 0,0 0 0 0 0,0 0 1 0 0,-1 0-1 0 0,1 0 0 0 0,0 0 0 0 0,0 0 0 0 0,-1 0 1 0 0,1 0-1 0 0,0 0 0 0 0,0 0 0 0 0,-1 0 0 0 0,1 0 1 0 0,0 0-1 0 0,-1 0 0 0 0,1 0 0 0 0,0 0 0 0 0,0 1 1 0 0,-1-1-1 0 0,1 0 0 0 0,0 0 0 0 0,0 0 1 0 0,0 0-1 0 0,-1 0 0 0 0,1 1 0 0 0,0-1 0 0 0,0 0 1 0 0,-1 0-1 0 0,-10 10 126 0 0,0 1 0 0 0,1-1 0 0 0,0 2 0 0 0,1-1 0 0 0,0 1 0 0 0,1 1 0 0 0,0 0 0 0 0,1 0 0 0 0,0 0 0 0 0,1 1 0 0 0,-5 16 0 0 0,2-1-833 0 0,2 0 0 0 0,0 1-1 0 0,2 0 1 0 0,-3 49-1 0 0,8-54-762 0 0,0 0-1 0 0,2 0 0 0 0,0 0 1 0 0,2-1-1 0 0,0 1 0 0 0,2-1 1 0 0,12 33-1 0 0,14 22-5200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32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7449 0 0,'1'51'7776'0'0,"-1"-1"-4100"0"0,-4 68-948 0 0,-15 188-379 0 0,20-255-2196 0 0,1-1 0 0 0,3 0 0 0 0,2 0 0 0 0,13 51 0 0 0,-15-84-107 0 0,1 1-1 0 0,1-1 1 0 0,0-1 0 0 0,2 1 0 0 0,-1-1-1 0 0,2 0 1 0 0,0-1 0 0 0,1 0-1 0 0,0-1 1 0 0,21 19 0 0 0,-24-25-29 0 0,1-1 0 0 0,0 0 1 0 0,1 0-1 0 0,-1-1 0 0 0,1-1 0 0 0,1 0 1 0 0,19 8-1 0 0,-21-11-10 0 0,-1 1 1 0 0,1-1 0 0 0,0-1-1 0 0,1 0 1 0 0,-1 0 0 0 0,0-1-1 0 0,0 0 1 0 0,0-1-1 0 0,0 0 1 0 0,16-3 0 0 0,-8-1-23 0 0,0-1 1 0 0,-1 0 0 0 0,1-1 0 0 0,-1-1-1 0 0,-1 0 1 0 0,0-1 0 0 0,21-16 0 0 0,6-10-228 0 0,41-43 1 0 0,35-30-170 0 0,-109 102 387 0 0,-1 0-1 0 0,0 1 1 0 0,1 0 0 0 0,0 0-1 0 0,0 1 1 0 0,1 0-1 0 0,13-4 1 0 0,-19 7 18 0 0,1 0 0 0 0,0 0 1 0 0,0 0-1 0 0,0 1 0 0 0,0 0 1 0 0,0 0-1 0 0,0 0 0 0 0,0 1 1 0 0,0-1-1 0 0,-1 1 0 0 0,1 1 1 0 0,0-1-1 0 0,0 0 0 0 0,-1 1 1 0 0,1 0-1 0 0,8 5 0 0 0,-5-1 30 0 0,0 0-1 0 0,-1 0 0 0 0,0 1 1 0 0,0 0-1 0 0,0 0 1 0 0,-1 1-1 0 0,0 0 0 0 0,8 14 1 0 0,-2 0 68 0 0,-1 0 1 0 0,11 32 0 0 0,-9-12-72 0 0,-2 0 0 0 0,-1 0 0 0 0,-2 1 1 0 0,-3-1-1 0 0,2 54 0 0 0,-7-25-18 0 0,-4 1 1 0 0,-15 96-1 0 0,7-101 126 0 0,-36 112-1 0 0,35-140-121 0 0,-3 0 1 0 0,-1-1-1 0 0,-44 70 0 0 0,55-98-60 0 0,0-1 0 0 0,-1-1 0 0 0,0 1 0 0 0,-1-1 0 0 0,0 0 0 0 0,0-1-1 0 0,-16 12 1 0 0,19-17 65 0 0,1 1 1 0 0,-1-1-1 0 0,0 1 0 0 0,0-1 0 0 0,0-1 0 0 0,-1 1 0 0 0,1-1 0 0 0,0 0 0 0 0,0 0 1 0 0,-1 0-1 0 0,1-1 0 0 0,-1 0 0 0 0,1 0 0 0 0,0 0 0 0 0,-1-1 0 0 0,1 0 0 0 0,-9-2 1 0 0,3-1 36 0 0,0 0 1 0 0,1-1-1 0 0,-1 0 1 0 0,1 0-1 0 0,0-2 1 0 0,0 1 0 0 0,1-1-1 0 0,0 0 1 0 0,0-1-1 0 0,0 0 1 0 0,1-1-1 0 0,1 0 1 0 0,-14-19 0 0 0,5 4 32 0 0,2-1 0 0 0,0-1 1 0 0,2 0-1 0 0,-13-42 1 0 0,16 42-18 0 0,2-1 0 0 0,1 0 1 0 0,2-1-1 0 0,0 1 1 0 0,2-1-1 0 0,1 0 0 0 0,1 0 1 0 0,1 0-1 0 0,2 0 0 0 0,11-51 1 0 0,-9 60-41 0 0,1 1 1 0 0,1 0-1 0 0,0 0 1 0 0,1 0-1 0 0,1 1 0 0 0,1 0 1 0 0,12-15-1 0 0,-12 19-23 0 0,0 2-1 0 0,1-1 0 0 0,0 1 1 0 0,1 1-1 0 0,0 0 0 0 0,1 1 1 0 0,0 0-1 0 0,0 1 0 0 0,20-10 1 0 0,-9 9-41 0 0,1 1 0 0 0,0 0 0 0 0,0 2 0 0 0,1 1 0 0 0,-1 1 0 0 0,1 1 0 0 0,0 2 0 0 0,46 2 0 0 0,-5 4-202 0 0,0 4 0 0 0,76 19 0 0 0,-11 7-1199 0 0,214 88-1 0 0,116 87-7082 0 0,-278-124 4435 0 0,23 9-3502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34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8169 0 0,'0'0'9585'0'0,"2"4"-8019"0"0,-1 2-1123 0 0,-1-2-186 0 0,1-1 0 0 0,0 0 0 0 0,0 0 0 0 0,0 0 0 0 0,0 0-1 0 0,3 4 1 0 0,7 25 737 0 0,12 53 0 0 0,-9-27-500 0 0,162 601-51 0 0,-152-570-1037 0 0,9 38-1082 0 0,-14-39-2900 0 0,7 21-3358 0 0,-14-63 988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36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3216 0 0,'0'0'2313'0'0,"12"8"-2426"0"0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38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969 77 5609 0 0,'46'-34'9634'0'0,"-30"24"-7566"0"0,0 1-1 0 0,23-11 1 0 0,-38 20-1992 0 0,0-1 0 0 0,0 1 0 0 0,0-1 0 0 0,0 1 0 0 0,0 0 0 0 0,0-1 0 0 0,0 1-1 0 0,0 0 1 0 0,0 0 0 0 0,0 0 0 0 0,0 0 0 0 0,0 0 0 0 0,0 0 0 0 0,0 0 0 0 0,0 0 0 0 0,0 0 0 0 0,1 0 0 0 0,-1 1-35 0 0,1 0-1 0 0,-1 0 1 0 0,0 0 0 0 0,1 1 0 0 0,-1-1-1 0 0,0 0 1 0 0,0 0 0 0 0,0 1 0 0 0,0-1-1 0 0,0 0 1 0 0,1 4 0 0 0,1-1 30 0 0,-1 0-35 0 0,-1 0 0 0 0,1 1 0 0 0,-1-1 0 0 0,1 1 0 0 0,-1-1 0 0 0,0 1 1 0 0,-1-1-1 0 0,1 1 0 0 0,-1 0 0 0 0,0-1 0 0 0,-1 8 0 0 0,1-2 6 0 0,-2 19-26 0 0,0-1 0 0 0,-2 1 1 0 0,-2-1-1 0 0,-13 41 1 0 0,12-47-49 0 0,-1-1 0 0 0,-1 0 1 0 0,-1 0-1 0 0,-1-1 0 0 0,0-1 1 0 0,-2 0-1 0 0,0-1 0 0 0,-1 0 1 0 0,-24 23-1 0 0,15-19 43 0 0,-2-1 1 0 0,-1-2-1 0 0,0 0 1 0 0,-1-1-1 0 0,-1-2 1 0 0,-31 14-1 0 0,-209 81 586 0 0,233-94-261 0 0,32-16 348 0 0,10 1-533 0 0,95 29 243 0 0,11 3-103 0 0,-77-19-43 0 0,-1 1 0 0 0,51 32 0 0 0,-63-33-134 0 0,0 1 1 0 0,-2 1-1 0 0,0 0 0 0 0,26 30 1 0 0,-41-39-128 0 0,0 0 0 0 0,0 0 0 0 0,0 0 1 0 0,-1 1-1 0 0,0 0 0 0 0,-1 0 0 0 0,7 19 0 0 0,-10-23 0 0 0,0 0 0 0 0,1 0 0 0 0,-2 0-1 0 0,1 0 1 0 0,-1 0 0 0 0,1 0-1 0 0,-2 0 1 0 0,1 0 0 0 0,0 0-1 0 0,-1 0 1 0 0,0 0 0 0 0,0 0-1 0 0,0 0 1 0 0,-1 0 0 0 0,0-1-1 0 0,0 1 1 0 0,-4 7 0 0 0,0-4-44 0 0,-1 0-1 0 0,1 0 1 0 0,-2-1 0 0 0,1 0 0 0 0,-1 0 0 0 0,0-1-1 0 0,0 0 1 0 0,-1 0 0 0 0,1-1 0 0 0,-14 6 0 0 0,-3-1-132 0 0,1 0 0 0 0,-45 11 0 0 0,17-10-185 0 0,-1-2 0 0 0,1-3 0 0 0,-1-2 0 0 0,-65-2 0 0 0,63-4 371 0 0,-120-4-3956 0 0,126 2-1277 0 0,-75-16 0 0 0,72 5-1624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38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667 49 5889 0 0,'-8'-20'8923'0'0,"-5"-9"92"0"0,22 35-8731 0 0,136 92 725 0 0,-33-11 362 0 0,-89-67-957 0 0,-1 1 0 0 0,33 41 0 0 0,-46-50-302 0 0,0 1 0 0 0,0 0 0 0 0,-2 1 0 0 0,1 0 1 0 0,-2 0-1 0 0,9 28 0 0 0,-12-31-112 0 0,0 1 0 0 0,-1 0 0 0 0,-1 0 1 0 0,0 0-1 0 0,-1 0 0 0 0,0 0 0 0 0,-1 0 0 0 0,0 0 1 0 0,-1 0-1 0 0,-3 11 0 0 0,2-10 1 0 0,-2 0-1 0 0,0 0 1 0 0,0 0-1 0 0,-1-1 1 0 0,0 0-1 0 0,-1-1 1 0 0,-1 1 0 0 0,0-1-1 0 0,0-1 1 0 0,-1 1-1 0 0,-1-1 1 0 0,0-1-1 0 0,0 0 1 0 0,0 0 0 0 0,-1-1-1 0 0,-1-1 1 0 0,1 1-1 0 0,-1-2 1 0 0,0 0-1 0 0,-1 0 1 0 0,-24 7 0 0 0,2-4 264 0 0,-66 7 0 0 0,-38-5 83 0 0,69-7-75 0 0,-83 15-1 0 0,124-13-319 0 0,0 2-1 0 0,0 0 1 0 0,1 2-1 0 0,-53 27 1 0 0,67-30-284 0 0,1 1-1 0 0,0 1 1 0 0,1 0-1 0 0,0 0 1 0 0,0 2 0 0 0,1-1-1 0 0,1 1 1 0 0,-1 1 0 0 0,2 0-1 0 0,0 0 1 0 0,-12 21-1 0 0,18-27-236 0 0,0 1-1 0 0,0-1 0 0 0,-1 9 1 0 0,1 7-4706 0 0,6-14-2840 0 0,11 16 794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39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1197 4608 0 0,'-4'-31'9598'0'0,"1"12"-6226"0"0,0 12-1556 0 0,-18-24 600 0 0,15 27-1627 0 0,4 2-590 0 0,0 1-146 0 0,1 0 0 0 0,0 0 0 0 0,-1 0 0 0 0,1 1 0 0 0,-1-1 0 0 0,1 0 0 0 0,-1 1 0 0 0,0-1 0 0 0,1 1 0 0 0,-1-1 0 0 0,1 1 0 0 0,-1 0 0 0 0,0 0 0 0 0,1 0 0 0 0,-1 0 0 0 0,0 0 0 0 0,1 0 0 0 0,-1 0 0 0 0,0 0 1 0 0,-1 1-1 0 0,-7 3-7 0 0,1-1 1 0 0,-1 1 0 0 0,1 1-1 0 0,1 0 1 0 0,-1 0 0 0 0,1 1-1 0 0,-10 8 1 0 0,7-4-29 0 0,0 1 0 0 0,1 1 0 0 0,0 0 0 0 0,0 0-1 0 0,2 1 1 0 0,0 0 0 0 0,0 1 0 0 0,1 0 0 0 0,1 0 0 0 0,0 0 0 0 0,-7 27 0 0 0,10-26 14 0 0,0-1 0 0 0,0 1-1 0 0,2 0 1 0 0,0 0 0 0 0,0 0 0 0 0,1 0 0 0 0,1 0 0 0 0,1 0 0 0 0,0-1 0 0 0,1 1 0 0 0,0 0-1 0 0,8 18 1 0 0,-10-28-3 0 0,1-1 0 0 0,1 1 0 0 0,-1 0 0 0 0,1 0-1 0 0,0-1 1 0 0,0 1 0 0 0,0-1 0 0 0,1 0 0 0 0,-1 0 0 0 0,1 0-1 0 0,0-1 1 0 0,0 1 0 0 0,0-1 0 0 0,1 0 0 0 0,7 4 0 0 0,-5-6 169 0 0,10-3 16 0 0,-16 1-203 0 0,-1 1 1 0 0,1 0-1 0 0,-1 0 0 0 0,1 0 0 0 0,-1 0 0 0 0,1 0 0 0 0,-1 0 0 0 0,1-1 0 0 0,-1 1 1 0 0,1 0-1 0 0,-1 0 0 0 0,1-1 0 0 0,-1 1 0 0 0,1 0 0 0 0,-1-1 0 0 0,0 1 0 0 0,1-1 1 0 0,0 0-1 0 0,5-5 30 0 0,0 0 0 0 0,-1 0 0 0 0,0-1-1 0 0,0 0 1 0 0,0 0 0 0 0,0 0 0 0 0,6-16 0 0 0,-6 9 17 0 0,0 0-1 0 0,-1 0 0 0 0,0-1 1 0 0,1-15-1 0 0,-2-6 34 0 0,-1 0 0 0 0,-2 0-1 0 0,-4-40 1 0 0,-52-282 172 0 0,-34 6 5 0 0,40 199-245 0 0,-22-92 125 0 0,69 234-171 0 0,1-1 0 0 0,1 0 1 0 0,0 1-1 0 0,0-1 0 0 0,1 0 0 0 0,2-16 0 0 0,-1 26-22 0 0,-1-1 0 0 0,1 1 0 0 0,0-1 0 0 0,-1 0 0 0 0,1 1 0 0 0,1 0 0 0 0,-1-1-1 0 0,0 1 1 0 0,0 0 0 0 0,1-1 0 0 0,-1 1 0 0 0,1 0 0 0 0,0 0 0 0 0,3-2 0 0 0,-3 2-41 0 0,1 1 0 0 0,-1-1 0 0 0,1 1 0 0 0,-1 0 0 0 0,1 0-1 0 0,-1 0 1 0 0,1 1 0 0 0,0-1 0 0 0,-1 1 0 0 0,1-1 0 0 0,0 1 0 0 0,0 0 0 0 0,0 0 0 0 0,-1 0 0 0 0,1 0 0 0 0,5 2 0 0 0,5 0-765 0 0,0 1 0 0 0,0 1 1 0 0,0 0-1 0 0,19 9 0 0 0,50 33-3949 0 0,-53-29 3694 0 0,81 48-3399 0 0,17 9-3450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41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0 179 3240 0 0,'3'-2'5393'0'0,"14"-8"5144"0"0,-14 10-9684 0 0,10 1-218 0 0,-10-1 992 0 0,-1 46-804 0 0,3 328 985 0 0,0-1-1217 0 0,30 2 16 0 0,-32-352-550 0 0,2-1 0 0 0,7 24 0 0 0,-5-35-36 0 0,-7-10-22 0 0,1-1-1 0 0,-1 1 0 0 0,0-1 0 0 0,1 0 0 0 0,-1 1 1 0 0,0-1-1 0 0,0 1 0 0 0,1-1 0 0 0,-1 1 1 0 0,0-1-1 0 0,0 1 0 0 0,0-1 0 0 0,0 1 1 0 0,1-1-1 0 0,-1 1 0 0 0,0-1 0 0 0,0 1 1 0 0,0-1-1 0 0,0 1 0 0 0,3-1 1 0 0,11-3-33 0 0,-13 2 32 0 0,-1 1 1 0 0,1 0-1 0 0,-1 0 1 0 0,1 0 0 0 0,-1 0-1 0 0,0 0 1 0 0,1-1-1 0 0,-1 1 1 0 0,1 0-1 0 0,-1 0 1 0 0,0-1 0 0 0,1 1-1 0 0,-1 0 1 0 0,0-1-1 0 0,1 1 1 0 0,-1 0-1 0 0,0-1 1 0 0,1 1-1 0 0,-1-1 1 0 0,9-11-17 0 0,0 0-1 0 0,-1-1 0 0 0,-1 0 1 0 0,12-27-1 0 0,-3-9 17 0 0,-3 0-1 0 0,-1 0 1 0 0,8-96 0 0 0,-8-156 204 0 0,-11 209-224 0 0,-1-168 413 0 0,-2 97 215 0 0,2 15-5 0 0,-3 111-461 0 0,3 22-172 0 0,0 11 20 0 0,-1 2-110 0 0,0-9 160 0 0,0 9 266 0 0,1 16-212 0 0,0 8-101 0 0,1 63-65 0 0,34 169 242 0 0,-14-120-71 0 0,-13-75-43 0 0,79 542 1011 0 0,-84-586-981 0 0,15 77 445 0 0,-18-91-516 0 0,1 0 0 0 0,-1 0 1 0 0,0 0-1 0 0,0 0 0 0 0,0 0 0 0 0,1 0 1 0 0,-1 0-1 0 0,0 0 0 0 0,0 0 0 0 0,-1 0 1 0 0,1 2-1 0 0,-1 1 14 0 0,1-1 101 0 0,-3-18-176 0 0,-29-161 130 0 0,-17-297 43 0 0,11 91 22 0 0,32 336-244 0 0,-3 0 0 0 0,-1 0-1 0 0,-26-68 1 0 0,27 97-54 0 0,7 14 186 0 0,-1 9 31 0 0,0 5-52 0 0,0-1 0 0 0,0 1-1 0 0,1 0 1 0 0,0 0 0 0 0,1 0 0 0 0,0 0-1 0 0,2 20 1 0 0,33 321 175 0 0,-21-257-265 0 0,46 320-1607 0 0,-8-141-6739 0 0,-40-226 3984 0 0,28 83 1 0 0,-5-56-4432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44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65 122 848 0 0,'0'0'15074'0'0,"-2"2"-13780"0"0,-8 5 3742 0 0,13 0-5051 0 0,10 27 267 0 0,13 50 1 0 0,-18-31 180 0 0,4 83-1 0 0,-11 55 421 0 0,-1-106-648 0 0,-13 211-72 0 0,5-177-231 0 0,5-4 27 0 0,3-112 75 0 0,0-14-264 0 0,-8-137 451 0 0,4 86-137 0 0,0-5 65 0 0,-19-239 45 0 0,-21-96-58 0 0,40 368 253 0 0,1 0 0 0 0,1 0 0 0 0,3-1 1 0 0,0 1-1 0 0,8-38 0 0 0,-9 71-352 0 0,0 1-1 0 0,0-1 1 0 0,0 0 0 0 0,0 1 0 0 0,1-1 0 0 0,-1 0 0 0 0,0 1-1 0 0,0-1 1 0 0,1 1 0 0 0,-1-1 0 0 0,1 0 0 0 0,-1 1 0 0 0,1-1-1 0 0,-1 1 1 0 0,0-1 0 0 0,1 1 0 0 0,0-1 0 0 0,1 0 5 0 0,-1-1 228 0 0,9 20-153 0 0,-6-11-76 0 0,-1-1 0 0 0,0 1 0 0 0,0 0 0 0 0,0 0 0 0 0,-1 0 0 0 0,0 0 0 0 0,1 11 0 0 0,21 309 156 0 0,-5 145 95 0 0,-8-218-1843 0 0,-2-1-5341 0 0,-8-216 4061 0 0,2 0 0 0 0,10 51 0 0 0,6-20-5434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48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896 44 6553 0 0,'99'23'10875'0'0,"-1"5"-6846"0"0,96 22-2271 0 0,-141-41-1429 0 0,66 14 411 0 0,-99-18-567 0 0,0 2-1 0 0,0 0 0 0 0,33 17 1 0 0,-43-18-103 0 0,0 0-1 0 0,-1 1 1 0 0,0 0 0 0 0,0 0 0 0 0,-1 1 0 0 0,0 0 0 0 0,0 1 0 0 0,8 12 0 0 0,-6-7-8 0 0,-2 0-1 0 0,1 1 1 0 0,-2 1 0 0 0,0-1-1 0 0,5 18 1 0 0,-3 0-94 0 0,-2 0 0 0 0,-1 1-1 0 0,-1 0 1 0 0,-2 0 0 0 0,-1 35 0 0 0,-3-5-86 0 0,-3 0-1 0 0,-2-1 1 0 0,-17 70 0 0 0,13-92 70 0 0,-2 0 0 0 0,-1-2 0 0 0,-2 1 0 0 0,-2-2-1 0 0,-36 63 1 0 0,42-85 71 0 0,-1 0-1 0 0,0 0 0 0 0,-1-1 0 0 0,0-1 0 0 0,-2 0 1 0 0,1-1-1 0 0,-2-1 0 0 0,1 0 0 0 0,-2-1 0 0 0,0-1 1 0 0,0 0-1 0 0,0-1 0 0 0,-1-1 0 0 0,-26 7 1 0 0,14-6 83 0 0,0-3 0 0 0,-1 0 1 0 0,0-2-1 0 0,1-1 0 0 0,-1-1 0 0 0,0-2 1 0 0,0-1-1 0 0,-41-8 0 0 0,28 2-26 0 0,0-3-1 0 0,1-2 0 0 0,1-1 0 0 0,0-3 0 0 0,1-1 0 0 0,1-2 0 0 0,-44-28 0 0 0,23 8-55 0 0,2-3 0 0 0,2-3 0 0 0,-83-83-1 0 0,105 91 12 0 0,2-1-1 0 0,2-2 0 0 0,1 0 1 0 0,2-3-1 0 0,-41-83 0 0 0,51 85-24 0 0,2 0-1 0 0,1-1 0 0 0,2-1 1 0 0,2 0-1 0 0,2 0 0 0 0,-6-85 1 0 0,14 95 111 0 0,1-1 1 0 0,1 1-1 0 0,7-38 1 0 0,-5 58-91 0 0,-1 0 1 0 0,2 0-1 0 0,-1 1 0 0 0,2-1 1 0 0,0 1-1 0 0,0 0 1 0 0,1 0-1 0 0,1 1 0 0 0,0 0 1 0 0,16-20-1 0 0,-18 26-42 0 0,1 0-1 0 0,-1 0 1 0 0,1 1 0 0 0,0-1-1 0 0,0 1 1 0 0,1 1 0 0 0,-1-1-1 0 0,1 1 1 0 0,0 0-1 0 0,0 1 1 0 0,0 0 0 0 0,0 0-1 0 0,0 0 1 0 0,9 0-1 0 0,1 0-138 0 0,1 2 0 0 0,-1 0 0 0 0,0 1 0 0 0,35 6 0 0 0,-13 2-581 0 0,0 2 0 0 0,-1 1 1 0 0,72 35-1 0 0,297 158-11011 0 0,-365-182 10416 0 0,124 65-7141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47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60 6121 0 0,'0'0'7934'0'0,"-5"10"-6148"0"0,2-6-1563 0 0,-6 14 918 0 0,-14 31 0 0 0,17-31-589 0 0,-21 52 1274 0 0,-35 137 0 0 0,47-117-1050 0 0,-6 155 0 0 0,22 92 400 0 0,-1-296-973 0 0,11 171 175 0 0,-8-173-348 0 0,-2-20-2 0 0,4 21-1 0 0,8 27-20 0 0,-10-55 10 0 0,-3-11-16 0 0,0 0 0 0 0,1 0 1 0 0,-1 0-1 0 0,0 0 1 0 0,0-1-1 0 0,1 1 0 0 0,-1 0 1 0 0,1 0-1 0 0,-1 0 0 0 0,0-1 1 0 0,1 1-1 0 0,-1 0 1 0 0,1 0-1 0 0,0-1 0 0 0,-1 1 1 0 0,2 0-1 0 0,2-10-51 0 0,3-9 59 0 0,0-1 0 0 0,-1 0 1 0 0,6-39-1 0 0,3-381 534 0 0,-15 356-378 0 0,1-81-108 0 0,-4-194 176 0 0,-2 255-204 0 0,-9-118 574 0 0,11 164 273 0 0,3 54-543 0 0,-3 13-319 0 0,-10 45 35 0 0,-7 70 0 0 0,-16 740 13 0 0,47-597-933 0 0,-4-138-384 0 0,-3-58-400 0 0,2 35-4903 0 0,-6-92 4906 0 0,1 0-1 0 0,0 0 0 0 0,1-1 1 0 0,5 18-1 0 0,5-2-5976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50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650 54 848 0 0,'0'-20'5229'0'0,"0"16"-1148"0"0,3 1-954 0 0,7-10-1229 0 0,-10 13-1797 0 0,1-1 0 0 0,-1 0-1 0 0,1 1 1 0 0,-1-1 0 0 0,1 1 0 0 0,0-1 0 0 0,-1 1 0 0 0,1-1 0 0 0,-1 1 0 0 0,1-1 0 0 0,0 1 0 0 0,0 0 0 0 0,-1-1-1 0 0,1 1 1 0 0,0 0 0 0 0,0-1 0 0 0,-1 1 0 0 0,1 0 0 0 0,0 0 0 0 0,1 0 0 0 0,0 0 221 0 0,4-2 2 0 0,1 1-1 0 0,-1 0 1 0 0,0 0 0 0 0,0 1-1 0 0,1 0 1 0 0,-1 0 0 0 0,0 0-1 0 0,1 1 1 0 0,-1 0-1 0 0,10 2 1 0 0,13 4 170 0 0,-1 2 0 0 0,0 0 0 0 0,46 23 1 0 0,-28-7 83 0 0,53 37 1 0 0,-68-39-399 0 0,-1 1 1 0 0,-1 1-1 0 0,-2 1 1 0 0,0 1-1 0 0,-2 2 1 0 0,-1 0 0 0 0,-1 2-1 0 0,-1 1 1 0 0,33 68-1 0 0,-38-63-124 0 0,-2 2-1 0 0,-1 0 1 0 0,-2 1 0 0 0,-2 0-1 0 0,-1 0 1 0 0,-3 1-1 0 0,-1 1 1 0 0,-2-1 0 0 0,-2 46-1 0 0,-4-43-35 0 0,-1 0-1 0 0,-2-1 1 0 0,-2 0 0 0 0,-3 0-1 0 0,-18 53 1 0 0,20-72-18 0 0,-1-1 1 0 0,0-1-1 0 0,-2 0 1 0 0,-1 0-1 0 0,0-2 0 0 0,-2 1 1 0 0,0-2-1 0 0,-1 0 1 0 0,-1-1-1 0 0,-37 31 1 0 0,42-40 6 0 0,-2 0 0 0 0,1-1 0 0 0,-1-1 0 0 0,0 0 0 0 0,0-1 0 0 0,-1 0 0 0 0,0-1 0 0 0,0-1 0 0 0,-17 2 0 0 0,11-3 4 0 0,1-1 0 0 0,0-1 0 0 0,0-1 0 0 0,-1-1 0 0 0,1-1 1 0 0,-29-6-1 0 0,17-1 16 0 0,-1 0 1 0 0,2-2 0 0 0,-1-2-1 0 0,2-1 1 0 0,0-1 0 0 0,0-1-1 0 0,2-2 1 0 0,-36-29 0 0 0,19 10 26 0 0,3-3 0 0 0,1-1 0 0 0,2-3 0 0 0,2 0 0 0 0,-57-92 0 0 0,53 64 37 0 0,2-2-1 0 0,3-1 1 0 0,-37-118-1 0 0,53 132 179 0 0,4-1 0 0 0,2-1 0 0 0,-11-115 0 0 0,24 162-262 0 0,1 0 0 0 0,0 0 0 0 0,1-1 0 0 0,1 1 0 0 0,1 0 0 0 0,6-22 0 0 0,-8 32-161 0 0,1 1-1 0 0,0 0 1 0 0,0 1 0 0 0,1-1-1 0 0,-1 0 1 0 0,1 1 0 0 0,0-1-1 0 0,0 1 1 0 0,0 0-1 0 0,1 0 1 0 0,0 0 0 0 0,-1 0-1 0 0,2 1 1 0 0,-1 0-1 0 0,0 0 1 0 0,0 0 0 0 0,1 0-1 0 0,0 0 1 0 0,-1 1 0 0 0,1 0-1 0 0,0 0 1 0 0,0 0-1 0 0,6-1 1 0 0,6 1-1310 0 0,0 1-1 0 0,1 0 1 0 0,-1 1 0 0 0,0 1 0 0 0,31 5-1 0 0,-37-4 1081 0 0,98 17-4222 0 0,33 14-4345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52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7209 0 0,'0'0'11939'0'0,"-5"5"-10629"0"0,-17 16-302 0 0,21-21-962 0 0,1 0 0 0 0,-1 1 0 0 0,1-1 1 0 0,-1 0-1 0 0,1 1 0 0 0,0-1 0 0 0,-1 1 0 0 0,1-1 0 0 0,-1 1 0 0 0,1-1 1 0 0,0 1-1 0 0,0-1 0 0 0,-1 1 0 0 0,1-1 0 0 0,0 1 0 0 0,0-1 1 0 0,-1 2-1 0 0,-6 34 680 0 0,1 1 0 0 0,2 0 1 0 0,2 0-1 0 0,4 75 0 0 0,7-30-27 0 0,22 97 0 0 0,59 132-456 0 0,-28-114-1255 0 0,-2 8-1567 0 0,-13-60-2336 0 0,57 116-3482 0 0,-40-134 491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54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26 8809 0 0,'1'-5'4924'0'0,"3"-16"4519"0"0,-3 33-8928 0 0,-11 200-246 0 0,-6 6-3624 0 0,12 2-7989 0 0,6-157 4843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54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4840 0 0,'12'24'7949'0'0,"-1"-2"-4276"0"0,2 1-1209 0 0,-7-1-812 0 0,2 1-556 0 0,-4 1-500 0 0,-4-3-560 0 0,-4 11-1628 0 0,-4 1-2664 0 0,2-6 987 0 0,-1-10-407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55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6721 0 0,'2'19'6176'0'0,"2"10"-3188"0"0,2 3-971 0 0,-1 12-297 0 0,-1 10-368 0 0,-2 2-280 0 0,-2 5-388 0 0,-2 4-248 0 0,-2 17-364 0 0,-5 7-200 0 0,1 0-424 0 0,-2 6-4152 0 0,-4 1 1351 0 0,5-8-455 0 0,3-9-4125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55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7873 0 0,'9'61'5252'0'0,"0"-5"-2640"0"0,0 6-743 0 0,0 18-369 0 0,3 2-276 0 0,-4-3-344 0 0,0-13-236 0 0,0 14-240 0 0,-2 1-260 0 0,0-3-212 0 0,-1-11-184 0 0,1 13-428 0 0,4 4-3744 0 0,-1-6 1299 0 0,3-3-779 0 0,0-19-3285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56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9601 996 5865 0 0,'-99'-46'9287'0'0,"2"4"-4896"0"0,0 3-2808 0 0,-105-26-1 0 0,93 40-1038 0 0,-145-16 0 0 0,-104 11-285 0 0,64 15-243 0 0,268 14-20 0 0,-1129-85-89 0 0,636 3 149 0 0,412 65-1 0 0,-476-89 399 0 0,-468-75 816 0 0,-324 27-754 0 0,-593 95-1707 0 0,1427 82-274 0 0,186 12-4126 0 0,52 5-2487 0 0,195-24 838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57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9640 353 6505 0 0,'-123'-55'10111'0'0,"61"33"-8009"0"0,-68-16 1 0 0,81 29-1495 0 0,0 1 0 0 0,-75-2 0 0 0,-102 12-48 0 0,207-2-531 0 0,-184 7 271 0 0,-356 0 80 0 0,-317-54-121 0 0,20 0 647 0 0,114 38-41 0 0,1 17-142 0 0,346-2-474 0 0,-1495-56 763 0 0,1595 30-989 0 0,-440-27 135 0 0,1 26-1130 0 0,483 28-599 0 0,1 9-4211 0 0,135-8 1615 0 0,3-3-373 0 0,9-7-3777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58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9816 39 3920 0 0,'6'-1'13208'0'0,"-8"4"-10940"0"0,-13 11-1038 0 0,5-7-1228 0 0,0 0 1 0 0,-16 9 0 0 0,-35 8 341 0 0,0-1 0 0 0,-1-4 0 0 0,-78 15 1 0 0,5-10 4 0 0,-225 10 1 0 0,-136-28 26 0 0,346-7-233 0 0,-1141-2 1088 0 0,1042 3-1054 0 0,-559-2 159 0 0,-2-20-157 0 0,-1055-94 35 0 0,1819 113-217 0 0,-936-68 444 0 0,159 41 192 0 0,581 34-1096 0 0,-335 49 1 0 0,488-37-1292 0 0,-96 30-1 0 0,-78 46-9808 0 0,200-65 3883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59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10112 220 552 0 0,'-72'1'12201'0'0,"-37"-9"-8668"0"0,53 4-2277 0 0,-224-20 1272 0 0,-74-4-1628 0 0,-326 0-299 0 0,-63 41-214 0 0,641-10-307 0 0,-926-16 1038 0 0,3-51-395 0 0,865 53-669 0 0,-744-34 201 0 0,-1121 34 24 0 0,1191 16-13 0 0,-345 9-1446 0 0,1047-9-386 0 0,-209 1-10261 0 0,254-12 4427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0:59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8865 1 1408 0 0,'-31'16'13101'0'0,"-1"4"-8944"0"0,-26 14-2201 0 0,30-21-1559 0 0,-1-1 0 0 0,-1-2-1 0 0,1-1 1 0 0,-48 8 0 0 0,-125 6 228 0 0,-335-16-124 0 0,225-9-373 0 0,-434 35 374 0 0,-1 28 92 0 0,689-56-550 0 0,-1439 49 902 0 0,509-100-625 0 0,-1-25-126 0 0,172 11-128 0 0,189 32-271 0 0,313 31-1291 0 0,3 17-3789 0 0,19 10-3270 0 0,183-19 322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1:02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1034 857 1552 0 0,'-1'-2'1526'0'0,"-3"-23"8300"0"0,3 4-6805 0 0,1-9-1440 0 0,1 20-1454 0 0,0 0 1 0 0,1 1-1 0 0,0-1 1 0 0,0 0-1 0 0,1 0 1 0 0,0 1-1 0 0,1 0 1 0 0,5-11-1 0 0,6-1 125 0 0,1 1 1 0 0,1 0-1 0 0,0 1 1 0 0,2 0-1 0 0,0 2 1 0 0,1 0-1 0 0,0 2 1 0 0,34-20-1 0 0,-12 12 419 0 0,0 1 1 0 0,2 3-1 0 0,79-25 1 0 0,-74 31-324 0 0,1 3 1 0 0,90-9-1 0 0,106 11-83 0 0,-177 7-224 0 0,-45 0-42 0 0,273 0 67 0 0,-209 5-141 0 0,118 19 1 0 0,-176-17-6 0 0,-1 1 0 0 0,-1 1 0 0 0,1 1 0 0 0,-1 2 0 0 0,-1 1 1 0 0,0 1-1 0 0,-1 1 0 0 0,0 1 0 0 0,-1 2 0 0 0,44 37 1 0 0,-23-9-35 0 0,-2 2 0 0 0,45 63 1 0 0,68 116 337 0 0,-80-112 0 0 0,11 12-220 0 0,72 107-264 0 0,-14 9 306 0 0,160 396 415 0 0,-209-365-499 0 0,-71-195 138 0 0,80 258-91 0 0,94 524 0 0 0,-129-370 0 0 0,-5-24 274 0 0,-2-98-401 0 0,30 177 225 0 0,-4 290 532 0 0,-31 223-829 0 0,-48-620 182 0 0,21 345-190 0 0,-24-697 173 0 0,48 412 2 0 0,32 89 15 0 0,5 132-94 0 0,-56 6-122 0 0,-53-188 108 0 0,-18-1 40 0 0,20-338 136 0 0,-58 708-38 0 0,38-574 48 0 0,-15 176 41 0 0,36-347-3 0 0,-10 138 16 0 0,-2 155 69 0 0,5-117-86 0 0,8-226-82 0 0,-27 111-1 0 0,4-76 63 0 0,-7-2-1 0 0,-61 143 1 0 0,48-162 257 0 0,-71 120 0 0 0,84-176-228 0 0,-3-2 0 0 0,-3-2 0 0 0,-61 65 0 0 0,-122 97-64 0 0,196-197-7 0 0,-3-1 0 0 0,0-3 0 0 0,-1 0 1 0 0,-82 37-1 0 0,101-55-18 0 0,-1 0 0 0 0,0-2 0 0 0,-1-1-1 0 0,1 0 1 0 0,-1-2 0 0 0,0 0 0 0 0,0-1 0 0 0,-25-2 0 0 0,17-2 21 0 0,0-2 0 0 0,-1 0-1 0 0,1-2 1 0 0,1-2 0 0 0,-39-14 0 0 0,22 3 1 0 0,2-2 1 0 0,0-1 0 0 0,2-3 0 0 0,0-2 0 0 0,-53-45 0 0 0,-173-179 178 0 0,153 127-86 0 0,-135-187-1 0 0,38 9-32 0 0,56 81-16 0 0,-445-771-287 0 0,258 266-80 0 0,210 432 34 0 0,-163-440-130 0 0,46-17 218 0 0,174 497 71 0 0,36 116 48 0 0,-133-568 321 0 0,93 256 142 0 0,69 370-329 0 0,-33-257 140 0 0,3-120 59 0 0,14-136-19 0 0,25 124-73 0 0,10 128-185 0 0,-6 141 16 0 0,-1-252 152 0 0,-10-40-133 0 0,6-79-30 0 0,3 522-35 0 0,4-278-27 0 0,14-155 160 0 0,1 37 55 0 0,-3-7-211 0 0,-15 430 9 0 0,39-708-320 0 0,152-480 701 0 0,-106 793-53 0 0,46-197 112 0 0,-48 232-210 0 0,14-8-210 0 0,-93 369-7 0 0,119-403 153 0 0,30 11 58 0 0,5 80 52 0 0,-125 271-198 0 0,1 2 0 0 0,78-98 0 0 0,-85 124-218 0 0,1 1 1 0 0,2 2-1 0 0,56-44 1 0 0,-65 58-166 0 0,2 2 0 0 0,0 0 0 0 0,0 2 0 0 0,1 0 0 0 0,1 2 0 0 0,47-15 0 0 0,-40 18-1325 0 0,0 2 1 0 0,1 1 0 0 0,65-1-1 0 0,100 18-3991 0 0,-16 13 1057 0 0,13 11-4143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27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453 148 1088 0 0,'2'-3'9886'0'0,"6"-8"-7018"0"0,-5 8-1273 0 0,0 2-434 0 0,10-3-188 0 0,-9 3-222 0 0,0 1-162 0 0,0 0-438 0 0,-2-1-111 0 0,-1 1 1 0 0,0 0 0 0 0,1 0-1 0 0,-1-1 1 0 0,0 1 0 0 0,1 0-1 0 0,-1 1 1 0 0,0-1-1 0 0,1 0 1 0 0,-1 0 0 0 0,0 0-1 0 0,1 1 1 0 0,-1-1 0 0 0,0 1-1 0 0,2 0 1 0 0,71 22 815 0 0,-45-15-531 0 0,0 2-1 0 0,-1 0 0 0 0,32 17 0 0 0,-52-22-257 0 0,-1-1 1 0 0,0 1 0 0 0,-1 0 0 0 0,1 0 0 0 0,8 10-1 0 0,-12-11-39 0 0,1 0 0 0 0,-2 0 0 0 0,1 0 0 0 0,0 0 0 0 0,-1 1 0 0 0,0-1 0 0 0,0 1 0 0 0,0-1 0 0 0,0 1 0 0 0,1 9 0 0 0,-2-1 24 0 0,1 0 0 0 0,-2 0-1 0 0,0 0 1 0 0,-1 0-1 0 0,0 0 1 0 0,-1 0-1 0 0,0-1 1 0 0,-5 16 0 0 0,1-9 36 0 0,-1 1 1 0 0,-1-1 0 0 0,0 0 0 0 0,-17 25-1 0 0,17-32-68 0 0,0 0 0 0 0,-1-1 0 0 0,0 0-1 0 0,0 0 1 0 0,-2-1 0 0 0,1-1-1 0 0,-1 0 1 0 0,0 0 0 0 0,-1-1-1 0 0,-14 8 1 0 0,17-12-11 0 0,1 0 0 0 0,-1 0 0 0 0,0-1 1 0 0,1-1-1 0 0,-1 1 0 0 0,-1-1 0 0 0,1-1 0 0 0,0 0 0 0 0,0 0 0 0 0,-1-1 1 0 0,1 0-1 0 0,0 0 0 0 0,0-1 0 0 0,-1 0 0 0 0,1-1 0 0 0,-14-4 1 0 0,0-3 22 0 0,1-1 1 0 0,0 0 0 0 0,0-2 0 0 0,1-1 0 0 0,0 0 0 0 0,1-2 0 0 0,-32-29 0 0 0,13 5-79 0 0,2-1 0 0 0,-46-64 0 0 0,70 85 97 0 0,0-1-1 0 0,1-1 1 0 0,0 0 0 0 0,2-1 0 0 0,1 0-1 0 0,1-1 1 0 0,-6-25 0 0 0,12 41-31 0 0,1 0 1 0 0,0 0 0 0 0,0-1-1 0 0,1 1 1 0 0,0 0-1 0 0,0 0 1 0 0,1-1-1 0 0,0 1 1 0 0,0 0 0 0 0,0 0-1 0 0,1 0 1 0 0,3-7-1 0 0,-3 9-33 0 0,0 1-1 0 0,1-1 1 0 0,0 1 0 0 0,-1-1-1 0 0,2 1 1 0 0,-1 0-1 0 0,0 0 1 0 0,1 0 0 0 0,0 0-1 0 0,0 1 1 0 0,0-1-1 0 0,0 1 1 0 0,0 0-1 0 0,1 1 1 0 0,-1-1 0 0 0,10-3-1 0 0,-5 3-39 0 0,1 0-1 0 0,0 1 1 0 0,0 0 0 0 0,0 0-1 0 0,1 2 1 0 0,-1-1 0 0 0,0 1-1 0 0,0 0 1 0 0,0 1 0 0 0,17 3-1 0 0,3 3-200 0 0,-1 1-1 0 0,39 16 0 0 0,-10 1-2160 0 0,80 49 1 0 0,-122-64 1872 0 0,245 148-7414 0 0,-122-72 964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36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87 40 0 0,'0'0'4186'0'0,"3"-7"-3022"0"0,8-23 129 0 0,-8 23 2582 0 0,-2 3-2555 0 0,0-12-132 0 0,0 12 443 0 0,-2 1-1079 0 0,-1-13 5731 0 0,9 20-6174 0 0,21 12-9 0 0,-21-12 16 0 0,-5-2-18 0 0,6 7-11 0 0,-5-6 8 0 0,-2-1-19 0 0,9 27 110 0 0,-10-26-141 0 0,0 2-22 0 0,1 49 24 0 0,2-19-24 0 0,13 57 0 0 0,-10-68-32 0 0,-1 1 0 0 0,-2 1 0 0 0,0-1 0 0 0,-1 32 0 0 0,-14 137 87 0 0,-12 317 428 0 0,27-253-813 0 0,-6-173 271 0 0,-15 87 0 0 0,-1-64 12 0 0,-47 148 0 0 0,45-178 162 0 0,3 0 0 0 0,-11 121 0 0 0,9 165-237 0 0,23-148 94 0 0,1-43 8 0 0,-5 285 210 0 0,16 270 86 0 0,1-425-440 0 0,7 165 18 0 0,-15-270 467 0 0,4 213-214 0 0,-30-6-105 0 0,12-341 57 0 0,-35 293 285 0 0,30-201-596 0 0,7-84 112 0 0,-2 177 144 0 0,3-82 203 0 0,7 469-186 0 0,13-329 236 0 0,-14-256-233 0 0,17 164-3 0 0,-7-83-226 0 0,16 153 40 0 0,5 54 352 0 0,58 837 135 0 0,-15-367-190 0 0,-65-684-248 0 0,8 89-22 0 0,8 81-156 0 0,32 402 1117 0 0,-37-53-682 0 0,6 85-1379 0 0,5-288 1178 0 0,6 78 142 0 0,-22 1 342 0 0,-61 160-264 0 0,34-611-173 0 0,-37 327-56 0 0,28 0-264 0 0,50 360 633 0 0,-25-654-296 0 0,14 160 26 0 0,-19-237-205 0 0,-2-14-450 0 0,1-1-1 0 0,1 1 1 0 0,0-1-1 0 0,4 14 1 0 0,2-40-11361 0 0,27-78 4886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44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796 19 2384 0 0,'-2'-1'5863'0'0,"-2"-2"-3344"0"0,2 1-1047 0 0,-1 0 0 0 0,1 0 1 0 0,-1 0-1 0 0,0 1 0 0 0,1-1 0 0 0,-7-2 0 0 0,4 7-974 0 0,5-3-495 0 0,-5 2 116 0 0,0 0 0 0 0,0 1 0 0 0,0-1 0 0 0,0 1 0 0 0,0 1-1 0 0,1-1 1 0 0,0 0 0 0 0,-7 8 0 0 0,-6 12 205 0 0,1 1 0 0 0,-19 38 1 0 0,-20 57-45 0 0,44-95-229 0 0,6-14-15 0 0,-42 86-136 0 0,41-86 53 0 0,0 0 0 0 0,-1-1 0 0 0,0 0 0 0 0,0 0 0 0 0,-1 0 0 0 0,-1-1 0 0 0,-9 7 0 0 0,-6 5-12 0 0,6-10 12 0 0,12-7 32 0 0,-6 2 0 0 0,9-4-1 0 0,0 1 17 0 0,-11 4 10 0 0,10-5 1439 0 0,13-1-1307 0 0,30 1-22 0 0,-34-1-109 0 0,-1 1 0 0 0,1 0 0 0 0,0 0 0 0 0,-1 0 0 0 0,1 0 0 0 0,-1 1 0 0 0,1 0-1 0 0,-1 0 1 0 0,0 0 0 0 0,5 3 0 0 0,6 4 20 0 0,2 0 17 0 0,-1 0 0 0 0,-1 1 0 0 0,0 1 0 0 0,24 21-1 0 0,-31-24 0 0 0,0 1-1 0 0,0-1 0 0 0,-1 1 0 0 0,0 1 0 0 0,-1-1 0 0 0,0 1 0 0 0,0 0 1 0 0,7 19-1 0 0,-11-24-27 0 0,-1-4-16 0 0,-1 0 0 0 0,0 0 0 0 0,1 0 0 0 0,-1 0 0 0 0,1-1 0 0 0,-1 1 0 0 0,0 0 1 0 0,0 0-1 0 0,0 0 0 0 0,1 0 0 0 0,-1 0 0 0 0,0 0 0 0 0,-1 2 0 0 0,0 16-4 0 0,1-17-20 0 0,-1 0 0 0 0,1 0 0 0 0,-1 0 1 0 0,0 0-1 0 0,1-1 0 0 0,-1 1 0 0 0,0 0 0 0 0,0 0 0 0 0,0-1 1 0 0,0 1-1 0 0,-1-1 0 0 0,1 1 0 0 0,0-1 0 0 0,-1 0 0 0 0,1 1 0 0 0,-1-1 1 0 0,1 0-1 0 0,-1 0 0 0 0,0 0 0 0 0,1 0 0 0 0,-1 0 0 0 0,-2 1 1 0 0,-2-1-47 0 0,0 1 0 0 0,0 0 0 0 0,1-1 1 0 0,-1 0-1 0 0,-10 0 0 0 0,-3-1-34 0 0,0-1-1 0 0,0 0 0 0 0,0-1 1 0 0,-19-6-1 0 0,-71-22-695 0 0,106 29 764 0 0,-165-55-3707 0 0,115 36-2194 0 0,-55-29 0 0 0,72 28 491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44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36 1448 0 0,'-1'-3'7400'0'0,"-15"-29"8154"0"0,22 37-15250 0 0,96 95 74 0 0,-44-41-237 0 0,-45-47-33 0 0,-1 2 1 0 0,0-1-1 0 0,-2 2 1 0 0,1-1-1 0 0,15 31 1 0 0,-26-44-98 0 0,0 0 1 0 0,1 0 0 0 0,-1 0-1 0 0,0 0 1 0 0,1 0 0 0 0,-1 0 0 0 0,0 1-1 0 0,0-1 1 0 0,0 0 0 0 0,0 0-1 0 0,0 0 1 0 0,0 0 0 0 0,0 0-1 0 0,0 0 1 0 0,-1 2 0 0 0,0 0 17 0 0,2-1-23 0 0,-1 0 0 0 0,0-1 1 0 0,0 1-1 0 0,-1-1 0 0 0,1 1 0 0 0,0 0 1 0 0,-1-1-1 0 0,1 1 0 0 0,-1-1 0 0 0,1 1 1 0 0,-1 0-1 0 0,0-1 0 0 0,0 2 1 0 0,-2 2 15 0 0,1-1-7 0 0,0-1 0 0 0,0 0 0 0 0,0 0 0 0 0,-1 1 1 0 0,1-1-1 0 0,-1-1 0 0 0,0 1 0 0 0,0 0 0 0 0,0-1 0 0 0,0 1 0 0 0,0-1 1 0 0,-1 0-1 0 0,1 0 0 0 0,-6 2 0 0 0,-6 2-114 0 0,1 0 1 0 0,-19 3-1 0 0,27-8 49 0 0,-23 6-816 0 0,-1-1 0 0 0,0-2 0 0 0,0-2 1 0 0,-46 0-1 0 0,23-5-4916 0 0,-90-17 1 0 0,69 4-1650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45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4624 0 0,'73'22'10422'0'0,"-1"4"-5495"0"0,139 68-1076 0 0,-169-73-3247 0 0,0 3 0 0 0,56 40 0 0 0,-94-60-540 0 0,1 0 0 0 0,0 0 0 0 0,-1 1 0 0 0,0-1 0 0 0,0 1 0 0 0,0 0 0 0 0,-1 1 0 0 0,1-1 0 0 0,-1 1 0 0 0,-1-1 0 0 0,1 1 0 0 0,2 7 0 0 0,-5-11-59 0 0,1 0-1 0 0,-1 0 1 0 0,1-1 0 0 0,-1 1 0 0 0,0 0 0 0 0,1 0-1 0 0,-1-1 1 0 0,0 1 0 0 0,0 0 0 0 0,-1 0 0 0 0,1-1-1 0 0,-1 3 1 0 0,0 4-5 0 0,0 3-20 0 0,-1 0 1 0 0,0-1-1 0 0,0 0 1 0 0,-2 1-1 0 0,1-1 1 0 0,-1 0-1 0 0,0 0 1 0 0,-1-1-1 0 0,0 1 1 0 0,-7 8-1 0 0,0-1-730 0 0,0-2 0 0 0,-1 1 0 0 0,-1-2 0 0 0,-22 19 0 0 0,31-28-128 0 0,-1 0 0 0 0,1-1 0 0 0,-1 1 0 0 0,0-1 0 0 0,0-1-1 0 0,0 1 1 0 0,-1-1 0 0 0,1 0 0 0 0,-1 0 0 0 0,0-1-1 0 0,0 0 1 0 0,0 0 0 0 0,-11 1 0 0 0,-12-5-6633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45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5657 0 0,'0'0'7892'0'0,"-22"5"-5548"0"0,13 7-9200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46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7337 0 0,'0'0'14646'0'0,"2"9"-14350"0"0,6 27-40 0 0,-6-28 2 0 0,-5 12 156 0 0,1-14-345 0 0,1-3-12 0 0,0 1 0 0 0,0-1 0 0 0,0 0 0 0 0,0 0 0 0 0,-1 1-1 0 0,0-1 1 0 0,-2 4 0 0 0,0-1 28 0 0,2-3-194 0 0,-1 0 0 0 0,1 0 0 0 0,0 0 1 0 0,-1 0-1 0 0,0-1 0 0 0,0 1 0 0 0,0-1 1 0 0,-5 3-1 0 0,-11 11-8404 0 0,10-7 4100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46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17 4112 0 0,'0'0'6517'0'0,"-4"-17"5572"0"0,-2 66-12049 0 0,0-23-104 0 0,0 3-508 0 0,1 0-4024 0 0,-1 2 1355 0 0,0-2-635 0 0,0-2-3773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47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10 1488 0 0,'0'0'8309'0'0,"12"-9"5500"0"0,-35 69-13257 0 0,7-35-320 0 0,-1 6-280 0 0,-5-1-388 0 0,2 5-916 0 0,1-4-3348 0 0,2-8 1347 0 0,5-9-463 0 0,3-6-4109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48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12 5056 0 0,'0'-12'12439'0'0,"1"19"-8231"0"0,0 33-6456 0 0,0-20 3380 0 0,13 140 4 0 0,-4-57-600 0 0,-2 458 122 0 0,-10-328-594 0 0,1-5 135 0 0,1 195-483 0 0,3 66 525 0 0,-5 698-555 0 0,-79 163 1025 0 0,69-1240-539 0 0,-81 642-427 0 0,27-274-1029 0 0,38-273-2534 0 0,-28 124-2113 0 0,12-80 4587 0 0,28-150 2406 0 0,-37 331 3897 0 0,51 42-1290 0 0,18 0-1172 0 0,-13-401-2201 0 0,0 373 771 0 0,-5-228-851 0 0,41 296 515 0 0,-6-317 47 0 0,-4-14-206 0 0,7 47-1495 0 0,-31-211 989 0 0,-1-4-3640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50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1 5312 0 0,'14'28'10303'0'0,"-13"-26"-8678"0"0,-1 1-941 0 0,4 20 592 0 0,1-1 0 0 0,0 0 0 0 0,14 32 1 0 0,-8-24-926 0 0,-2 0 0 0 0,-1 1 0 0 0,-1 0 0 0 0,5 51 0 0 0,-11-66-342 0 0,0 0 0 0 0,-1-1 0 0 0,-1 1 0 0 0,-1-1 0 0 0,0 1 0 0 0,-1-1 0 0 0,0 0 0 0 0,-2 0 0 0 0,-6 17 0 0 0,8-24-82 0 0,-1 0 0 0 0,-1 1-1 0 0,1-2 1 0 0,-1 1 0 0 0,-1 0 0 0 0,1-1-1 0 0,-1 0 1 0 0,0-1 0 0 0,-1 1-1 0 0,0-1 1 0 0,0 0 0 0 0,0-1-1 0 0,-1 1 1 0 0,1-2 0 0 0,-1 1-1 0 0,-17 6 1 0 0,12-7-552 0 0,0 0 0 0 0,0-1 0 0 0,0 0 0 0 0,0-1 0 0 0,-1-1-1 0 0,1 0 1 0 0,-1-1 0 0 0,-15-2 0 0 0,5-1-1571 0 0,-1-1 0 0 0,1-1 0 0 0,-35-12 0 0 0,-7-8-4262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51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2 2112 0 0,'0'0'7090'0'0,"8"0"-2501"0"0,-6-1-4321 0 0,4 1 181 0 0,1 0-1 0 0,-1 0 1 0 0,0 0-1 0 0,1 1 1 0 0,-1 0-1 0 0,0 0 1 0 0,0 1-1 0 0,7 2 1 0 0,16 9 648 0 0,0 1 1 0 0,-1 1 0 0 0,41 31 0 0 0,71 68 268 0 0,-77-61-857 0 0,-60-51-503 0 0,147 131 755 0 0,-133-116-678 0 0,-1 1 1 0 0,-1 0 0 0 0,0 1 0 0 0,-2 1 0 0 0,0 0 0 0 0,13 30 0 0 0,-22-41-99 0 0,-1 0 1 0 0,-1 0 0 0 0,1 1 0 0 0,-2-1-1 0 0,1 1 1 0 0,-1-1 0 0 0,-1 15 0 0 0,-3-17-75 0 0,1-3 77 0 0,-1 0-1 0 0,0 0 1 0 0,0 0-1 0 0,0-1 1 0 0,-1 1-1 0 0,1-1 1 0 0,-1 0-1 0 0,0 0 1 0 0,0-1-1 0 0,0 1 1 0 0,0-1-1 0 0,0 1 1 0 0,-7 1-1 0 0,0-1-6 0 0,0-1 0 0 0,0 0 0 0 0,0-1 0 0 0,0-1 0 0 0,0 1 0 0 0,0-2 0 0 0,-14-1 0 0 0,-74-17-33 0 0,30 0 32 0 0,1-3-1 0 0,1-3 0 0 0,-114-59 1 0 0,147 64 43 0 0,1-1 0 0 0,-42-34 1 0 0,67 49 14 0 0,0-1 1 0 0,1 1-1 0 0,0-1 1 0 0,0-1 0 0 0,0 1-1 0 0,1-1 1 0 0,0 0-1 0 0,-8-18 1 0 0,13 20-342 0 0,1-13-132 0 0,0 19 390 0 0,0-1 0 0 0,0 0 0 0 0,0 1 1 0 0,0-1-1 0 0,0 1 0 0 0,0-1 0 0 0,0 0 0 0 0,0 1 0 0 0,0-1 1 0 0,1 1-1 0 0,-1-1 0 0 0,0 1 0 0 0,1-1 0 0 0,-1 1 1 0 0,0-1-1 0 0,1 0 0 0 0,18-24-1924 0 0,-1 4-3974 0 0,26-21 1 0 0,-18 18-1413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51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14 6849 0 0,'0'0'6976'0'0,"-8"-14"1397"0"0,-13 36-7361 0 0,9-2-260 0 0,-3 5-336 0 0,6 2-240 0 0,-3 9-432 0 0,2 3-232 0 0,8-4-1028 0 0,-4 0-3120 0 0,8-2 1351 0 0,2-7-567 0 0,2-7-3909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52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 2624 0 0,'0'0'18060'0'0,"11"0"-16893"0"0,32 4-190 0 0,-41-3-915 0 0,0-1 0 0 0,0 1 0 0 0,0-1 0 0 0,-1 1 0 0 0,1 0 1 0 0,0 0-1 0 0,-1-1 0 0 0,1 1 0 0 0,-1 0 0 0 0,1 0 0 0 0,-1 1 0 0 0,1-1 0 0 0,-1 0 0 0 0,1 0 0 0 0,-1 1 0 0 0,0-1 0 0 0,0 1 0 0 0,0-1 0 0 0,0 1 0 0 0,1 2 1 0 0,1 1 81 0 0,5 9 102 0 0,0 1-1 0 0,-1 0 1 0 0,-1 0-1 0 0,-1 0 1 0 0,7 30 0 0 0,7 84 137 0 0,-15-96-378 0 0,12 65-42 0 0,-9-58-125 0 0,-1 0-1 0 0,-2 0 1 0 0,-1 47 0 0 0,-3-79 108 0 0,-1 0-1 0 0,0-1 1 0 0,-1 1-1 0 0,1-1 1 0 0,-1 1 0 0 0,-1-1-1 0 0,1 0 1 0 0,-1 0-1 0 0,-1 0 1 0 0,1 0-1 0 0,-8 9 1 0 0,5-7 50 0 0,-2-1 1 0 0,1 0 0 0 0,-1-1-1 0 0,-1 1 1 0 0,1-1-1 0 0,-1-1 1 0 0,-14 8 0 0 0,-52 27 160 0 0,48-28-36 0 0,1 1 1 0 0,0 2 0 0 0,2 0 0 0 0,-34 29 0 0 0,38-25-301 0 0,1 1 0 0 0,1 0 0 0 0,0 2 0 0 0,2 0 0 0 0,1 1 0 0 0,1 1 0 0 0,1 0 1 0 0,1 1-1 0 0,1 0 0 0 0,-8 31 0 0 0,11-29-1384 0 0,2 0 0 0 0,-3 29 1 0 0,7-30-1267 0 0,1-1 0 0 0,2 35 0 0 0,5-3-4806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53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3584 0 0,'28'15'9713'0'0,"-5"3"-5089"0"0,-18-14-4345 0 0,-1 1 0 0 0,0 0 0 0 0,0 0 1 0 0,0 0-1 0 0,-1 1 0 0 0,0-1 0 0 0,0 1 0 0 0,0 0 0 0 0,-1 0 1 0 0,0 0-1 0 0,0 0 0 0 0,2 9 0 0 0,4 35 569 0 0,5 84 0 0 0,-11 54-173 0 0,-2-119-415 0 0,-2 177 226 0 0,1 121-587 0 0,3-24 270 0 0,2-22-334 0 0,-1 43 189 0 0,0 4 359 0 0,14 161-330 0 0,4 158 416 0 0,-24 0-101 0 0,-13-267-256 0 0,-6 227 49 0 0,-2 6-26 0 0,-4 189-277 0 0,25-629 54 0 0,1 198-140 0 0,14 230 28 0 0,82 650 131 0 0,-33-727-764 0 0,5 42 1124 0 0,3-132 469 0 0,-21-141 26 0 0,33 182-231 0 0,-48-342-1602 0 0,-33-171 941 0 0,9 26-810 0 0,-8-27 632 0 0,-1 0 0 0 0,0 0 0 0 0,1 0 0 0 0,0 0 0 0 0,-1-1 0 0 0,1 1 0 0 0,-1 0-1 0 0,1 0 1 0 0,0 0 0 0 0,0-1 0 0 0,-1 1 0 0 0,1 0 0 0 0,0-1 0 0 0,0 1 0 0 0,0-1-1 0 0,0 1 1 0 0,0-1 0 0 0,0 1 0 0 0,0-1 0 0 0,0 0 0 0 0,1 1 0 0 0,-1-1 117 0 0,-1 0 0 0 0,1 0 1 0 0,-1 0-1 0 0,1 0 1 0 0,-1-1-1 0 0,0 1 0 0 0,1 0 1 0 0,-1 0-1 0 0,1 0 0 0 0,-1-1 1 0 0,0 1-1 0 0,1 0 1 0 0,-1-1-1 0 0,0 1 0 0 0,1 0 1 0 0,-1 0-1 0 0,0-1 0 0 0,1 1 1 0 0,-1-1-1 0 0,0 1 1 0 0,0 0-1 0 0,1-1 0 0 0,30-34-4307 0 0,3-18-3247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56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115 669 3840 0 0,'0'0'14821'0'0,"-7"6"-14684"0"0,2-1-103 0 0,0-2 19 0 0,1 1-1 0 0,0 0 1 0 0,0 0 0 0 0,0 0-1 0 0,1 0 1 0 0,-1 1-1 0 0,1-1 1 0 0,0 1-1 0 0,-2 6 1 0 0,-7 13-7 0 0,2 0 1 0 0,1 1 0 0 0,1 0-1 0 0,1 1 1 0 0,1 0-1 0 0,2 0 1 0 0,-3 51-1 0 0,7-67 30 0 0,2 6 8 0 0,0-6 5 0 0,10 24-6 0 0,-11-31-98 0 0,2-3-54 0 0,7 4-148 0 0,-7-4 20 0 0,3-7 191 0 0,0 1 80 0 0,-1 1 26 0 0,0-1 0 0 0,0 0 0 0 0,0-1 0 0 0,-1 1 0 0 0,1-1 0 0 0,2-7 0 0 0,4-12 496 0 0,-1-1-1 0 0,11-49 1 0 0,4-60 715 0 0,-20 105-1079 0 0,15-106 673 0 0,44-211 67 0 0,-57 320-866 0 0,15-35 1 0 0,-17 51-58 0 0,1 0 1 0 0,0 1 0 0 0,0-1 0 0 0,1 2 0 0 0,12-15 0 0 0,-16 22-68 0 0,0-1-1 0 0,1 1 1 0 0,0-1-1 0 0,0 1 1 0 0,0 0-1 0 0,0 1 1 0 0,0-1 0 0 0,0 1-1 0 0,1-1 1 0 0,-1 2-1 0 0,1-1 1 0 0,0 0-1 0 0,-1 1 1 0 0,1 0 0 0 0,9-1-1 0 0,-8 1-17 0 0,1 1-1 0 0,0 0 1 0 0,0 1-1 0 0,-1 0 1 0 0,1 0-1 0 0,0 0 1 0 0,-1 1-1 0 0,1 0 1 0 0,-1 0 0 0 0,11 6-1 0 0,-9-4-251 0 0,0 1 0 0 0,0 0 0 0 0,0 1 0 0 0,-1 0 0 0 0,0 0 0 0 0,0 0 0 0 0,10 12 0 0 0,-13-12-258 0 0,1 0 1 0 0,-1-1-1 0 0,-1 2 0 0 0,1-1 0 0 0,-1 0 1 0 0,0 1-1 0 0,0-1 0 0 0,-1 1 0 0 0,0 0 0 0 0,1 7 1 0 0,-1-4-1005 0 0,-1 1 0 0 0,0-1 0 0 0,-1 1 0 0 0,-1 10 0 0 0,-5 13-4988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56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7961 0 0,'0'3'4720'0'0,"0"4"-3345"0"0,0 0 1 0 0,1 0-1 0 0,0 0 0 0 0,4 12 0 0 0,0-6 27 0 0,11 22 0 0 0,40 57-687 0 0,-38-66 33 0 0,50 67-177 0 0,-2-4-472 0 0,-60-79-103 0 0,8 21 0 0 0,-11-25 11 0 0,-3-6-8 0 0,1 1 1 0 0,-1 0-1 0 0,1 0 1 0 0,-1 0-1 0 0,0 0 1 0 0,0 0-1 0 0,0 0 1 0 0,1 0-1 0 0,-1-1 1 0 0,0 1-1 0 0,0 0 1 0 0,0 0-1 0 0,0 0 1 0 0,0 0-1 0 0,-1 2 1 0 0,0 5-39 0 0,1-7 35 0 0,0 1 0 0 0,0-1 0 0 0,-1 0 0 0 0,1 0 0 0 0,0 0 0 0 0,-1 1 1 0 0,1-1-1 0 0,-1 0 0 0 0,1 0 0 0 0,-1 0 0 0 0,0 1 0 0 0,-1 2-10 0 0,2-4 13 0 0,0 0 0 0 0,0 0 0 0 0,0 0 0 0 0,0 1 0 0 0,0-1 1 0 0,0 0-1 0 0,0 0 0 0 0,0 0 0 0 0,0 1 0 0 0,-1-1 0 0 0,1 0 0 0 0,0 0 0 0 0,0 0 0 0 0,0 0 0 0 0,0 1 1 0 0,0-1-1 0 0,-1 0 0 0 0,1 0 0 0 0,0 0 0 0 0,0 0 0 0 0,0 0 0 0 0,0 1 0 0 0,-1-1 0 0 0,1 0 0 0 0,0 0 1 0 0,0 0-1 0 0,0 0 0 0 0,-1 0 0 0 0,1 0 0 0 0,0 0 0 0 0,0 0 0 0 0,-33 6-33 0 0,27-6 31 0 0,1 0 0 0 0,-1 0 0 0 0,0 0 0 0 0,0-1 0 0 0,1 0 0 0 0,-10-3 1 0 0,-3 0 26 0 0,-89-22 301 0 0,104 25 104 0 0,9 8-608 0 0,43 52-1569 0 0,-47-57 81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56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5208 0 0,'0'0'15527'0'0,"16"4"-14459"0"0,1 0-786 0 0,-6-2-82 0 0,0 1-1 0 0,0 0 0 0 0,0 1 0 0 0,-1 0 0 0 0,1 0 0 0 0,17 12 0 0 0,0 3 190 0 0,0 0-1 0 0,-2 2 0 0 0,-1 2 0 0 0,0 0 0 0 0,-2 1 0 0 0,27 36 0 0 0,-24-24-639 0 0,-2 0 0 0 0,-2 2 0 0 0,-1 0-1 0 0,21 56 1 0 0,-38-84-924 0 0,-1 0-1 0 0,3 15 0 0 0,-3 5-9513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57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294 628 4432 0 0,'-2'3'10081'0'0,"-4"8"-7772"0"0,5-8-577 0 0,1 2-443 0 0,0 1-954 0 0,0-3-182 0 0,0 0 0 0 0,0-1 0 0 0,1 1 0 0 0,-1 0 0 0 0,1 0 0 0 0,-1-1 0 0 0,1 1 0 0 0,1 2 0 0 0,11 36 693 0 0,15 52 324 0 0,-24-77-1076 0 0,-1 1 0 0 0,0 0 0 0 0,1 24 1 0 0,-4-20 37 0 0,0-17 98 0 0,-9-9-191 0 0,3 1-29 0 0,-1 1 3 0 0,0-1 0 0 0,0 0-1 0 0,1-1 1 0 0,0 1 0 0 0,0-1 0 0 0,0-1 0 0 0,-5-5 0 0 0,-29-41 182 0 0,1-1 0 0 0,4-2 0 0 0,1-1 0 0 0,3-2 0 0 0,-29-76 0 0 0,53 115-206 0 0,0 1 0 0 0,2-1 0 0 0,0 0-1 0 0,2-1 1 0 0,0 1 0 0 0,1-1 0 0 0,0 1 0 0 0,2-1-1 0 0,3-30 1 0 0,-1 37-32 0 0,0 0-1 0 0,1 0 1 0 0,0 1-1 0 0,1-1 1 0 0,0 1 0 0 0,1 0-1 0 0,1 0 1 0 0,0 1-1 0 0,0-1 1 0 0,1 1 0 0 0,1 0-1 0 0,0 1 1 0 0,0 0-1 0 0,1 0 1 0 0,11-9 0 0 0,-11 12-56 0 0,-1 1 0 0 0,1-1 0 0 0,0 2 0 0 0,0-1 1 0 0,1 2-1 0 0,-1-1 0 0 0,1 1 0 0 0,0 0 0 0 0,21-4 1 0 0,-30 8-163 0 0,0 0 0 0 0,0 0 0 0 0,0 0 0 0 0,1 0 0 0 0,-1-1 0 0 0,0 2 0 0 0,0-1 0 0 0,0 0 1 0 0,0 0-1 0 0,0 0 0 0 0,0 0 0 0 0,1 1 0 0 0,-1-1 0 0 0,0 1 0 0 0,2 0 0 0 0,0 0-898 0 0,6 3-3867 0 0,-3 2 3346 0 0,-5-4 169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57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3216 0 0,'0'0'13270'0'0,"8"26"-8730"0"0,-4-2-3012 0 0,-2-6-392 0 0,5 11-428 0 0,-5 2-400 0 0,8 12-380 0 0,-4 3-252 0 0,-4 0-1296 0 0,4 0-3116 0 0,0-12 1351 0 0,1-5-411 0 0,-1-8-4217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58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0 2112 0 0,'-2'3'7678'0'0,"0"0"-5801"0"0,1-1-1353 0 0,0 0 1 0 0,0 0-1 0 0,0 0 1 0 0,0-1 0 0 0,0 1-1 0 0,1 0 1 0 0,-1 0-1 0 0,1 0 1 0 0,-1 0-1 0 0,1 0 1 0 0,-1 0 0 0 0,1 0-1 0 0,0 1 1 0 0,0-1-1 0 0,0 0 1 0 0,1 3 0 0 0,5 24 408 0 0,2-1 0 0 0,1-1 0 0 0,16 35 0 0 0,-14-39-684 0 0,-4-6-55 0 0,1 0 0 0 0,1-1 0 0 0,1 0-1 0 0,14 18 1 0 0,-14-27 23 0 0,-8-6-181 0 0,0 0 130 0 0,3-31 96 0 0,-5 29-251 0 0,0 1 1 0 0,0-1 0 0 0,0 0-1 0 0,0 0 1 0 0,0 1-1 0 0,0-1 1 0 0,0 0 0 0 0,0 0-1 0 0,0 1 1 0 0,0-1 0 0 0,0 0-1 0 0,0 0 1 0 0,-1 1 0 0 0,1-1-1 0 0,-1-1 1 0 0,-11-32 132 0 0,-2 1-1 0 0,-21-36 1 0 0,27 54-128 0 0,-1 0-1 0 0,-1 1 0 0 0,0 1 1 0 0,-1-1-1 0 0,0 2 1 0 0,-1-1-1 0 0,-15-11 0 0 0,26 23 2 0 0,0 1 0 0 0,0-1-1 0 0,1 0 1 0 0,-1 1 0 0 0,0 0-1 0 0,0-1 1 0 0,0 1-1 0 0,0-1 1 0 0,0 1 0 0 0,0 0-1 0 0,0 0 1 0 0,0-1-1 0 0,0 1 1 0 0,0 0 0 0 0,-2 0-1 0 0,0 0 43 0 0,-4 1 105 0 0,-4 6-109 0 0,0 0 1 0 0,0 1 0 0 0,1 0-1 0 0,0 1 1 0 0,0 0 0 0 0,-15 20-1 0 0,-11 10-338 0 0,34-38 240 0 0,-49 45-1392 0 0,22-27-1778 0 0,25-17 1759 0 0,-1 0-1 0 0,1 0 1 0 0,-1-1-1 0 0,-7 2 1 0 0,4-4-3085 0 0,-16-9-3750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59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248 126 2496 0 0,'-5'-14'4602'0'0,"4"8"-3470"0"0,-1 1 0 0 0,0-1 1 0 0,0 1-1 0 0,0-1 0 0 0,-1 1 1 0 0,0 0-1 0 0,-6-9 0 0 0,8 13-1096 0 0,-3-5-50 0 0,-1 1 0 0 0,0 0 0 0 0,0 0 0 0 0,0 0 0 0 0,0 0 0 0 0,-1 1 0 0 0,-6-4-1 0 0,4 4 52 0 0,-7-3 8 0 0,8 3 3907 0 0,5 8-3576 0 0,-6 16 14 0 0,6-7 184 0 0,21 321 1419 0 0,-8-190-1556 0 0,1 29-75 0 0,13 209-294 0 0,-6 746-170 0 0,-34-440 90 0 0,-18 0 371 0 0,-2 54 156 0 0,23 0-176 0 0,59 645-407 0 0,-7-193 478 0 0,-31 1 149 0 0,-7-884-499 0 0,-2 188 393 0 0,-128 1251-730 0 0,56-1012-974 0 0,55-279 1152 0 0,22 34 328 0 0,7-82 346 0 0,21 524 157 0 0,-21-748-1528 0 0,47 242 0 0 0,-54-404 373 0 0,16 45-1 0 0,-18-62-49 0 0,0-1-1 0 0,1 1 0 0 0,0-1 0 0 0,1 1 1 0 0,0-1-1 0 0,0 0 0 0 0,0-1 0 0 0,13 12 1 0 0,-11-12-1578 0 0,3 2-999 0 0,-2 2-3069 0 0,6 10 66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01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7 2600 0 0,'-25'4'3329'0'0,"3"-6"-4074"0"0,-11-7-2959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01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4032 0 0,'0'0'16725'0'0,"5"2"-16193"0"0,26 8 1376 0 0,22 4-1025 0 0,-41-11-752 0 0,0 1-1 0 0,0 0 1 0 0,-1 1 0 0 0,0 0-1 0 0,0 1 1 0 0,0 0 0 0 0,-1 1-1 0 0,15 12 1 0 0,-13-8-5 0 0,0 1 0 0 0,-1 0 1 0 0,0 1-1 0 0,-1 0 0 0 0,15 25 1 0 0,-9-9-214 0 0,-2 2 0 0 0,-1 0 1 0 0,-2 0-1 0 0,0 1 0 0 0,9 57 1 0 0,-7 11-1297 0 0,-8-33-2785 0 0,0 0-5386 0 0,-2-48 1925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01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28 6017 0 0,'-5'-5'2568'0'0,"-1"1"0"0"0,0 0 0 0 0,1 1 0 0 0,-8-4 1 0 0,0 3-1256 0 0,10 3-16 0 0,-17 13-422 0 0,19-12-863 0 0,1 0-1 0 0,0 0 1 0 0,0 0 0 0 0,0 0-1 0 0,-1 0 1 0 0,1 0-1 0 0,0 1 1 0 0,0-1-1 0 0,-1 0 1 0 0,1 0-1 0 0,0 0 1 0 0,0 0-1 0 0,0 0 1 0 0,0 1-1 0 0,-1-1 1 0 0,1 0-1 0 0,0 0 1 0 0,0 0 0 0 0,0 1-1 0 0,0-1 1 0 0,0 0-1 0 0,0 0 1 0 0,-1 0-1 0 0,1 1 1 0 0,0-1-1 0 0,0 0 1 0 0,0 0-1 0 0,0 1 1 0 0,0-1-1 0 0,-1 11 315 0 0,0-8-40 0 0,1 2-72 0 0,-2 1-157 0 0,2-4-28 0 0,-1 0 0 0 0,1 0 1 0 0,-1 0-1 0 0,1 0 0 0 0,0 0 0 0 0,0 0 1 0 0,0 0-1 0 0,0 0 0 0 0,0 0 0 0 0,1 3 1 0 0,0-1-9 0 0,11 122 764 0 0,-11-97-1016 0 0,0 0-1 0 0,-7 46 1 0 0,-1-16-1769 0 0,2 1-4163 0 0,2-23 222 0 0,3-15-1201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02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18 8041 0 0,'-6'-17'15888'0'0,"9"28"-15577"0"0,-1-1-238 0 0,17 77 479 0 0,-16-69-316 0 0,-1 0-1 0 0,-1 0 1 0 0,-1 24 0 0 0,0-41-230 0 0,-1 18 130 0 0,0-1-1 0 0,-2 1 1 0 0,0-1 0 0 0,-1 1 0 0 0,-11 29-1 0 0,7-31-170 0 0,0 0 0 0 0,-2 0 0 0 0,1 0 0 0 0,-2-1 0 0 0,0-1 0 0 0,-1 0 0 0 0,-1 0 0 0 0,-20 17 0 0 0,23-23-429 0 0,0-2 1 0 0,0 0-1 0 0,-1 0 0 0 0,0 0 1 0 0,-21 8-1 0 0,22-12-702 0 0,0 0 1 0 0,0 0-1 0 0,0-1 1 0 0,-1 0-1 0 0,1-1 1 0 0,0 0-1 0 0,-19-1 1 0 0,-1-3-3236 0 0,1-5-2645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02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1 208 0 0,'4'1'7587'0'0,"-3"-1"-6947"0"0,28 6 7518 0 0,-1 3-4293 0 0,-24-7-3638 0 0,0 0 1 0 0,0 0 0 0 0,0 0-1 0 0,-1 0 1 0 0,1 1-1 0 0,-1-1 1 0 0,1 1-1 0 0,-1 0 1 0 0,0 0-1 0 0,0 1 1 0 0,4 6-1 0 0,-1 1-60 0 0,0 0-1 0 0,-1 0 1 0 0,-1 0 0 0 0,0 1 0 0 0,0 0-1 0 0,-1-1 1 0 0,-1 1 0 0 0,0 1-1 0 0,0-1 1 0 0,-1 21 0 0 0,-1-29-134 0 0,0 0 0 0 0,0 0 0 0 0,-1 0 0 0 0,1-1 0 0 0,-1 1 0 0 0,0 0 0 0 0,-1 4 1 0 0,-2 5 13 0 0,2-4 40 0 0,0 0 0 0 0,-1 0 0 0 0,0 0 0 0 0,0 0 0 0 0,-1 0 0 0 0,0 0 0 0 0,-9 12 0 0 0,11-18-61 0 0,-1 0 0 0 0,1 1 0 0 0,-1-1 0 0 0,0 0 0 0 0,0-1-1 0 0,0 1 1 0 0,-1 0 0 0 0,1-1 0 0 0,-1 0 0 0 0,1 0 0 0 0,-1 0 0 0 0,0 0 0 0 0,0 0 0 0 0,0-1 0 0 0,0 0 0 0 0,0 1-1 0 0,-7 0 1 0 0,0-3 126 0 0,1-1-132 0 0,0 0 0 0 0,1 0 0 0 0,-1-1-1 0 0,1 0 1 0 0,-1 0 0 0 0,1-1 0 0 0,-14-9-1 0 0,-2-4 58 0 0,1-1 0 0 0,0-1-1 0 0,2-1 1 0 0,0-1 0 0 0,1-1-1 0 0,-26-37 1 0 0,43 52 68 0 0,0-1-1 0 0,1 1 0 0 0,0-1 1 0 0,0 0-1 0 0,1 0 1 0 0,0 0-1 0 0,-1-12 1 0 0,4 10 66 0 0,1 7-192 0 0,0 0 0 0 0,-1 0 0 0 0,1 0 0 0 0,1 0-1 0 0,-1 0 1 0 0,0 0 0 0 0,1 0 0 0 0,-1 1 0 0 0,1-1 0 0 0,0 1 0 0 0,0 0 0 0 0,0-1 0 0 0,0 1-1 0 0,6-2 1 0 0,-2 1-361 0 0,0 1 0 0 0,0 0 0 0 0,0 0 0 0 0,0 1 0 0 0,0 0 0 0 0,1 0 0 0 0,-1 0 0 0 0,0 1 0 0 0,0 0 0 0 0,13 3 0 0 0,2 1-1887 0 0,-1 1 1 0 0,24 10 0 0 0,-2-1-48 0 0,-25-10-2324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03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14 4072 0 0,'18'-7'10249'0'0,"-13"5"-9341"0"0,0 1 1 0 0,1 0-1 0 0,-1 0 1 0 0,7-1-1 0 0,-8 2 131 0 0,0 2-243 0 0,11 7-145 0 0,-14-8-628 0 0,-1-1 0 0 0,0 0 1 0 0,1 0-1 0 0,-1 0 0 0 0,0 1 1 0 0,1-1-1 0 0,-1 0 0 0 0,0 0 1 0 0,1 1-1 0 0,-1-1 0 0 0,0 0 1 0 0,1 1-1 0 0,-1-1 0 0 0,0 0 1 0 0,0 1-1 0 0,0-1 0 0 0,1 0 1 0 0,-1 1-1 0 0,0-1 0 0 0,0 1 1 0 0,5 12 143 0 0,-1 1 1 0 0,-1-1 0 0 0,0 1 0 0 0,0-1 0 0 0,0 22 0 0 0,-2 77 158 0 0,-2-94-269 0 0,0 119-75 0 0,-5 128 15 0 0,2-182 130 0 0,-25 392 88 0 0,20-386-273 0 0,-48 446 65 0 0,1-85 4 0 0,11 40 375 0 0,31-229-344 0 0,12-208-54 0 0,-4 480 215 0 0,11-346-119 0 0,15 365-55 0 0,11-11 189 0 0,4 43 181 0 0,-7-15-214 0 0,12 152 430 0 0,-24-522-380 0 0,30 323 622 0 0,29 298 76 0 0,-48-351-1000 0 0,-23-34 87 0 0,-5-377-55 0 0,-4 203-117 0 0,-17 230 147 0 0,-1 0 151 0 0,14-140 22 0 0,11 77-54 0 0,-2-404-117 0 0,28 453 89 0 0,12-29-128 0 0,0 590 84 0 0,-43-565-763 0 0,14 508 126 0 0,-11-976 593 0 0,26 584 518 0 0,-7-209-196 0 0,-21 183-378 0 0,1-510 8 0 0,1-39 30 0 0,-12 248-2313 0 0,10-249 2358 0 0,0-5-133 0 0,2-3-2757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06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15750 345 1872 0 0,'103'15'8720'0'0,"49"18"-6092"0"0,-2 9-3234 0 0,-51-11 3231 0 0,-93-29-2271 0 0,-1 0 1 0 0,0 0 0 0 0,0 0-1 0 0,-1 1 1 0 0,1 0-1 0 0,0 0 1 0 0,4 4 0 0 0,-7-5 991 0 0,-7 3-801 0 0,3-4-504 0 0,-2 3 49 0 0,-1-1 0 0 0,1 1 1 0 0,-1-1-1 0 0,0 0 1 0 0,0 0-1 0 0,0-1 0 0 0,-1 0 1 0 0,-9 4-1 0 0,-48 8 589 0 0,-99 9 0 0 0,-69-7-223 0 0,231-16-456 0 0,-348 10 789 0 0,-388-37-1 0 0,370-8-68 0 0,-145-10 388 0 0,-17 15-106 0 0,-538 10-393 0 0,764 25-390 0 0,160-2-160 0 0,16 0-34 0 0,-216-1 2 0 0,-132-31 225 0 0,-443-95 336 0 0,361 42-608 0 0,284 50 227 0 0,256 30-204 0 0,-283-23 72 0 0,-370 16 0 0 0,203 30-67 0 0,-450-18 532 0 0,698-15-256 0 0,-421-21 312 0 0,0 25-284 0 0,-15 39-43 0 0,336-13-196 0 0,-337-27 24 0 0,1-51 352 0 0,447 39-318 0 0,-416-20 255 0 0,439 36-275 0 0,-263-11 239 0 0,-206 15-350 0 0,462 5 0 0 0,-52-7 0 0 0,49-2 0 0 0,177 6 0 0 0,-52-4 0 0 0,58 2 0 0 0,-31-1 0 0 0,3 1 40 0 0,35 1-245 0 0,-6 1-297 0 0,5 1 133 0 0,-10 2-4536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08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16215 289 40 0 0,'0'0'4550'0'0,"-4"3"-879"0"0,-23 18 783 0 0,18-17-3074 0 0,-33 10-306 0 0,0-3-1 0 0,-46 7 0 0 0,-99 5 498 0 0,-323 56-205 0 0,225-28-770 0 0,-195 10 264 0 0,-6-18-408 0 0,407-37-397 0 0,-279 18 238 0 0,-683-45 0 0 0,630-19-218 0 0,-99-17 123 0 0,76 9-85 0 0,431 47-113 0 0,-512-52 268 0 0,98 19 296 0 0,-12-4 47 0 0,18-11-173 0 0,388 46-417 0 0,-387-47 348 0 0,291 35-300 0 0,-169-20 149 0 0,-125-8 373 0 0,-314-16-197 0 0,308 32-44 0 0,-91 11-168 0 0,-510 50 0 0 0,624 0-379 0 0,-61 4-77 0 0,-137-12 148 0 0,-1-19 138 0 0,428-6 39 0 0,-1597-64 39 0 0,864-22-128 0 0,752 68 105 0 0,-72-7 216 0 0,1 16-2192 0 0,192 10 425 0 0,9 0-2873 0 0,6-2-4870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12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1424 0 0,'0'0'14101'0'0,"0"27"-11476"0"0,-4-10-429 0 0,-5 10-692 0 0,1 14-320 0 0,-4 6-332 0 0,-1 2-280 0 0,5 6-368 0 0,-8 20-156 0 0,8 5-344 0 0,1 9-880 0 0,11 5-3692 0 0,2 1 1339 0 0,3-3-187 0 0,9-3-4649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14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900 83 6425 0 0,'-23'-2'4737'0'0,"19"2"-1339"0"0,0-1-1402 0 0,-12-1-552 0 0,12 1-299 0 0,1 0-239 0 0,-28-10 851 0 0,29 10-959 0 0,-4-2-271 0 0,2 0-472 0 0,6 7 1238 0 0,54 72-1094 0 0,-45-60-150 0 0,-1 2-1 0 0,0-1 0 0 0,9 27 1 0 0,-14-29-70 0 0,-1-1 1 0 0,0 1 0 0 0,-1 0-1 0 0,-1-1 1 0 0,1 27 0 0 0,-3-34-15 0 0,0 0 0 0 0,-1 0 1 0 0,0 0-1 0 0,0 1 0 0 0,-1-1 1 0 0,1 0-1 0 0,-2 0 1 0 0,1-1-1 0 0,-1 1 0 0 0,0 0 1 0 0,0-1-1 0 0,-1 1 1 0 0,-7 9-1 0 0,8-13 22 0 0,-1 1 0 0 0,0-1 0 0 0,1 0 0 0 0,-1 0 0 0 0,0-1 0 0 0,-1 1 0 0 0,1-1 0 0 0,0 0 0 0 0,-1 0 0 0 0,1 0 0 0 0,-1-1 0 0 0,1 1 0 0 0,-1-1 0 0 0,0 0-1 0 0,0-1 1 0 0,0 1 0 0 0,1-1 0 0 0,-7 0 0 0 0,-6-1-20 0 0,0 0 0 0 0,1-1-1 0 0,-1-1 1 0 0,-16-5 0 0 0,-11-5 113 0 0,1-2 0 0 0,0-2 0 0 0,-50-28 0 0 0,-114-84 664 0 0,149 89-229 0 0,2-4 0 0 0,-82-79 0 0 0,134 119-500 0 0,2 2-15 0 0,0 0 0 0 0,0 0 0 0 0,1 0 0 0 0,-1 0 0 0 0,0 0 1 0 0,0 0-1 0 0,1 0 0 0 0,0-1 0 0 0,-1 1 0 0 0,1 0 0 0 0,0-1 0 0 0,0 0 0 0 0,0 1 0 0 0,0-1 0 0 0,0-4 0 0 0,2 6-124 0 0,5 1-52 0 0,7 0-16 0 0,0 0 0 0 0,1 1 0 0 0,-1 1 0 0 0,25 6 0 0 0,307 100-6229 0 0,-174-51 2489 0 0,12 0-535 0 0,7-3-3171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16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0 4624 0 0,'-1'3'5682'0'0,"-26"59"3165"0"0,-26 74-6352 0 0,2 86-2038 0 0,47-198-449 0 0,-11 77-3991 0 0,5 1-5246 0 0,9-68 3088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18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654 116 4968 0 0,'67'33'9189'0'0,"-52"-23"-8415"0"0,0 0 0 0 0,-1 0 0 0 0,0 1 0 0 0,15 15-1 0 0,-8-4-332 0 0,-1 0-1 0 0,0 1 1 0 0,-2 1-1 0 0,0 1 1 0 0,-2 0-1 0 0,-1 1 1 0 0,-1 1-1 0 0,19 51 1 0 0,-31-72-374 0 0,-1 0 0 0 0,0 0 0 0 0,0 0 1 0 0,0 0-1 0 0,-1 0 0 0 0,0 0 0 0 0,0 0 0 0 0,-1 0 1 0 0,1-1-1 0 0,-1 1 0 0 0,-1 0 0 0 0,1 0 1 0 0,-1 0-1 0 0,0-1 0 0 0,0 1 0 0 0,0-1 0 0 0,-1 1 1 0 0,0-1-1 0 0,0 0 0 0 0,-6 7 0 0 0,-1 0-5 0 0,1-1 0 0 0,-2-1 0 0 0,1 0 0 0 0,-2 0-1 0 0,1-1 1 0 0,-1 0 0 0 0,-17 9 0 0 0,13-10-20 0 0,0 0 1 0 0,0-1 0 0 0,-1 0-1 0 0,0-2 1 0 0,0 0 0 0 0,-1 0-1 0 0,1-2 1 0 0,-1 0-1 0 0,0-1 1 0 0,-31-1 0 0 0,26-3-45 0 0,-1 0 0 0 0,1-2 0 0 0,0-1 0 0 0,0 0 0 0 0,0-2 0 0 0,1 0 0 0 0,-37-19 0 0 0,26 9-12 0 0,0-3 1 0 0,2 0-1 0 0,0-2 1 0 0,1-1-1 0 0,1-1 1 0 0,2-2-1 0 0,0-1 1 0 0,-23-30-1 0 0,34 35 75 0 0,0-1-1 0 0,2 0 0 0 0,0-1 1 0 0,-11-26-1 0 0,18 31-29 0 0,0 0 0 0 0,1 0-1 0 0,0 0 1 0 0,2 0 0 0 0,1-1-1 0 0,-2-29 1 0 0,4 41-33 0 0,1 0 0 0 0,1-1 0 0 0,0 1 0 0 0,0 0 0 0 0,1 0 1 0 0,0 0-1 0 0,0 0 0 0 0,0 0 0 0 0,7-13 0 0 0,-6 17-17 0 0,-1-1-1 0 0,1 1 1 0 0,0 0 0 0 0,0 0-1 0 0,0 1 1 0 0,0-1 0 0 0,1 0-1 0 0,0 1 1 0 0,0 0 0 0 0,-1 0-1 0 0,2 0 1 0 0,-1 0 0 0 0,0 1-1 0 0,1 0 1 0 0,-1 0 0 0 0,1 0 0 0 0,7-2-1 0 0,-5 2-46 0 0,0 1 1 0 0,0 0-1 0 0,1 1 0 0 0,-1 0 0 0 0,0 0 0 0 0,13 2 1 0 0,43 11-588 0 0,-27-2-1280 0 0,66 28-1 0 0,28 27-2460 0 0,-80-40 3339 0 0,98 49-3318 0 0,12 7-2443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21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3792 0 0,'3'-1'4186'0'0,"8"-3"-1194"0"0,-8 2 615 0 0,0 2-2722 0 0,10-4-224 0 0,-10 3 214 0 0,0 0-561 0 0,9-4-82 0 0,-9 4-45 0 0,0 0-35 0 0,9-2-18 0 0,-9 2-3 0 0,1 0 8 0 0,16-1 423 0 0,-1 0 1 0 0,38 2-1 0 0,23 8 62 0 0,-52-4-385 0 0,1-1 0 0 0,-1-2-1 0 0,45-3 1 0 0,55-16 306 0 0,39-3 134 0 0,-134 19-599 0 0,0 1-1 0 0,-1 2 0 0 0,38 5 1 0 0,-29 1-323 0 0,-1 2 1 0 0,52 18-1 0 0,70 38-6106 0 0,-66-26-112 0 0,-33-15-336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21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1320 0 0,'0'0'12869'0'0,"24"-4"-11241"0"0,3-15-8492 0 0,-19 8 4024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22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19 832 0 0,'3'-2'5728'0'0,"1"0"-4721"0"0,0 0 1 0 0,-1 0-1 0 0,1 0 0 0 0,0 0 1 0 0,0 1-1 0 0,0 0 1 0 0,1 0-1 0 0,6-1 0 0 0,-3 1-175 0 0,1 0 0 0 0,0 1 0 0 0,15 2 1 0 0,5 2-651 0 0,46 15 1 0 0,-64-16 111 0 0,59 13-167 0 0,0-2 1 0 0,1-4-1 0 0,137 3 1 0 0,219-32 1569 0 0,-193 4-1321 0 0,-83 9-218 0 0,257 23 0 0 0,-54 47-2222 0 0,-5 31-6005 0 0,-209-52 4193 0 0,3 1-1868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23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1448 0 0,'0'0'2200'0'0,"3"1"-43"0"0,3 0-788 0 0,-1 0 0 0 0,1 0 0 0 0,0-1 0 0 0,-1 1 0 0 0,1-2 0 0 0,6 0 0 0 0,-2-1-1444 0 0,-7 1 1589 0 0,-2 1-1492 0 0,0 1-1 0 0,0-1 1 0 0,0 0-1 0 0,0 1 1 0 0,0-1 0 0 0,0 0-1 0 0,0 1 1 0 0,0-1 0 0 0,0 1-1 0 0,0 0 1 0 0,0-1 0 0 0,1 2-1 0 0,0 0 20 0 0,-2-2-38 0 0,0 0 1 0 0,1 0-1 0 0,-1 0 1 0 0,0 0-1 0 0,0 0 1 0 0,0 0-1 0 0,0 0 1 0 0,1 0-1 0 0,-1 0 0 0 0,0 1 1 0 0,0-1-1 0 0,0 0 1 0 0,0 0-1 0 0,0 0 1 0 0,1 0-1 0 0,-1 0 1 0 0,0 1-1 0 0,0-1 1 0 0,0 0-1 0 0,0 0 0 0 0,0 0 1 0 0,0 0-1 0 0,0 1 1 0 0,0-1-1 0 0,0 0 1 0 0,0 0-1 0 0,0 0 1 0 0,1 1-1 0 0,-1-1 1 0 0,0 0-1 0 0,0 0 0 0 0,-1 1 1 0 0,3 3 34 0 0,-2 18 151 0 0,-7 109 337 0 0,-4 237 425 0 0,11-201-646 0 0,1 40-95 0 0,-1 119-776 0 0,0 1 248 0 0,26 173 16 0 0,-17-349 294 0 0,21 271 532 0 0,-2 85-903 0 0,-27-463 448 0 0,1 355 342 0 0,-3-277-520 0 0,-27 448 328 0 0,25-535-190 0 0,-8 125 129 0 0,-22 275-55 0 0,30-404-73 0 0,-37 545 557 0 0,38-509-659 0 0,-8 482 259 0 0,11-57 23 0 0,42 204 765 0 0,10-190-356 0 0,-23-213-325 0 0,78 511-68 0 0,-83-644-169 0 0,21 124-176 0 0,58 361 499 0 0,-19-82-452 0 0,-72-480 119 0 0,14 120 33 0 0,-8 86-331 0 0,-12-164 293 0 0,21 402 165 0 0,-29-8-252 0 0,-4-258 74 0 0,0 28-175 0 0,-12 197 164 0 0,6-139 121 0 0,7-122-153 0 0,3-125 81 0 0,20 1191 742 0 0,-6-790-965 0 0,-6-343 13 0 0,3 114-159 0 0,1 21 89 0 0,-4-157 125 0 0,1 169-394 0 0,0-22 167 0 0,-2-149 132 0 0,8 267-246 0 0,1 151 273 0 0,-10 96 510 0 0,-7-302-363 0 0,-11 261-188 0 0,-25 0-920 0 0,17-296-83 0 0,-10 121-6153 0 0,23-297 3734 0 0,2-8-1610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31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656 0 3856 0 0,'-2'2'3074'0'0,"-19"13"869"0"0,-42 22-1 0 0,36-24-3148 0 0,-1-1 0 0 0,-1-1 0 0 0,0-1 0 0 0,0-2 0 0 0,-53 8 0 0 0,-87 16 1006 0 0,148-26-1591 0 0,6 1-122 0 0,-15 7-415 0 0,28-13 305 0 0,1-1 22 0 0,1 0 0 0 0,0 0-1 0 0,0 0 1 0 0,-1 1 0 0 0,1-1 0 0 0,0 0 0 0 0,-1 0 0 0 0,1 0-1 0 0,0 0 1 0 0,0 0 0 0 0,-1 1 0 0 0,1-1 0 0 0,0 0 0 0 0,0 0-1 0 0,-1 0 1 0 0,1 1 0 0 0,0-1 0 0 0,0 0 0 0 0,0 0 0 0 0,0 1-1 0 0,-1-1 1 0 0,1 0 0 0 0,0 0 0 0 0,0 1 0 0 0,0-1 0 0 0,0 1-1 0 0,0-1 16 0 0,-1 1 0 0 0,1-1 0 0 0,0 0 0 0 0,0 1 0 0 0,0-1 0 0 0,0 0 0 0 0,-1 1-1 0 0,1-1 1 0 0,0 0 0 0 0,0 1 0 0 0,-1-1 0 0 0,1 0 0 0 0,0 1 0 0 0,-1-1 0 0 0,1 0-1 0 0,0 0 1 0 0,-1 1 0 0 0,1-1 0 0 0,-1 0 0 0 0,7 4 72 0 0,16 8 80 0 0,1-1 0 0 0,27 10 0 0 0,-16-10-39 0 0,-1 2-1 0 0,0 2 1 0 0,-1 0-1 0 0,-1 2 1 0 0,-1 2 0 0 0,0 1-1 0 0,40 35 1 0 0,-64-49-101 0 0,0 0-1 0 0,0 0 1 0 0,0 1 0 0 0,-1-1 0 0 0,0 1 0 0 0,-1 1 0 0 0,7 14-1 0 0,-8-17-12 0 0,-1 1-1 0 0,-1-1 1 0 0,1 1-1 0 0,-1 0 0 0 0,0 0 1 0 0,0 0-1 0 0,-1-1 0 0 0,0 1 1 0 0,0 0-1 0 0,0 0 1 0 0,-1 0-1 0 0,0 0 0 0 0,-2 9 1 0 0,0-5-9 0 0,-1 1 0 0 0,1-1 0 0 0,-7 11 0 0 0,7-16-5 0 0,0-1 1 0 0,0 1-1 0 0,0-1 0 0 0,0 0 1 0 0,0 0-1 0 0,-1 0 1 0 0,0 0-1 0 0,0-1 0 0 0,0 1 1 0 0,-7 3-1 0 0,4-3 8 0 0,-1-1 0 0 0,1 0 0 0 0,-1-1 0 0 0,0 1 0 0 0,0-2 0 0 0,0 1 0 0 0,0-1 0 0 0,0 0 0 0 0,0-1 0 0 0,0 0 0 0 0,-15-1 0 0 0,-6-3-168 0 0,-53-14 0 0 0,-13-11-2071 0 0,63 17-1909 0 0,1-2-1 0 0,-40-23 1 0 0,39 16-1761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31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26 6505 0 0,'-1'-2'4953'0'0,"-10"-15"3582"0"0,7 13-8670 0 0,2 1 1747 0 0,11 10-1485 0 0,61 46 65 0 0,13 23 361 0 0,-57-50-362 0 0,-12-13-17 0 0,0 1-1 0 0,20 28 0 0 0,-30-36-138 0 0,0 1 1 0 0,-1-1-1 0 0,1 0 1 0 0,-1 1-1 0 0,-1 0 1 0 0,1 0-1 0 0,-1 0 1 0 0,0 0-1 0 0,-1 0 1 0 0,1 11-1 0 0,-1-12-39 0 0,-1 0 0 0 0,0 0 0 0 0,-1 0 0 0 0,1-1-1 0 0,-1 1 1 0 0,-1 0 0 0 0,1 0 0 0 0,-1-1 0 0 0,-3 10-1 0 0,2-11 4 0 0,1-1-1 0 0,0 0 1 0 0,-1 0-1 0 0,1 0 0 0 0,-1 0 1 0 0,0 0-1 0 0,0 0 0 0 0,0-1 1 0 0,0 1-1 0 0,-1-1 0 0 0,1 0 1 0 0,-1 0-1 0 0,1-1 1 0 0,-1 1-1 0 0,0-1 0 0 0,1 1 1 0 0,-7 0-1 0 0,-6 2-6 0 0,-1-2-1 0 0,-30 2 1 0 0,39-4 9 0 0,-114 1-27 0 0,68-3 148 0 0,-66 8 0 0 0,102-4-162 0 0,1 1-1 0 0,0 0 1 0 0,0 2-1 0 0,1 0 1 0 0,-1 0-1 0 0,1 2 1 0 0,-30 16-1 0 0,39-18-562 0 0,0 0-1 0 0,0 0 1 0 0,1 1 0 0 0,-9 9-1 0 0,-8 12-6260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32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303 626 7873 0 0,'-12'-2'2737'0'0,"1"1"1"0"0,0 1-1 0 0,-13 0 1 0 0,15 1-1880 0 0,0 0 0 0 0,-1 1 0 0 0,-16 5 1 0 0,18-5-795 0 0,0 1 1 0 0,1 1 0 0 0,0 0 0 0 0,-1 0 0 0 0,1 0 0 0 0,1 1 0 0 0,-1 0 0 0 0,1 0-1 0 0,0 0 1 0 0,0 1 0 0 0,-9 11 0 0 0,12-12-47 0 0,-1 1 0 0 0,1-1 0 0 0,1 1 0 0 0,-1-1 0 0 0,1 1 1 0 0,0 0-1 0 0,0 0 0 0 0,1 0 0 0 0,0 0 0 0 0,0 0 0 0 0,0 0 0 0 0,0 0 0 0 0,1 1 0 0 0,0-1 0 0 0,1 0 0 0 0,1 6 0 0 0,1 8-18 0 0,1 0 0 0 0,1 0-1 0 0,11 26 1 0 0,-14-40 3 0 0,0-1-1 0 0,0 0 1 0 0,1 0 0 0 0,-1 0-1 0 0,1 0 1 0 0,0-1 0 0 0,0 1-1 0 0,1-1 1 0 0,-1 0 0 0 0,8 7-1 0 0,-9-9-12 0 0,2-7 96 0 0,-2 1-66 0 0,0 2-5 0 0,0 0 0 0 0,0 0-1 0 0,0-1 1 0 0,-1 1 0 0 0,1-1 0 0 0,-1 1 0 0 0,0-1 0 0 0,0 0 0 0 0,0 0 0 0 0,0 1 0 0 0,0-1-1 0 0,0 0 1 0 0,-1 0 0 0 0,1-5 0 0 0,-2-28 108 0 0,-2 0-1 0 0,-12-58 0 0 0,-27-70 503 0 0,15 59-195 0 0,0 5 187 0 0,11 42-272 0 0,1-1 1 0 0,-7-76-1 0 0,21 126-362 0 0,1-1 0 0 0,-1 1-1 0 0,2-1 1 0 0,-1 0 0 0 0,2 1-1 0 0,2-14 1 0 0,-3 20-27 0 0,0 1 0 0 0,0-1-1 0 0,0 0 1 0 0,0 1 0 0 0,0-1 0 0 0,1 1 0 0 0,-1 0-1 0 0,1-1 1 0 0,0 1 0 0 0,0 0 0 0 0,-1 0-1 0 0,1 0 1 0 0,1 0 0 0 0,-1 0 0 0 0,0 0 0 0 0,0 1-1 0 0,1-1 1 0 0,-1 1 0 0 0,1 0 0 0 0,-1-1-1 0 0,1 1 1 0 0,0 0 0 0 0,-1 1 0 0 0,1-1 0 0 0,4 0-1 0 0,4 0-207 0 0,1 0 1 0 0,-1 1-1 0 0,1 0 0 0 0,0 1 0 0 0,-1 1 0 0 0,1 0 0 0 0,-1 0 0 0 0,17 7 0 0 0,88 39-4617 0 0,-113-47 4667 0 0,174 91-7901 0 0,-65-27 812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33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1945 1505 5633 0 0,'0'0'12455'0'0,"-10"3"-12322"0"0,-14 3-145 0 0,-1-1-1 0 0,0-2 1 0 0,-32 1 0 0 0,-122-9 887 0 0,-93 2 462 0 0,16 24-700 0 0,-90 5-214 0 0,293-25-339 0 0,0-3 0 0 0,-61-8-1 0 0,87 6-31 0 0,1-2-1 0 0,1 0 0 0 0,-1-2 0 0 0,1-1 0 0 0,0-1 0 0 0,-32-18 0 0 0,32 13 59 0 0,1 0 0 0 0,1-2 1 0 0,0-1-1 0 0,1-1 0 0 0,1-1 0 0 0,1-1 0 0 0,1-1 0 0 0,-28-40 0 0 0,34 42-99 0 0,0-1 0 0 0,2-1 0 0 0,1 0 0 0 0,0-1 0 0 0,2 0 0 0 0,0 0 0 0 0,2-1 0 0 0,1 0 0 0 0,0 0 0 0 0,-1-41 0 0 0,6 28 30 0 0,1 0 0 0 0,2 0-1 0 0,2 0 1 0 0,2 0-1 0 0,0 1 1 0 0,3 0-1 0 0,14-36 1 0 0,-2 19 196 0 0,2 1 1 0 0,2 2-1 0 0,64-92 1 0 0,-50 86 38 0 0,3 1 1 0 0,66-66 0 0 0,-87 100-60 0 0,1 0 0 0 0,33-22-1 0 0,-48 38-165 0 0,0 0-1 0 0,0 0 1 0 0,1 1-1 0 0,-1 0 1 0 0,1 1-1 0 0,0-1 1 0 0,0 2-1 0 0,0-1 1 0 0,0 2-1 0 0,1-1 1 0 0,-1 1 0 0 0,17 0-1 0 0,-9 3-23 0 0,1 1-1 0 0,-1 0 1 0 0,0 2 0 0 0,0 0-1 0 0,-1 0 1 0 0,0 2 0 0 0,0 0-1 0 0,22 13 1 0 0,10 10-86 0 0,60 50-1 0 0,771 696-1177 0 0,-808-703 1142 0 0,261 274-56 0 0,-28 26 34 0 0,-102-68-198 0 0,-163-237-1647 0 0,-3 1-1 0 0,43 119 0 0 0,-19 23-6380 0 0,-39-121 551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40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871 104 5529 0 0,'-13'-9'7450'0'0,"10"7"-5494"0"0,-2-2-1827 0 0,3 2 1185 0 0,8 1 5317 0 0,5 2-6543 0 0,-6-1-54 0 0,-1 0 1 0 0,0 0-1 0 0,1 1 0 0 0,-1-1 0 0 0,1 1 1 0 0,-1 0-1 0 0,0 1 0 0 0,1-1 0 0 0,-1 1 0 0 0,0 0 1 0 0,0 0-1 0 0,0 0 0 0 0,6 5 0 0 0,19 16 139 0 0,-1 1-1 0 0,-1 1 1 0 0,-1 1 0 0 0,-2 2-1 0 0,28 39 1 0 0,-25-28-20 0 0,-3 2 0 0 0,-2 0 0 0 0,31 78 0 0 0,-34-66-45 0 0,-2 0 1 0 0,11 59-1 0 0,-23-83-160 0 0,-1 1 0 0 0,-1 0-1 0 0,-2 0 1 0 0,-1 0-1 0 0,-6 47 1 0 0,5-67 28 0 0,-1-1 0 0 0,0 1-1 0 0,-1-1 1 0 0,0 0 0 0 0,-1 0 0 0 0,0 0-1 0 0,0 0 1 0 0,-1 0 0 0 0,0-1 0 0 0,0 0 0 0 0,-1 0-1 0 0,-7 8 1 0 0,8-11 3 0 0,0 0 0 0 0,-1 0 0 0 0,0 0-1 0 0,0-1 1 0 0,-1 0 0 0 0,1 0 0 0 0,-1-1 0 0 0,1 1 0 0 0,-1-1-1 0 0,0-1 1 0 0,-1 1 0 0 0,1-1 0 0 0,0-1 0 0 0,-1 1 0 0 0,1-1-1 0 0,-9 0 1 0 0,-4-2 2 0 0,1 0 0 0 0,0-1 0 0 0,1 0 0 0 0,-1-2 1 0 0,0 0-1 0 0,1-2 0 0 0,0 0 0 0 0,-18-8 0 0 0,-5-6 17 0 0,0-2 0 0 0,-44-31 0 0 0,-182-145 178 0 0,173 119 256 0 0,-112-124-1 0 0,88 58 131 0 0,102 123-408 0 0,1-1-1 0 0,1-1 1 0 0,1-1-1 0 0,-17-44 1 0 0,28 62-113 0 0,0 0 0 0 0,1 1-1 0 0,-1-1 1 0 0,1 0 0 0 0,1 0-1 0 0,-1 0 1 0 0,1 0 0 0 0,0 0-1 0 0,1 0 1 0 0,-1 0 0 0 0,2 0-1 0 0,-1 0 1 0 0,1 0 0 0 0,0 1 0 0 0,5-13-1 0 0,-4 13-52 0 0,1-1-1 0 0,0 1 0 0 0,1 0 1 0 0,-1 0-1 0 0,1 0 0 0 0,0 1 1 0 0,1-1-1 0 0,-1 1 0 0 0,1 0 1 0 0,0 1-1 0 0,0-1 0 0 0,1 1 1 0 0,-1 1-1 0 0,12-6 0 0 0,1 2-178 0 0,-1 1 0 0 0,2 1 0 0 0,-1 0 0 0 0,0 2 0 0 0,34-3 0 0 0,-6 4-851 0 0,59 6 0 0 0,316 53-13194 0 0,-306-36 7248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41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4264 0 0,'-3'27'6105'0'0,"-7"27"-1"0"0,-21 64-1179 0 0,-1-3-2972 0 0,17-50-1585 0 0,3 0 0 0 0,3 1 0 0 0,-1 67 0 0 0,12-82-536 0 0,1 0 0 0 0,3 0 0 0 0,2 0 0 0 0,2-1 1 0 0,3 0-1 0 0,1-1 0 0 0,3-1 0 0 0,39 80 0 0 0,12-2-1959 0 0,-40-81-1717 0 0,1 0 0 0 0,37 40 0 0 0,-24-39-3049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42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0 6849 0 0,'-6'48'6476'0'0,"1"6"-3536"0"0,-4 23-747 0 0,-4 12-297 0 0,5 10-528 0 0,-1 13-252 0 0,-1 10-176 0 0,2 11-224 0 0,-4 41-296 0 0,3-3-312 0 0,3-41-384 0 0,2-3-1344 0 0,4-2-3220 0 0,10-19 1343 0 0,5-24-235 0 0,3-31-4565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43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5184 0 0,'2'50'7789'0'0,"2"11"-4393"0"0,-2 30-1019 0 0,-2 8-513 0 0,4 9-508 0 0,-8 9-444 0 0,4 6-388 0 0,0 6-388 0 0,6 51-612 0 0,0-3-1600 0 0,-2-3-2244 0 0,13-10 1107 0 0,1-44-551 0 0,18 26-3165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45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2496 0 0,'-3'110'14949'0'0,"-3"-1"-10783"0"0,-2 84-2296 0 0,15 333 487 0 0,-3-367-2427 0 0,8 221-778 0 0,6-100-2839 0 0,19 134-6838 0 0,-24-283 2577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47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10585 0 0,'31'118'9186'0'0,"-7"1"-5619"0"0,13 127-1027 0 0,-36-237-2327 0 0,85 800 1701 0 0,-73-591-2859 0 0,7 105-1683 0 0,11-74 678 0 0,-23-211 594 0 0,1 0 0 0 0,1-1 1 0 0,3 0-1 0 0,24 50 0 0 0,-33-79 438 0 0,0 0-1 0 0,1-1 1 0 0,0 1 0 0 0,0-1 0 0 0,1 0 0 0 0,0 0 0 0 0,10 8-1 0 0,13 7-4678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47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495 1 1896 0 0,'0'0'18805'0'0,"1"5"-17514"0"0,3 6-899 0 0,0 0-1 0 0,1 0 1 0 0,0 0 0 0 0,1-1-1 0 0,0 1 1 0 0,10 11 0 0 0,3 6 95 0 0,18 34 670 0 0,53 118 0 0 0,-70-130-827 0 0,-2 0-1 0 0,-3 2 0 0 0,10 54 1 0 0,-20-74-202 0 0,-1 0 0 0 0,-1 1 0 0 0,-3 43 0 0 0,-1-59-141 0 0,0 0-1 0 0,-2 1 1 0 0,0-1-1 0 0,-1-1 0 0 0,-1 1 1 0 0,-1 0-1 0 0,-13 27 1 0 0,16-38-14 0 0,0 0 0 0 0,-1 0 0 0 0,0 0 0 0 0,0-1 1 0 0,0 0-1 0 0,-1 0 0 0 0,0 0 0 0 0,-9 7 1 0 0,10-9 12 0 0,1-1 1 0 0,-1 0 0 0 0,1 0 0 0 0,-1-1-1 0 0,0 1 1 0 0,0-1 0 0 0,1 0 0 0 0,-1 0-1 0 0,0 0 1 0 0,0 0 0 0 0,0-1 0 0 0,-1 1 0 0 0,1-1-1 0 0,0 0 1 0 0,0 0 0 0 0,-4-2 0 0 0,-5 0-4 0 0,0-2 0 0 0,0 1 1 0 0,0-2-1 0 0,1 0 0 0 0,0 0 1 0 0,0-1-1 0 0,-14-10 1 0 0,-4-5-15 0 0,-39-34 1 0 0,21 12 127 0 0,3-3 0 0 0,1-1 1 0 0,2-3-1 0 0,3-1 0 0 0,2-2 1 0 0,-59-112-1 0 0,86 145-6 0 0,0-1 0 0 0,2 0 0 0 0,0 0 0 0 0,-9-44 0 0 0,16 57-68 0 0,0 0 0 0 0,1 0 0 0 0,0-1 0 0 0,0 1 0 0 0,1 0 0 0 0,-1 0 0 0 0,4-11 0 0 0,-2 13-22 0 0,0 0 1 0 0,0 1-1 0 0,0 0 1 0 0,1-1-1 0 0,0 1 1 0 0,0 0 0 0 0,0 1-1 0 0,0-1 1 0 0,1 0-1 0 0,0 1 1 0 0,7-7-1 0 0,-2 4-135 0 0,0 0-1 0 0,0 1 0 0 0,1 0 0 0 0,0 0 0 0 0,1 1 1 0 0,-1 1-1 0 0,1 0 0 0 0,18-5 0 0 0,6 1-1478 0 0,52-5 0 0 0,155 4-10619 0 0,-210 9 10664 0 0,76 0-7368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48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 7065 0 0,'73'15'9665'0'0,"-53"-9"-7278"0"0,28 12 0 0 0,-35-12-1919 0 0,1 1-1 0 0,-1 0 1 0 0,0 2 0 0 0,0-1 0 0 0,-1 1 0 0 0,-1 1-1 0 0,20 20 1 0 0,-6 0-94 0 0,-1 1-1 0 0,-2 1 1 0 0,-1 1 0 0 0,-1 0-1 0 0,-2 2 1 0 0,16 42-1 0 0,-10-9-85 0 0,-2 1-1 0 0,18 104 0 0 0,-31-122-213 0 0,3 77 1 0 0,-11-102-80 0 0,-2 1 1 0 0,0-1-1 0 0,-2 0 1 0 0,-12 49-1 0 0,13-66-14 0 0,-1 0 1 0 0,0 0-1 0 0,-1 0 0 0 0,1-1 0 0 0,-2 0 0 0 0,1 1 0 0 0,-1-1 0 0 0,-1-1 1 0 0,0 1-1 0 0,0-1 0 0 0,0 0 0 0 0,-1-1 0 0 0,-8 8 0 0 0,9-10 29 0 0,0 0-1 0 0,0-1 0 0 0,-1 1 0 0 0,0-1 1 0 0,0 0-1 0 0,1-1 0 0 0,-2 0 0 0 0,1 0 1 0 0,0 0-1 0 0,0-1 0 0 0,-1 0 0 0 0,1-1 1 0 0,0 1-1 0 0,-1-1 0 0 0,1-1 0 0 0,0 1 1 0 0,-12-4-1 0 0,0 0 62 0 0,-1-2 0 0 0,0-1 0 0 0,1 0 0 0 0,0-1 0 0 0,1-2 0 0 0,0 1 0 0 0,-23-18 0 0 0,2-2 244 0 0,-72-68-1 0 0,80 66-280 0 0,2-1 0 0 0,1-1 0 0 0,1-1 1 0 0,2-2-1 0 0,-22-41 0 0 0,41 66-119 0 0,1-1 0 0 0,0 0 1 0 0,1 1-1 0 0,0-2 0 0 0,1 1 0 0 0,0 0 0 0 0,-1-21 0 0 0,3 27-22 0 0,1-1-1 0 0,0 1 0 0 0,1 0 0 0 0,-1 0 0 0 0,1 0 0 0 0,1 0 1 0 0,-1 0-1 0 0,1 0 0 0 0,0 0 0 0 0,0 1 0 0 0,1-1 0 0 0,0 1 1 0 0,0-1-1 0 0,0 1 0 0 0,0 0 0 0 0,1 0 0 0 0,5-6 1 0 0,0 3-41 0 0,0 0 1 0 0,1 1 0 0 0,0 0 0 0 0,0 1 0 0 0,0 0 0 0 0,1 0 0 0 0,0 1 0 0 0,0 0 0 0 0,0 1 0 0 0,14-3 0 0 0,13-2-935 0 0,70-7 1 0 0,108 3-7149 0 0,-94 8 3679 0 0,9-2-3662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48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730 1 6185 0 0,'11'10'2425'0'0,"-2"0"0"0"0,0 1 0 0 0,0 0 1 0 0,10 17-1 0 0,-10-12-1596 0 0,-1 1 0 0 0,-1-1 0 0 0,0 2 0 0 0,-1-1 0 0 0,5 25 0 0 0,-4-5-216 0 0,-1 0 0 0 0,-1 0 0 0 0,-3 0 0 0 0,-1 42 0 0 0,-23 159 567 0 0,16-204-1081 0 0,-2 0-1 0 0,-1 0 1 0 0,-1-1 0 0 0,-29 62-1 0 0,34-85-78 0 0,-1 1 0 0 0,-1-1 0 0 0,0 0 0 0 0,0 0 0 0 0,-1 0 0 0 0,0-1 0 0 0,0-1 0 0 0,-1 1 0 0 0,-1-2 0 0 0,-10 9 0 0 0,13-12-18 0 0,0 0-1 0 0,1-1 1 0 0,-2 0 0 0 0,1 0 0 0 0,0 0-1 0 0,0-1 1 0 0,-1 0 0 0 0,1-1 0 0 0,-1 1-1 0 0,0-1 1 0 0,1-1 0 0 0,-1 0 0 0 0,0 0-1 0 0,0 0 1 0 0,1-1 0 0 0,-16-3 0 0 0,10 0-14 0 0,-1-1 1 0 0,1 0-1 0 0,0-1 1 0 0,0 0 0 0 0,1-1-1 0 0,-1-1 1 0 0,-20-17-1 0 0,5 1-40 0 0,-46-51 0 0 0,35 28 112 0 0,1-1 0 0 0,3-3 0 0 0,2 0-1 0 0,2-2 1 0 0,2-2 0 0 0,3 0 0 0 0,-20-64-1 0 0,41 104-226 0 0,0-1-1 0 0,1 1 0 0 0,1-1 1 0 0,-2-25-1 0 0,5 36-36 0 0,-1 1-1 0 0,2-1 1 0 0,-1 1 0 0 0,0-1 0 0 0,1 1-1 0 0,0-1 1 0 0,0 1 0 0 0,0 0-1 0 0,0-1 1 0 0,1 1 0 0 0,0 0-1 0 0,0 0 1 0 0,0 0 0 0 0,0 0 0 0 0,1 0-1 0 0,-1 1 1 0 0,1-1 0 0 0,0 1-1 0 0,0-1 1 0 0,6-3 0 0 0,-3 2-729 0 0,2 0-1 0 0,-1 1 1 0 0,0 0 0 0 0,1 1 0 0 0,0 0 0 0 0,0 0-1 0 0,16-4 1 0 0,3 3-1549 0 0,30-2 0 0 0,-54 6 2199 0 0,85-5-7671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50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10 144 0 0,'-5'-10'24171'0'0,"-4"18"-21428"0"0,-1 9-5286 0 0,4-7 4088 0 0,1 4-1329 0 0,0 1 0 0 0,1-1 1 0 0,0 1-1 0 0,1 0 1 0 0,1 0-1 0 0,0 0 0 0 0,0 20 1 0 0,0 2 28 0 0,-12 446 986 0 0,14-429-1392 0 0,6 171-2163 0 0,5-77-3435 0 0,-8-112 3497 0 0,2 0 0 0 0,1 0-1 0 0,20 65 1 0 0,9-17-6952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52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8765 0 0,'-6'99'9623'0'0,"1"49"-4997"0"0,-1 20-2980 0 0,0-50-854 0 0,-21 510 1812 0 0,31-140-3797 0 0,12-283-5645 0 0,-14-183 3934 0 0,1 0 0 0 0,11 39 1 0 0,1-23-5651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53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0 3776 0 0,'0'0'16795'0'0,"-1"4"-15125"0"0,-18 68 1965 0 0,-19 85 102 0 0,-2 228-878 0 0,35 12-2564 0 0,23 67-645 0 0,18-138-1865 0 0,5-121-6616 0 0,-39-193 7521 0 0,1 0 1 0 0,0 0 0 0 0,1-1 0 0 0,1 1 0 0 0,-1-1 0 0 0,9 14-1 0 0,10 4-8136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596 149 2048 0 0,'0'0'14206'0'0,"8"4"-12388"0"0,1 1-1260 0 0,-2-1-124 0 0,0-1-1 0 0,0 0 1 0 0,0 0-1 0 0,12 3 1 0 0,-17-5-380 0 0,139 40 3109 0 0,-108-29-2791 0 0,0 2-1 0 0,40 22 0 0 0,-47-20-186 0 0,-1 1 0 0 0,-1 1 0 0 0,0 1-1 0 0,-1 1 1 0 0,-1 0 0 0 0,-1 2 0 0 0,-1 1 0 0 0,22 34 0 0 0,-20-23-28 0 0,-1 0 1 0 0,-3 2-1 0 0,0 1 1 0 0,-3 0-1 0 0,21 72 1 0 0,-21-50-91 0 0,-3 1-1 0 0,-3 0 1 0 0,4 103 0 0 0,-13-125-123 0 0,-1-1 0 0 0,-2 1 1 0 0,-2-1-1 0 0,-1 1 1 0 0,-2-2-1 0 0,-2 1 0 0 0,-16 40 1 0 0,20-63-5 0 0,-1 0 1 0 0,0 0 0 0 0,-1-1-1 0 0,0 0 1 0 0,-1 0 0 0 0,-1-1-1 0 0,0 0 1 0 0,-21 19-1 0 0,25-26 32 0 0,-1 1-1 0 0,0-1 1 0 0,-1 0-1 0 0,1-1 1 0 0,-1 0-1 0 0,0 0 1 0 0,0-1-1 0 0,0 0 1 0 0,0 0-1 0 0,0-1 1 0 0,-1 0-1 0 0,1 0 1 0 0,-1-1-1 0 0,0 0 1 0 0,1-1-1 0 0,-1 0 1 0 0,-13-1-1 0 0,2-3 16 0 0,1-1 0 0 0,0 0 0 0 0,0-1-1 0 0,0-1 1 0 0,1-1 0 0 0,0-1 0 0 0,-25-15-1 0 0,0-5 63 0 0,-68-59-1 0 0,44 27 58 0 0,3-4 1 0 0,3-2-1 0 0,-69-100 0 0 0,61 65 454 0 0,-106-209 1 0 0,85 100 22 0 0,78 175-462 0 0,1-1-1 0 0,2-1 1 0 0,-8-63 0 0 0,16 90-106 0 0,1 0 0 0 0,0 0 0 0 0,0 0 0 0 0,1 1 0 0 0,0-1 0 0 0,1 0 1 0 0,0 1-1 0 0,1-1 0 0 0,0 1 0 0 0,1-1 0 0 0,8-16 0 0 0,-7 19-60 0 0,0 1 0 0 0,0-1-1 0 0,1 1 1 0 0,0 1 0 0 0,0-1-1 0 0,0 1 1 0 0,1 0-1 0 0,0 0 1 0 0,0 1 0 0 0,0 0-1 0 0,1 0 1 0 0,0 1 0 0 0,0 0-1 0 0,10-4 1 0 0,0 2-179 0 0,1 1 0 0 0,0 0 0 0 0,1 1 0 0 0,-1 1 1 0 0,0 1-1 0 0,1 1 0 0 0,25 1 0 0 0,145 23-2848 0 0,-180-22 2833 0 0,451 89-12519 0 0,-308-54 4762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55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14 656 0 0,'6'-13'23960'0'0,"5"16"-23666"0"0,-4-1-245 0 0,6 2 60 0 0,0 0 0 0 0,0 1 0 0 0,0 1 0 0 0,13 8 0 0 0,31 23 533 0 0,-1 2 0 0 0,-2 3 1 0 0,-2 2-1 0 0,46 51 1 0 0,-15-2-91 0 0,94 132 1 0 0,-116-136-315 0 0,51 101 0 0 0,-72-108-219 0 0,42 121 0 0 0,-59-135-11 0 0,19 93 1 0 0,-33-115-106 0 0,-2 1 0 0 0,1 92 0 0 0,-8-121 14 0 0,-1-1 1 0 0,0 1-1 0 0,-2 0 0 0 0,0-1 1 0 0,-1 0-1 0 0,-1 0 0 0 0,0 0 1 0 0,-12 23-1 0 0,14-34 64 0 0,0 1 1 0 0,-1-2-1 0 0,0 1 0 0 0,0 0 0 0 0,0-1 0 0 0,-1 0 0 0 0,0 0 0 0 0,0 0 1 0 0,0 0-1 0 0,-1-1 0 0 0,1 0 0 0 0,-1 0 0 0 0,0 0 0 0 0,0-1 0 0 0,-1 0 1 0 0,1 0-1 0 0,0-1 0 0 0,-1 1 0 0 0,0-2 0 0 0,0 1 0 0 0,1-1 0 0 0,-1 0 1 0 0,-11 1-1 0 0,4-3 19 0 0,1 0 0 0 0,0-1 0 0 0,0 0 0 0 0,-1-1 0 0 0,1 0 1 0 0,1-1-1 0 0,-22-10 0 0 0,5 1 20 0 0,1-2 0 0 0,1-1-1 0 0,0-1 1 0 0,-37-31 0 0 0,-91-94 170 0 0,130 117-146 0 0,-118-118 165 0 0,7-6-1 0 0,7-6 1 0 0,-169-265 0 0 0,190 226 198 0 0,90 157-355 0 0,3-1 0 0 0,1-1-1 0 0,-11-47 1 0 0,22 74-60 0 0,1 0 0 0 0,0-1 0 0 0,1 0 0 0 0,0 1 1 0 0,1-1-1 0 0,1 1 0 0 0,3-25 0 0 0,-2 30-25 0 0,0 0-1 0 0,0 1 1 0 0,0-1 0 0 0,1 0 0 0 0,0 1-1 0 0,1 0 1 0 0,-1-1 0 0 0,1 1 0 0 0,0 1-1 0 0,1-1 1 0 0,-1 0 0 0 0,1 1 0 0 0,0 0-1 0 0,1 0 1 0 0,6-4 0 0 0,2 0-107 0 0,2 0 0 0 0,-1 1 0 0 0,1 0 0 0 0,1 2 1 0 0,-1 0-1 0 0,1 1 0 0 0,0 0 0 0 0,0 1 0 0 0,34-2 0 0 0,3 3-1641 0 0,105 6-1 0 0,-34 10-4135 0 0,129 31-1 0 0,-202-33 4205 0 0,112 21-7070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56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577 37 3216 0 0,'41'39'12052'0'0,"-5"2"-6569"0"0,-21-21-4765 0 0,-1 1 1 0 0,0 1-1 0 0,-2 0 0 0 0,16 37 1 0 0,10 43 270 0 0,39 158-1 0 0,-9 117-598 0 0,-42-90-289 0 0,-26-240-151 0 0,-1 0 1 0 0,-2 0 0 0 0,-3 0 0 0 0,-12 50-1 0 0,13-77-9 0 0,-9 23 0 0 0,12-37 61 0 0,0-1 1 0 0,-1 0 0 0 0,0 0-1 0 0,0 1 1 0 0,0-2 0 0 0,0 1-1 0 0,-1 0 1 0 0,-7 6 0 0 0,10-10 2 0 0,-1 1 0 0 0,1-1 0 0 0,-1 0 0 0 0,0 0 0 0 0,1 0 0 0 0,-1 0 1 0 0,0-1-1 0 0,0 1 0 0 0,0 0 0 0 0,0-1 0 0 0,1 1 0 0 0,-1-1 0 0 0,0 0 0 0 0,0 1 1 0 0,0-1-1 0 0,0 0 0 0 0,0 0 0 0 0,0 0 0 0 0,0-1 0 0 0,0 1 0 0 0,0 0 0 0 0,0-1 1 0 0,-2 0-1 0 0,-1-1-7 0 0,0-1 1 0 0,-1 1-1 0 0,1-1 1 0 0,0 0-1 0 0,0-1 1 0 0,-7-5-1 0 0,-6-8-18 0 0,0 0 0 0 0,1-1 0 0 0,-14-21-1 0 0,-41-63-15 0 0,50 69 65 0 0,-98-152 633 0 0,8-5 0 0 0,-160-373-1 0 0,251 509-508 0 0,2-1 0 0 0,2-1-1 0 0,-16-101 1 0 0,31 145-256 0 0,1 0 0 0 0,0 0 0 0 0,1 0 0 0 0,1 0 0 0 0,0 0-1 0 0,3-17 1 0 0,-3 24-135 0 0,1 0 1 0 0,-1 1-1 0 0,1-1 0 0 0,0 1 0 0 0,0-1 0 0 0,1 1 0 0 0,-1 0 0 0 0,5-5 0 0 0,-5 6-261 0 0,1 0 1 0 0,0 1-1 0 0,0-1 0 0 0,0 0 0 0 0,0 1 0 0 0,1 0 0 0 0,-1 0 1 0 0,1 0-1 0 0,-1 0 0 0 0,1 0 0 0 0,4-1 0 0 0,2 1-599 0 0,0 0-1 0 0,-1 0 1 0 0,1 1-1 0 0,0 0 1 0 0,0 1 0 0 0,0 0-1 0 0,18 3 1 0 0,43 8-7596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57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17318 866 808 0 0,'-137'-18'12568'0'0,"1"-9"-8593"0"0,-135-18-1928 0 0,-346 33-56 0 0,45 51-1221 0 0,366-21-427 0 0,-890 8 1035 0 0,613-50-1230 0 0,-301-46 353 0 0,-6-22 1058 0 0,707 82-1338 0 0,-451-47 102 0 0,-15 37-404 0 0,-162 56 75 0 0,213-5-10 0 0,2-29-66 0 0,-381-96 143 0 0,169-34 454 0 0,348 58-36 0 0,-276-32 173 0 0,-5 42-426 0 0,10 48-122 0 0,0 27 37 0 0,-772-41-55 0 0,719-39 123 0 0,-26-2 610 0 0,-2 34-97 0 0,172 56-740 0 0,429-9-1007 0 0,1 4 1 0 0,-196 60-1 0 0,182-34-3793 0 0,3 2-4384 0 0,101-39 7192 0 0,-10 4-6569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7:59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16670 739 528 0 0,'-27'9'6977'0'0,"-43"7"-1"0"0,-29-4-1917 0 0,-99-11-4018 0 0,144-3 17 0 0,-424 29 727 0 0,384-18-1621 0 0,50-5-72 0 0,-702 47 848 0 0,-181-32-79 0 0,817-16-746 0 0,-434 8 223 0 0,-9-19 2 0 0,-1182-178 1042 0 0,1126 78-572 0 0,-427-68-364 0 0,-364-4-71 0 0,571 102-303 0 0,128 13-44 0 0,-400-11 408 0 0,-10 55 95 0 0,498 36-329 0 0,140 24-61 0 0,-204 67-328 0 0,-100 12-426 0 0,353-82 295 0 0,187-30-1132 0 0,-377-39-1 0 0,450 10-1649 0 0,60-2-2093 0 0,93 22 4285 0 0,1 0-1 0 0,0-1 1 0 0,0 0-1 0 0,1-1 1 0 0,-1 0 0 0 0,1 0-1 0 0,0-1 1 0 0,-9-8 0 0 0,-6-13-6542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01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17688 307 192 0 0,'9'-11'2151'0'0,"0"1"-1"0"0,0 0 1 0 0,1 0-1 0 0,0 0 1 0 0,16-11-1 0 0,-9 8 795 0 0,-16 11-2668 0 0,1 1 1 0 0,0-1 0 0 0,0 0-1 0 0,0 1 1 0 0,0-1 0 0 0,5-2 0 0 0,3-1 442 0 0,-7 4 1375 0 0,-14 5-1883 0 0,-135 47 233 0 0,70-26-312 0 0,-57 22-2 0 0,-468 153 122 0 0,239-98-117 0 0,-43-20-55 0 0,-311-11 555 0 0,236-56-44 0 0,-4-9-126 0 0,-536-2 181 0 0,-76 9-49 0 0,934-11-595 0 0,-310 1 117 0 0,-452-24-68 0 0,548 1 20 0 0,-601-38-45 0 0,4-26 11 0 0,266-14-25 0 0,2-26 87 0 0,-66-10 201 0 0,-364-2 90 0 0,-164 105 416 0 0,643 28-280 0 0,-1-26 378 0 0,578 23-807 0 0,-634-44 454 0 0,-2 22-452 0 0,595 26-871 0 0,-257-1 825 0 0,189 8-3436 0 0,1 7-5808 0 0,137-8 4615 0 0,14-3-4036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9:00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4176 0 0,'24'13'11787'0'0,"-18"-10"-11785"0"0,-3-1 1334 0 0,0-2 95 0 0,29 9 2710 0 0,-30-8-4056 0 0,0-1 0 0 0,0 1-1 0 0,0 0 1 0 0,0 0-1 0 0,0 1 1 0 0,-1-1-1 0 0,1 0 1 0 0,0 1 0 0 0,-1-1-1 0 0,1 1 1 0 0,-1-1-1 0 0,0 1 1 0 0,1 0-1 0 0,-1-1 1 0 0,0 1 0 0 0,1 3-1 0 0,0-2-46 0 0,3 5 53 0 0,-1 0 1 0 0,0 0-1 0 0,-1 0 1 0 0,0 1-1 0 0,0 0 0 0 0,2 13 1 0 0,5 54 38 0 0,-10-72-135 0 0,9 192-1493 0 0,-15-67-7665 0 0,5-101 4738 0 0,2-7-2843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9:01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4584 0 0,'4'-2'2086'0'0,"0"1"0"0"0,0-1 0 0 0,1 1 0 0 0,-1 0 0 0 0,7-1 0 0 0,-8 1-506 0 0,3 4-344 0 0,13 4-790 0 0,-1 2 0 0 0,0 0 0 0 0,-1 1 0 0 0,18 13 1 0 0,68 56 863 0 0,-97-74-1164 0 0,5 4 74 0 0,0 0 1 0 0,10 12-1 0 0,-17-16-139 0 0,-1-1 0 0 0,1 1 0 0 0,-1-1 0 0 0,0 1-1 0 0,-1 0 1 0 0,1 0 0 0 0,-1 1 0 0 0,0-1 0 0 0,1 7-1 0 0,-1-9-35 0 0,-2-2-29 0 0,1 0 1 0 0,-1 1-1 0 0,1-1 1 0 0,-1 0-1 0 0,1 0 1 0 0,-1 1-1 0 0,0-1 1 0 0,0 0-1 0 0,0 0 1 0 0,0 1-1 0 0,0-1 1 0 0,0 0-1 0 0,0 1 1 0 0,0 1-1 0 0,-5 34 236 0 0,4-34-148 0 0,0 0 20 0 0,-6 11 24 0 0,6-11 245 0 0,20-4-257 0 0,33-6 1 0 0,18-5-119 0 0,0 2-1 0 0,124 1 1 0 0,97 27-941 0 0,-27 23-1581 0 0,134 15-10904 0 0,-293-50 6292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9:01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6761 0 0,'40'14'8937'0'0,"-1"4"-4609"0"0,-21-8-3727 0 0,0 1 0 0 0,0 1 0 0 0,-1 1 0 0 0,17 16 0 0 0,-12-8-472 0 0,-1 1 0 0 0,0 1 0 0 0,-2 0-1 0 0,-1 2 1 0 0,-1 0 0 0 0,-1 1 0 0 0,22 49 0 0 0,-37-74-143 0 0,-1 0 0 0 0,1 0-1 0 0,-1 1 1 0 0,0-1 0 0 0,1 0-1 0 0,-1 0 1 0 0,0 1 0 0 0,0-1-1 0 0,1 0 1 0 0,-1 0 0 0 0,0 1-1 0 0,-1 1 1 0 0,1 1 14 0 0,1 0 264 0 0,-34-9 1130 0 0,35 11-1381 0 0,27 41 202 0 0,-15-27-81 0 0,-2 0 1 0 0,12 27-1 0 0,-19-37-95 0 0,-1 1-1 0 0,-1 0 1 0 0,0 0-1 0 0,0 0 1 0 0,1 13-1 0 0,-4-21-38 0 0,0 0 0 0 0,0 1 0 0 0,0-1 0 0 0,0 1 0 0 0,0-1 0 0 0,-1 1 0 0 0,1-1 0 0 0,-1 0 0 0 0,0 1 0 0 0,0-1 0 0 0,0 0 0 0 0,-1 0-1 0 0,1 0 1 0 0,-1 0 0 0 0,0 0 0 0 0,0 0 0 0 0,0 0 0 0 0,0 0 0 0 0,0-1 0 0 0,0 1 0 0 0,-5 3 0 0 0,2-3-71 0 0,0 0 1 0 0,0 0-1 0 0,0 0 1 0 0,-1-1-1 0 0,1 0 0 0 0,-1 0 1 0 0,1-1-1 0 0,-1 1 0 0 0,1-1 1 0 0,-1 0-1 0 0,0-1 0 0 0,0 1 1 0 0,1-1-1 0 0,-9-1 1 0 0,0 0-141 0 0,0-1 0 0 0,0-1 1 0 0,0 0-1 0 0,-22-8 0 0 0,7 0-758 0 0,-31-17 0 0 0,24 8-3034 0 0,-49-36 0 0 0,76 50 2532 0 0,1-2-1 0 0,-12-10 1 0 0,-8-16-5693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9:02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3328 0 0,'7'-4'15209'0'0,"-3"10"-11127"0"0,-1 16-6909 0 0,-3-16 4396 0 0,1 18-1108 0 0,-4 39 1 0 0,1 3-85 0 0,2-39-311 0 0,2 0 0 0 0,1 0 0 0 0,10 45 1 0 0,-11-64-34 0 0,0 0 0 0 0,1 0 1 0 0,0-1-1 0 0,0 1 1 0 0,1-1-1 0 0,0 0 0 0 0,0 1 1 0 0,1-2-1 0 0,0 1 1 0 0,0-1-1 0 0,1 1 0 0 0,-1-1 1 0 0,1-1-1 0 0,1 1 1 0 0,-1-1-1 0 0,12 7 0 0 0,-5-6 51 0 0,1 0 0 0 0,-1-1 0 0 0,1 0 0 0 0,1-2 0 0 0,-1 1-1 0 0,0-2 1 0 0,1 0 0 0 0,-1 0 0 0 0,1-2 0 0 0,0 0 0 0 0,23-2-1 0 0,-12-2-40 0 0,0 0 0 0 0,0-2 0 0 0,-1-1 0 0 0,0 0 0 0 0,40-20 0 0 0,-59 25-60 0 0,-1 0-1 0 0,0-1 1 0 0,0 0 0 0 0,0 0 0 0 0,0 0-1 0 0,0-1 1 0 0,-1 1 0 0 0,1-1-1 0 0,-1 0 1 0 0,0-1 0 0 0,4-5 0 0 0,-7 9 6 0 0,0 0 0 0 0,-1 0 0 0 0,1-1 0 0 0,-1 1 1 0 0,1 0-1 0 0,-1 0 0 0 0,1-1 0 0 0,-1 1 0 0 0,0 0 1 0 0,1-3-1 0 0,-1 0-6 0 0,0-4-9 0 0,-1 4 39 0 0,-1 0 0 0 0,1 0 1 0 0,-1 0-1 0 0,0 0 1 0 0,0 0-1 0 0,-1 0 1 0 0,1 1-1 0 0,-1-1 1 0 0,0 1-1 0 0,0 0 0 0 0,0 0 1 0 0,0 0-1 0 0,-1 0 1 0 0,1 0-1 0 0,-1 1 1 0 0,1-1-1 0 0,-1 1 1 0 0,0 0-1 0 0,0 0 0 0 0,0 1 1 0 0,0-1-1 0 0,0 1 1 0 0,-1 0-1 0 0,1 0 1 0 0,0 0-1 0 0,-1 0 1 0 0,1 1-1 0 0,0 0 0 0 0,-1 0 1 0 0,1 0-1 0 0,-1 0 1 0 0,1 1-1 0 0,0 0 1 0 0,-1 0-1 0 0,-5 2 1 0 0,-4 2 9 0 0,0 1 1 0 0,0 0 0 0 0,0 1-1 0 0,1 0 1 0 0,1 1 0 0 0,-1 1 0 0 0,-17 15-1 0 0,13-8-70 0 0,1 1 0 0 0,0 0-1 0 0,1 1 1 0 0,-16 25 0 0 0,12-11-346 0 0,1 1 0 0 0,2 1 1 0 0,1 0-1 0 0,-14 51 0 0 0,9-12-3579 0 0,-11 91 0 0 0,17-55-501 0 0,7 1-3211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36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3280 0 0,'0'0'8993'0'0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37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1434 13 6273 0 0,'0'0'5202'0'0,"7"-2"-1797"0"0,23-7-1385 0 0,-18 8-472 0 0,-7 1-1110 0 0,17 4 1321 0 0,-18-3-1635 0 0,11 3 399 0 0,-1 1 0 0 0,0 0 0 0 0,13 8 0 0 0,-15-6-306 0 0,0 0 0 0 0,0 1-1 0 0,-1 1 1 0 0,0 0 0 0 0,-1 0 0 0 0,16 19 0 0 0,-20-21-135 0 0,-1 1-1 0 0,0-1 1 0 0,0 1 0 0 0,-1 0-1 0 0,0 1 1 0 0,-1-1 0 0 0,0 1-1 0 0,0-1 1 0 0,-1 1 0 0 0,0 0-1 0 0,2 13 1 0 0,-4-13-61 0 0,1 1 0 0 0,-1-1 0 0 0,-1 0 0 0 0,0 1 0 0 0,0-1 0 0 0,0 0 0 0 0,-1 0 0 0 0,-1 0 0 0 0,0 0 0 0 0,0 0-1 0 0,-8 15 1 0 0,4-12 32 0 0,0-1 1 0 0,-1 0-1 0 0,-1-1 0 0 0,1 0 0 0 0,-1 0 0 0 0,-1-1 0 0 0,-17 13 0 0 0,2-4 29 0 0,-2-2 1 0 0,0-1-1 0 0,0-1 1 0 0,-2-1-1 0 0,1-2 0 0 0,-46 13 1 0 0,-146 23-62 0 0,-6 3-1 0 0,213-47 3 0 0,0 1 1 0 0,0 1-1 0 0,1 0 0 0 0,-1 1 0 0 0,-17 11 0 0 0,28-13 18 0 0,1-2-39 0 0,1-1 0 0 0,0 0 0 0 0,0 1 0 0 0,0-1 0 0 0,0 0-1 0 0,0 1 1 0 0,0-1 0 0 0,0 0 0 0 0,1 1 0 0 0,-1-1 0 0 0,1 2 0 0 0,1 0 5 0 0,-1 0-1 0 0,1-1 1 0 0,0 1 0 0 0,1 0 0 0 0,-1-1 0 0 0,0 0 0 0 0,1 1 0 0 0,-1-1-1 0 0,1 0 1 0 0,0 0 0 0 0,0 0 0 0 0,-1-1 0 0 0,5 2 0 0 0,10 6 51 0 0,20 5 1 0 0,-20-7-34 0 0,211 71 312 0 0,51 20 650 0 0,-278-97-982 0 0,36 15 351 0 0,64 38 0 0 0,-92-48-255 0 0,1 0-1 0 0,-1 1 0 0 0,-1 0 0 0 0,1 1 1 0 0,-1-1-1 0 0,0 2 0 0 0,-1-1 1 0 0,0 1-1 0 0,0 0 0 0 0,-1 1 0 0 0,10 19 1 0 0,-15-26-65 0 0,0 1 0 0 0,0 0-1 0 0,0-1 1 0 0,0 1 0 0 0,0 0 0 0 0,-1 0 0 0 0,1-1 0 0 0,-1 1 0 0 0,0 0 0 0 0,0 0 0 0 0,-1 0 0 0 0,1 0 0 0 0,-1-1-1 0 0,0 1 1 0 0,0 0 0 0 0,-2 6 0 0 0,0-4-9 0 0,0-1 0 0 0,0 0 0 0 0,-1 0 0 0 0,0 0 1 0 0,0 0-1 0 0,0 0 0 0 0,0-1 0 0 0,-1 0 0 0 0,-7 6 0 0 0,-4 1 16 0 0,-1-1 0 0 0,0-1 0 0 0,0 0 0 0 0,-1-1 0 0 0,-31 9 0 0 0,5-6-124 0 0,0-2 1 0 0,-1-2-1 0 0,0-1 1 0 0,0-3 0 0 0,-76-4-1 0 0,-225-42-1771 0 0,62-22-466 0 0,5-16-3360 0 0,230 65 3359 0 0,-93-31-6002 0 0,72 24 574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38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1 744 0 0,'0'0'18784'0'0,"10"2"-18167"0"0,35 6-98 0 0,-41-7-458 0 0,0 0-1 0 0,-1 0 1 0 0,1 1-1 0 0,0-1 1 0 0,-1 1 0 0 0,1 0-1 0 0,-1 0 1 0 0,1 0 0 0 0,-1 0-1 0 0,0 1 1 0 0,0-1 0 0 0,3 4-1 0 0,5 4 97 0 0,20 15 225 0 0,172 136 2031 0 0,-196-156-2336 0 0,113 92 1834 0 0,-107-85-1654 0 0,-1 0-1 0 0,0 1 1 0 0,-1 1 0 0 0,0 0-1 0 0,-1 1 1 0 0,13 26 0 0 0,-18-31-197 0 0,-2 0 1 0 0,1 0-1 0 0,-1 0 0 0 0,-1 0 1 0 0,0 1-1 0 0,0-1 1 0 0,-1 1-1 0 0,-1 0 1 0 0,0-1-1 0 0,0 1 1 0 0,-1 0-1 0 0,0-1 0 0 0,-1 1 1 0 0,0-1-1 0 0,0 1 1 0 0,-1-1-1 0 0,-1 0 1 0 0,-9 18-1 0 0,5-12-31 0 0,-1-1-1 0 0,-1 0 1 0 0,-1 0-1 0 0,0-1 0 0 0,0 0 1 0 0,-2-1-1 0 0,0 0 1 0 0,0-1-1 0 0,-1-1 1 0 0,-21 14-1 0 0,11-11-208 0 0,0-1 0 0 0,-1-1 0 0 0,-1-1 0 0 0,1-1 0 0 0,-2-1 0 0 0,1-1 0 0 0,-1-2-1 0 0,-1-1 1 0 0,1 0 0 0 0,-43-1 0 0 0,59-4-148 0 0,-1-1 0 0 0,1-1 0 0 0,0 0 0 0 0,0-1 0 0 0,0 0 0 0 0,0 0 0 0 0,0-1 0 0 0,1-1 0 0 0,-1 0 1 0 0,-11-7-1 0 0,-11-10-5555 0 0,-48-40 0 0 0,67 50 3294 0 0,-13-12-4358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38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11 6017 0 0,'-10'-10'13839'0'0,"7"17"-12864"0"0,-4 9-500 0 0,1 1 0 0 0,1 0 0 0 0,-4 23 0 0 0,7-23-182 0 0,-3 9 31 0 0,1 0 0 0 0,2 1-1 0 0,1 45 1 0 0,6-3 215 0 0,2-44-258 0 0,-3-10-3029 0 0,-2-4-9050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39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14 1808 0 0,'-12'-14'15588'0'0,"8"19"-14259"0"0,1 0-1126 0 0,0 0 0 0 0,0 1-1 0 0,1-1 1 0 0,-1 1 0 0 0,1 0 0 0 0,0 0 0 0 0,1 0-1 0 0,-1 0 1 0 0,1 0 0 0 0,0 0 0 0 0,1 9 0 0 0,-2 18 239 0 0,2 0 0 0 0,7 60 0 0 0,21 64-952 0 0,-18-122-486 0 0,-3-15-3625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39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8089 0 0,'0'0'15589'0'0,"11"3"-14611"0"0,-7-2-874 0 0,6 1 127 0 0,0 1 1 0 0,0 0-1 0 0,-1 1 0 0 0,0 0 1 0 0,1 0-1 0 0,13 10 1 0 0,24 24 588 0 0,-2 1 1 0 0,-2 2-1 0 0,72 90 1 0 0,-52-54-1088 0 0,13 17-920 0 0,-27-31-3255 0 0,-37-50 729 0 0,-6-7 808 0 0,1 2-3351 0 0,0 0-1876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39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0 4672 0 0,'-5'1'5836'0'0,"-5"1"-4540"0"0,0 0-1 0 0,1 1 0 0 0,0 0 0 0 0,0 1 1 0 0,0 0-1 0 0,0 0 0 0 0,-14 11 1 0 0,11-7-760 0 0,2 1 0 0 0,-1 1 0 0 0,1 0 0 0 0,1 0 1 0 0,0 1-1 0 0,0 0 0 0 0,1 0 0 0 0,0 1 1 0 0,1 0-1 0 0,1 1 0 0 0,0-1 0 0 0,-6 20 1 0 0,5-11-1291 0 0,2 0 1 0 0,-6 36 0 0 0,6-5-4779 0 0,4 1-4065 0 0,1-33 1904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40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910 29 1128 0 0,'2'-1'5757'0'0,"0"0"-4088"0"0,0-1-1 0 0,-1 1 1 0 0,1 0-1 0 0,0-1 1 0 0,-1 0-1 0 0,1 1 1 0 0,-1-1-1 0 0,1 0 1 0 0,-1 0-1 0 0,2-3 1 0 0,-12 5-1184 0 0,-265-6 1360 0 0,165 6-1752 0 0,-100 2-2238 0 0,-55 0-12409 0 0,198-5 6351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41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889 0 7529 0 0,'-15'16'6768'0'0,"-6"-4"-3827"0"0,-18 1-541 0 0,-6 3-556 0 0,-9-4-504 0 0,-20 1-400 0 0,-7 0-384 0 0,-11 2-408 0 0,-7 0-536 0 0,-6-1-4684 0 0,6-4 1327 0 0,6-5 145 0 0,21-5-5301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50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1248 1 3456 0 0,'0'0'16951'0'0,"0"2"-15877"0"0,-6 24 53 0 0,0-1 0 0 0,-20 48-1 0 0,14-41-997 0 0,-10 38-1 0 0,-5 99 444 0 0,3-17-237 0 0,15-109-250 0 0,-2-2 0 0 0,-1 1 0 0 0,-33 70 0 0 0,37-94-58 0 0,-2-1 0 0 0,0-1 0 0 0,-1 1 0 0 0,-1-2 0 0 0,0 1 0 0 0,-1-2 0 0 0,0 0 0 0 0,-1 0 0 0 0,-1-1 0 0 0,-29 19 0 0 0,27-22-29 0 0,0-1 0 0 0,0-1-1 0 0,-1 0 1 0 0,0-1 0 0 0,-1-1-1 0 0,-29 6 1 0 0,21-8-20 0 0,0-1-1 0 0,0-1 0 0 0,0-1 1 0 0,-31-4-1 0 0,-12-5-376 0 0,-119-28 1 0 0,23-12-6158 0 0,147 42 4447 0 0,0-2 1 0 0,0 0 0 0 0,-22-13-1 0 0,-1-8-5877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51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0 3904 0 0,'0'0'9079'0'0,"4"4"-6946"0"0,-1 0-1648 0 0,-2-2-306 0 0,1 0 0 0 0,-1 0-1 0 0,1 0 1 0 0,-1-1 0 0 0,1 1-1 0 0,0-1 1 0 0,0 1-1 0 0,0-1 1 0 0,2 2 0 0 0,17 10 491 0 0,0-1 0 0 0,1-1 0 0 0,1-1 1 0 0,-1-1-1 0 0,26 7 0 0 0,25 3 836 0 0,102 34 2179 0 0,-167-50-3500 0 0,1 1-1 0 0,0 1 1 0 0,-1-1-1 0 0,0 1 1 0 0,0 1-1 0 0,0 0 1 0 0,11 11-1 0 0,-15-12-111 0 0,1 0-1 0 0,-1 0 1 0 0,0 1-1 0 0,0 0 1 0 0,0 0-1 0 0,-1 0 1 0 0,0 0-1 0 0,0 1 1 0 0,-1-1 0 0 0,0 1-1 0 0,2 8 1 0 0,-1 0-46 0 0,-2 1 0 0 0,0-1 0 0 0,0 1 0 0 0,-1-1 0 0 0,-1 1 0 0 0,-1-1 0 0 0,0 0 0 0 0,-1 1 0 0 0,-1-1 0 0 0,0 0 0 0 0,-1-1 1 0 0,0 1-1 0 0,-2-1 0 0 0,1 0 0 0 0,-10 14 0 0 0,5-12-49 0 0,0 0 0 0 0,0-1 1 0 0,-1 0-1 0 0,-1-1 0 0 0,-1-1 0 0 0,0 0 0 0 0,0 0 1 0 0,-1-2-1 0 0,-1 0 0 0 0,0 0 0 0 0,-33 14 1 0 0,33-18 6 0 0,0-1 1 0 0,0-1 0 0 0,-1-1-1 0 0,0 0 1 0 0,0-1 0 0 0,0-1-1 0 0,0 0 1 0 0,0-2 0 0 0,-33-2-1 0 0,27-1 6 0 0,0-1 0 0 0,0-2 0 0 0,0 0-1 0 0,1-1 1 0 0,0-1 0 0 0,-36-20 0 0 0,27 12 7 0 0,0-3 1 0 0,2 0-1 0 0,1-2 1 0 0,0-1 0 0 0,1-1-1 0 0,-30-34 1 0 0,44 42-21 0 0,1 0 0 0 0,0-1 0 0 0,1 0 0 0 0,1-1 0 0 0,0 0 0 0 0,1-1 0 0 0,1 0 1 0 0,1-1-1 0 0,0 1 0 0 0,1-1 0 0 0,2-1 0 0 0,-5-32 0 0 0,8 44 1 0 0,1 0-1 0 0,0 1 1 0 0,1-1 0 0 0,-1 0-1 0 0,1 1 1 0 0,1-1-1 0 0,0 1 1 0 0,0-1 0 0 0,0 1-1 0 0,1 0 1 0 0,0 0 0 0 0,0 0-1 0 0,1 0 1 0 0,0 0-1 0 0,5-7 1 0 0,-2 7-25 0 0,-1 0-1 0 0,1 0 1 0 0,0 1 0 0 0,0 0-1 0 0,1 0 1 0 0,0 0 0 0 0,0 1-1 0 0,0 0 1 0 0,0 1 0 0 0,1 0-1 0 0,17-6 1 0 0,-5 4-11 0 0,1 1 1 0 0,0 1-1 0 0,0 1 1 0 0,42-1-1 0 0,13 6-1984 0 0,0 7-4896 0 0,-75-9 6306 0 0,1 1 1 0 0,0-1-1 0 0,0 0 0 0 0,-1 0 1 0 0,1 0-1 0 0,0 0 0 0 0,0 0 1 0 0,0-1-1 0 0,-1 1 0 0 0,1-1 1 0 0,0 0-1 0 0,4-1 0 0 0,12-9-6867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51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8709 0 0,'-2'1'1060'0'0,"0"0"0"0"0,1 0 1 0 0,-1 1-1 0 0,0-1 0 0 0,0 0 1 0 0,1 1-1 0 0,-1-1 1 0 0,-2 4-1 0 0,3-4-585 0 0,1 1 1 0 0,-1-1-1 0 0,0 1 1 0 0,0-1-1 0 0,1 1 1 0 0,-1-1-1 0 0,1 1 1 0 0,-1-1-1 0 0,1 4 1 0 0,0 0-46 0 0,0 0 0 0 0,0 0 1 0 0,1 1-1 0 0,0-1 0 0 0,3 10 1 0 0,-4-12-302 0 0,41 189 1829 0 0,-38-164-3604 0 0,-1 41 0 0 0,-2-50-702 0 0,-2 1-1 0 0,0-1 1 0 0,-6 19 0 0 0,0-11-2130 0 0,-3-8-3275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52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411 19 6913 0 0,'0'0'12673'0'0,"9"-3"-11048"0"0,28-10-490 0 0,-28 10-382 0 0,-3 8-354 0 0,9 8-340 0 0,-1 1 0 0 0,0 0 0 0 0,14 20 0 0 0,92 144 73 0 0,-107-157 143 0 0,0 0 0 0 0,-2 1 0 0 0,13 34 0 0 0,-21-47-158 0 0,0 0 0 0 0,-1 0 0 0 0,0 0 0 0 0,-1 0 0 0 0,0 0 0 0 0,0 0 0 0 0,-1 1 0 0 0,0-1 0 0 0,-1 0 1 0 0,0 0-1 0 0,0 0 0 0 0,-5 16 0 0 0,0-10 100 0 0,-1 1-1 0 0,0 0 1 0 0,-1-1 0 0 0,-1-1 0 0 0,0 1-1 0 0,-20 23 1 0 0,-77 71 701 0 0,-2-13-411 0 0,42-37-266 0 0,-92 102-1 0 0,135-133-440 0 0,1 1 0 0 0,1 1 0 0 0,1 0-1 0 0,2 2 1 0 0,1 0 0 0 0,2 1-1 0 0,1 1 1 0 0,1 0 0 0 0,-9 42 0 0 0,10-10-5633 0 0,-6 132 1 0 0,18-130 1236 0 0,5-9-4292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53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1499 0 1408 0 0,'-13'6'4193'0'0,"0"0"0"0"0,-19 5 0 0 0,-30 3 876 0 0,-66-1-2044 0 0,112-11-2319 0 0,-411 6 4158 0 0,89-4-4653 0 0,283-2-1196 0 0,-113 3-5818 0 0,124-5 2673 0 0,-79-13 0 0 0,43-5-4924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58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186 732 7897 0 0,'-3'1'4815'0'0,"-1"1"-3981"0"0,1-1 1 0 0,-1 1-1 0 0,0-1 1 0 0,1 1-1 0 0,-1 0 1 0 0,1 0-1 0 0,-4 3 1 0 0,0 1-5 0 0,0 1 1 0 0,-9 10 0 0 0,1 1-333 0 0,-18 32 0 0 0,16-23-317 0 0,-16 39-1 0 0,29-56-129 0 0,0 0 0 0 0,0 1 0 0 0,1-1 0 0 0,1 1 0 0 0,0 0 0 0 0,0 0 0 0 0,0 12 0 0 0,3-7-44 0 0,0 1 1 0 0,2 0-1 0 0,0-1 0 0 0,0 1 1 0 0,2-1-1 0 0,0 0 0 0 0,1-1 1 0 0,0 1-1 0 0,1-1 1 0 0,1 0-1 0 0,1-1 0 0 0,0 1 1 0 0,0-2-1 0 0,2 1 0 0 0,14 14 1 0 0,-19-23-61 0 0,0 0 0 0 0,0 0 0 0 0,11 6 0 0 0,0 0-41 0 0,-16-10 87 0 0,0 0 0 0 0,0-1 0 0 0,0 1 1 0 0,0 0-1 0 0,0-1 0 0 0,0 1 0 0 0,0-1 0 0 0,1 0 1 0 0,-1 1-1 0 0,0-1 0 0 0,0 0 0 0 0,0 1 0 0 0,0-1 0 0 0,2 0 1 0 0,1 0-9 0 0,-3 1 16 0 0,0-1 0 0 0,0 1 1 0 0,0-1-1 0 0,1 0 0 0 0,-1 0 0 0 0,0 0 0 0 0,0 1 0 0 0,1-1 0 0 0,-1 0 0 0 0,0 0 1 0 0,0-1-1 0 0,3 1 0 0 0,-1-1 13 0 0,5-1 41 0 0,-4 0-34 0 0,-1 0-1 0 0,1 0 1 0 0,-1-1-1 0 0,1 1 1 0 0,-1-1-1 0 0,0 0 1 0 0,0 0-1 0 0,0 0 1 0 0,0 0-1 0 0,0-1 1 0 0,-1 1-1 0 0,1-1 1 0 0,2-6 0 0 0,1-7 85 0 0,0 1 1 0 0,-1-1 0 0 0,-1 0 0 0 0,-1-1 0 0 0,2-18 0 0 0,-1-89 635 0 0,-6 51 171 0 0,-16-98 0 0 0,-25-71 595 0 0,9 60-558 0 0,27 145-561 0 0,-2-76 0 0 0,9 102-349 0 0,0 0-1 0 0,1 1 1 0 0,1-1 0 0 0,0 0-1 0 0,0 0 1 0 0,1 1-1 0 0,1-1 1 0 0,0 1 0 0 0,0 0-1 0 0,9-14 1 0 0,-9 19-99 0 0,1 0 0 0 0,-1 0 1 0 0,1 0-1 0 0,1 1 0 0 0,-1 0 1 0 0,1 0-1 0 0,0 0 0 0 0,0 1 0 0 0,1 0 1 0 0,-1 0-1 0 0,1 0 0 0 0,0 1 1 0 0,0 0-1 0 0,0 0 0 0 0,0 1 1 0 0,0 0-1 0 0,1 0 0 0 0,8 0 0 0 0,7-1-246 0 0,1 1-1 0 0,-1 1 1 0 0,1 1-1 0 0,36 6 0 0 0,56 10-2126 0 0,148 39-1 0 0,-108-5-3375 0 0,-34 5-2008 0 0,-78-32 1116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5:59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17 1344 0 0,'-12'-9'24704'0'0,"21"7"-24480"0"0,25-3-41 0 0,-34 5-175 0 0,1 0 1 0 0,0-1-1 0 0,0 1 1 0 0,0 0-1 0 0,-1 0 1 0 0,1 0-1 0 0,0 0 0 0 0,0 0 1 0 0,-1 0-1 0 0,1 0 1 0 0,0 0-1 0 0,0 1 0 0 0,0-1 1 0 0,-1 0-1 0 0,1 0 1 0 0,0 1-1 0 0,1 0 0 0 0,22 9 62 0 0,0 2 0 0 0,-1 0 0 0 0,0 2 0 0 0,-1 1 0 0 0,-1 0-1 0 0,33 32 1 0 0,-38-30-14 0 0,-2 1-1 0 0,0 1 1 0 0,0 0 0 0 0,-2 1-1 0 0,-1 1 1 0 0,13 30 0 0 0,-5-3 12 0 0,21 93 0 0 0,-35-122-77 0 0,-2 0 0 0 0,0 0 0 0 0,-1 1-1 0 0,-1-1 1 0 0,-3 30 0 0 0,1-40 2 0 0,0-1 1 0 0,-1 1-1 0 0,0 0 0 0 0,-1-1 0 0 0,0 1 1 0 0,-4 8-1 0 0,5-12 4 0 0,-1 0 0 0 0,0 0-1 0 0,0-1 1 0 0,-1 1 0 0 0,1-1 0 0 0,-1 0 0 0 0,0 0-1 0 0,0 0 1 0 0,0-1 0 0 0,-8 6 0 0 0,7-6-16 0 0,0-1 0 0 0,0 0-1 0 0,0 0 1 0 0,0-1 0 0 0,0 1 0 0 0,0-1 0 0 0,-1 0 0 0 0,1-1 0 0 0,0 1 0 0 0,-1-1-1 0 0,1 0 1 0 0,0 0 0 0 0,-1-1 0 0 0,1 1 0 0 0,0-1 0 0 0,-8-2 0 0 0,-7-3-29 0 0,0-1 1 0 0,-33-17-1 0 0,14 4 45 0 0,1-2 0 0 0,1-2 0 0 0,1-1 0 0 0,1-2 0 0 0,2-1 0 0 0,-57-62-1 0 0,88 88 10 0 0,0-1 0 0 0,0 1-1 0 0,1-1 1 0 0,-1 1-1 0 0,1-1 1 0 0,-1 0-1 0 0,1 1 1 0 0,0-1-1 0 0,0 0 1 0 0,0 0 0 0 0,0 0-1 0 0,0 0 1 0 0,0-3-1 0 0,1 4 0 0 0,1 1-1 0 0,-1-1 1 0 0,0 1-1 0 0,0-1 0 0 0,0 0 1 0 0,1 1-1 0 0,-1-1 1 0 0,1 1-1 0 0,-1-1 0 0 0,1 1 1 0 0,0-1-1 0 0,0 1 1 0 0,-1 0-1 0 0,1-1 1 0 0,0 1-1 0 0,0 0 0 0 0,0 0 1 0 0,0-1-1 0 0,1 1 1 0 0,-1 0-1 0 0,0 0 1 0 0,0 0-1 0 0,1 0 0 0 0,-1 1 1 0 0,1-1-1 0 0,-1 0 1 0 0,0 0-1 0 0,3 0 0 0 0,7-3-9 0 0,1 1 0 0 0,0 0 0 0 0,1 0-1 0 0,-1 1 1 0 0,0 1 0 0 0,1 0 0 0 0,-1 0-1 0 0,0 2 1 0 0,24 2 0 0 0,-9 1-49 0 0,-1 2 1 0 0,1 1-1 0 0,38 15 1 0 0,-41-12-348 0 0,-1 1 0 0 0,36 23 0 0 0,-11 0-2770 0 0,-1 1-4339 0 0,-32-24 3027 0 0,-5-5-3324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00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2688 0 0,'100'94'15237'0'0,"45"46"-9930"0"0,-117-109-4794 0 0,-1 1 0 0 0,41 63 0 0 0,-63-88-443 0 0,-3-4-47 0 0,-1 0 0 0 0,1 0 0 0 0,-1 0 1 0 0,0 0-1 0 0,1 0 0 0 0,-1 0 1 0 0,-1 0-1 0 0,1 1 0 0 0,0 4 1 0 0,1 0-387 0 0,0 1-1 0 0,-1-1 1 0 0,0 14 0 0 0,-2 3-3681 0 0,0 5-5230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00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625 413 2240 0 0,'0'0'16421'0'0,"-1"3"-15051"0"0,-3 8-449 0 0,3-8-312 0 0,1 2-249 0 0,-11 201 191 0 0,9-113 105 0 0,0-60 79 0 0,-7 42-1 0 0,4-55-239 0 0,5-20-475 0 0,-1 1 0 0 0,1 0 0 0 0,0-1 0 0 0,0 1 0 0 0,-1 0 0 0 0,1-1 0 0 0,0 1 0 0 0,-1-1 0 0 0,1 1 0 0 0,0-1 0 0 0,-1 1 0 0 0,1-1 0 0 0,-1 1 0 0 0,1-1 0 0 0,-1 1 0 0 0,1-1 0 0 0,-1 1 0 0 0,1-1 0 0 0,-1 0 0 0 0,1 1 0 0 0,-2-1 0 0 0,1 1 59 0 0,-1 1 150 0 0,-5-4-94 0 0,-8-5-47 0 0,0 0 0 0 0,0 0 0 0 0,-26-19 0 0 0,-27-29 58 0 0,-38-29 159 0 0,-87-50 1341 0 0,180 125-1506 0 0,-42-29 379 0 0,49 33-388 0 0,0 0 1 0 0,1 0-1 0 0,-1-1 0 0 0,1 0 0 0 0,0 0 1 0 0,-4-7-1 0 0,8 12-104 0 0,0 0-1 0 0,1-1 1 0 0,-1 1 0 0 0,0 0-1 0 0,1 0 1 0 0,0-1-1 0 0,-1 1 1 0 0,1 0 0 0 0,0-1-1 0 0,-1-1 1 0 0,1-1 16 0 0,0-4 10 0 0,4 0-123 0 0,-1 0 1 0 0,1 1-1 0 0,1 0 0 0 0,-1-1 1 0 0,1 2-1 0 0,1-1 0 0 0,-1 0 1 0 0,11-8-1 0 0,57-47-849 0 0,103-75-3165 0 0,-59 45-4917 0 0,-68 55 4446 0 0,-8 5-3890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01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 3304 0 0,'-3'7'14762'0'0,"-8"13"-13158"0"0,7-8-616 0 0,-2 3-488 0 0,0 2-892 0 0,0 9-3876 0 0,3-5 1007 0 0,1-5-431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01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1422 0 768 0 0,'0'7'2127'0'0,"0"0"0"0"0,1 0-1 0 0,0 0 1 0 0,1-1 0 0 0,-1 1 0 0 0,4 8-1 0 0,-1-6-915 0 0,0-1-1 0 0,0 1 0 0 0,11 14 0 0 0,2-1-1926 0 0,2 0 1 0 0,24 21-1 0 0,-1-1 1031 0 0,77 71 1550 0 0,-109-105-1622 0 0,47 37 2304 0 0,-55-43-1874 0 0,-12-9-819 0 0,-117-65-224 0 0,-130-37 348 0 0,196 87 678 0 0,0 3 1 0 0,-86-15 0 0 0,126 31-400 0 0,0 1 0 0 0,1 0 0 0 0,-1 2 0 0 0,0 1 0 0 0,0 0 0 0 0,0 2 0 0 0,1 0 0 0 0,-39 12 0 0 0,-42 17 318 0 0,-76 21-384 0 0,146-46-577 0 0,0-1 0 0 0,0-2 0 0 0,-58 1 0 0 0,48-6-1777 0 0,-64-11 1 0 0,71 5-199 0 0,0-1 0 0 0,0-1 0 0 0,2-2 0 0 0,-41-19 0 0 0,6-5-5708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02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946 1 5096 0 0,'13'10'11442'0'0,"-5"-3"-6345"0"0,-10-3-3885 0 0,0 0-1025 0 0,0 0 0 0 0,-1-1 0 0 0,0 1-1 0 0,1-1 1 0 0,-1 0 0 0 0,-1 0 0 0 0,1 0 0 0 0,0 0-1 0 0,-1-1 1 0 0,1 1 0 0 0,-1-1 0 0 0,0 0-1 0 0,0 0 1 0 0,0 0 0 0 0,-8 2 0 0 0,-24 8 725 0 0,0-1 1 0 0,-70 11-1 0 0,-78-1-516 0 0,149-18-502 0 0,-188 13-1662 0 0,78-18-5638 0 0,122 0 4539 0 0,0-1-1 0 0,-30-7 1 0 0,12-2-5460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03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1382 1 5697 0 0,'-2'9'2184'0'0,"-2"0"1"0"0,1 0-1 0 0,-1 0 1 0 0,-1 0-1 0 0,-7 11 0 0 0,3-7-704 0 0,-1 0 0 0 0,-19 19 0 0 0,-1-5-564 0 0,-56 38-1 0 0,64-51-707 0 0,-1 0-1 0 0,-1-2 1 0 0,0 0-1 0 0,0-2 1 0 0,-48 13-1 0 0,24-11-236 0 0,-1-2 0 0 0,-60 4 0 0 0,-64-1-217 0 0,122-8-338 0 0,48-4 548 0 0,12 2 63 0 0,83 28 71 0 0,304 117 422 0 0,-76 10 650 0 0,-305-149-1064 0 0,1 1 0 0 0,-2 0 0 0 0,0 1 0 0 0,18 18 0 0 0,-30-28-92 0 0,-1 1 0 0 0,1-1 0 0 0,-1 0 1 0 0,0 1-1 0 0,0-1 0 0 0,0 1 0 0 0,1 0 0 0 0,-2-1 0 0 0,1 1 0 0 0,0 0 0 0 0,0 0 0 0 0,0-1 0 0 0,-1 1 0 0 0,1 0 0 0 0,-1 0 0 0 0,1 2 1 0 0,-5 3 59 0 0,3-7-73 0 0,-2 4-4 0 0,0 0 0 0 0,-1-1 1 0 0,1 0-1 0 0,-1 0 1 0 0,0 0-1 0 0,0 0 1 0 0,0 0-1 0 0,-1-1 0 0 0,1 0 1 0 0,-7 3-1 0 0,-9 0-2 0 0,0 0-1 0 0,-1-2 1 0 0,0 0-1 0 0,-41 0 0 0 0,-88-11 38 0 0,139 7-40 0 0,-689-105-1373 0 0,666 100 795 0 0,-285-61-14136 0 0,241 46 6178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04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807 13 6233 0 0,'0'0'11411'0'0,"7"-2"-10314"0"0,21-6-259 0 0,-24 7-687 0 0,0 1-1 0 0,0-1 0 0 0,-1 1 1 0 0,1-1-1 0 0,0 1 0 0 0,0 0 1 0 0,0 0-1 0 0,0 1 1 0 0,-1-1-1 0 0,5 2 0 0 0,-1 0-92 0 0,21 3 167 0 0,-1 2 0 0 0,0 0 0 0 0,39 18 1 0 0,-26-9 97 0 0,-34-14-262 0 0,36 13 754 0 0,55 30 0 0 0,-86-39-588 0 0,1 1 0 0 0,-1 0 0 0 0,-1 0 0 0 0,1 2 0 0 0,-1-1 0 0 0,-1 1 0 0 0,1 1 0 0 0,-2-1 0 0 0,12 17 0 0 0,-16-20-87 0 0,-1 0-1 0 0,0 1 1 0 0,0-1 0 0 0,0 1-1 0 0,-1 0 1 0 0,0 0-1 0 0,0 0 1 0 0,-1 0-1 0 0,1 14 1 0 0,-1-10-38 0 0,-2-1 0 0 0,1 1 0 0 0,-2-1 0 0 0,1 1 0 0 0,-1-1 0 0 0,-5 14 0 0 0,1-9-36 0 0,0 0 0 0 0,-1 1 1 0 0,-1-2-1 0 0,0 1 1 0 0,-1-2-1 0 0,0 1 1 0 0,-1-1-1 0 0,-19 19 0 0 0,16-20-15 0 0,-1 0-1 0 0,0-1 1 0 0,0-1-1 0 0,-1 0 0 0 0,0-1 1 0 0,-1-1-1 0 0,-22 9 1 0 0,15-9-53 0 0,0-1 0 0 0,0-1-1 0 0,0-1 1 0 0,-46 4 0 0 0,21-8-173 0 0,0-2 0 0 0,-1-2 0 0 0,1-3-1 0 0,-89-21 1 0 0,65 9-821 0 0,2-4 0 0 0,0-3 0 0 0,2-2 0 0 0,-112-64 0 0 0,171 85 235 0 0,-10-4-1246 0 0,0-1-1 0 0,1-1 1 0 0,1-1 0 0 0,0-1-1 0 0,-28-28 1 0 0,18 7-6148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04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0 9749 0 0,'1'2'1832'0'0,"2"4"55"0"0,-6 3 7054 0 0,-56 93-5715 0 0,-12 2-3583 0 0,10-15-1448 0 0,18-30-3294 0 0,33-47 2137 0 0,-1 0 1 0 0,-18 15-1 0 0,11-12-3767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05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2481 171 9389 0 0,'-23'-1'9252'0'0,"-1"-4"-5098"0"0,-24-13-3679 0 0,16 5 215 0 0,-11 1-965 0 0,-2 1 0 0 0,-78-7 1 0 0,71 11 146 0 0,-82-19 1 0 0,75 7 544 0 0,29 9-82 0 0,0 1 1 0 0,0 1 0 0 0,-44-5-1 0 0,63 13-279 0 0,1 0 0 0 0,0 1 0 0 0,0 0 0 0 0,-1 0 0 0 0,1 1-1 0 0,0 1 1 0 0,0-1 0 0 0,1 2 0 0 0,-1-1 0 0 0,1 1 0 0 0,-17 10-1 0 0,-5 6 58 0 0,1 1-1 0 0,-27 26 0 0 0,-11 7 53 0 0,40-34-174 0 0,0-1 0 0 0,-2-2 0 0 0,0-1 0 0 0,-1-1 0 0 0,-1-1 0 0 0,0-2 0 0 0,0-1 0 0 0,-55 10 0 0 0,43-15-158 0 0,1-2 1 0 0,-1-2-1 0 0,-62-5 1 0 0,-128-28-1780 0 0,110 6-4294 0 0,-218-73-1 0 0,198 45-1637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16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626 0 4816 0 0,'1'5'6936'0'0,"0"-1"-5387"0"0,3 13 3127 0 0,-8-2-2060 0 0,3-12-2214 0 0,1-1-314 0 0,-1-1 0 0 0,1 0-1 0 0,-1 0 1 0 0,1 0 0 0 0,-1 0 0 0 0,1 0 0 0 0,-1 0 0 0 0,1 0 0 0 0,-1 0 0 0 0,0 0 0 0 0,0 0 0 0 0,0 0 0 0 0,1 0 0 0 0,-1 0 0 0 0,0 0 0 0 0,0-1 0 0 0,-2 2 0 0 0,0 1 149 0 0,-5 3-68 0 0,0-1-1 0 0,0 0 0 0 0,0 0 1 0 0,-1-1-1 0 0,0 1 0 0 0,0-2 0 0 0,0 0 1 0 0,-15 4-1 0 0,-81 10-426 0 0,84-14 145 0 0,-111 11-3175 0 0,-67-7-8033 0 0,138-8 4731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17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1356 533 1000 0 0,'2'-2'975'0'0,"1"0"-1"0"0,0 0 1 0 0,-1-1 0 0 0,0 1 0 0 0,1-1-1 0 0,-1 0 1 0 0,0 1 0 0 0,0-1-1 0 0,-1 0 1 0 0,1 0 0 0 0,-1 0-1 0 0,1-1 1 0 0,-1 1 0 0 0,1-6-1 0 0,-1 5-517 0 0,0-1-1 0 0,-1 0 0 0 0,0 0 0 0 0,0 0 1 0 0,0 0-1 0 0,-1 0 0 0 0,1 0 1 0 0,-1 1-1 0 0,-2-8 0 0 0,-3-2-124 0 0,0-1 0 0 0,0 1 1 0 0,-2 0-1 0 0,0 0 0 0 0,-15-20 0 0 0,2 8 77 0 0,-1 0 0 0 0,-2 2 0 0 0,-44-38 0 0 0,17 23-63 0 0,-59-34 1 0 0,22 25-289 0 0,75 43-66 0 0,1 0 1 0 0,-1 0 0 0 0,0 2 0 0 0,0-1 0 0 0,-16-1 0 0 0,28 5 22 0 0,-1 0 1 0 0,1 0 0 0 0,-1 0 0 0 0,1 0 0 0 0,0 0 0 0 0,-1 0 0 0 0,1 0 0 0 0,-1 0 0 0 0,1 1-1 0 0,0-1 1 0 0,-3 1 0 0 0,0 1 30 0 0,4-2-39 0 0,0 0-1 0 0,-1 0 1 0 0,1 0 0 0 0,0 0-1 0 0,-1 0 1 0 0,1 0 0 0 0,0 0-1 0 0,0 0 1 0 0,-1 0-1 0 0,1 1 1 0 0,0-1 0 0 0,-1 0-1 0 0,1 0 1 0 0,0 0-1 0 0,0 0 1 0 0,-1 1 0 0 0,1-1-1 0 0,0 0 1 0 0,0 0-1 0 0,0 0 1 0 0,-1 1 0 0 0,1-1-1 0 0,0 1 1 0 0,-4 4 93 0 0,1 1 1 0 0,0 0-1 0 0,0 0 0 0 0,1 0 0 0 0,0 0 1 0 0,0 0-1 0 0,0 1 0 0 0,-1 11 1 0 0,-4 62 960 0 0,4-31-539 0 0,-2-3-299 0 0,-2-1 1 0 0,-2 0-1 0 0,-2 0 0 0 0,-2-1 1 0 0,-24 57-1 0 0,26-77-288 0 0,-1-1-1 0 0,0 0 1 0 0,-2-1 0 0 0,0-1-1 0 0,-2 0 1 0 0,0-1-1 0 0,-2-1 1 0 0,0 0 0 0 0,0-1-1 0 0,-42 29 1 0 0,45-38-191 0 0,-1 0-1 0 0,1-1 1 0 0,-2-1 0 0 0,1 0 0 0 0,0-1-1 0 0,-1-1 1 0 0,0-1 0 0 0,-1 0-1 0 0,1-1 1 0 0,-1-1 0 0 0,-25 0 0 0 0,22-2-1020 0 0,1-2 0 0 0,-1 0 1 0 0,-34-9-1 0 0,34 5-1110 0 0,1-1 0 0 0,-1 0 0 0 0,-27-16 0 0 0,5-2-5154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19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1 184 7041 0 0,'0'0'7592'0'0,"2"-6"-5825"0"0,3-6-1113 0 0,0 0 1 0 0,1 0-1 0 0,1 1 1 0 0,-1 0 0 0 0,2 1-1 0 0,-1-1 1 0 0,13-11 0 0 0,-9 13-468 0 0,0 1-1 0 0,1 0 1 0 0,1 0 0 0 0,-1 2 0 0 0,1-1 0 0 0,0 1 0 0 0,1 1 0 0 0,-1 0 0 0 0,1 1 0 0 0,0 1 0 0 0,0 0 0 0 0,1 1 0 0 0,21-1-1 0 0,-13 3-93 0 0,1 1 0 0 0,-1 1-1 0 0,0 1 1 0 0,0 1-1 0 0,0 1 1 0 0,0 1 0 0 0,35 15-1 0 0,-17-4 5 0 0,-1 3-1 0 0,-1 1 1 0 0,-1 1 0 0 0,-1 2-1 0 0,55 47 1 0 0,-54-38 279 0 0,47 42 414 0 0,-53-44-483 0 0,-2 1-1 0 0,-1 1 1 0 0,37 55-1 0 0,-58-75-167 0 0,0 0 0 0 0,-1 1 0 0 0,-1 0-1 0 0,0 0 1 0 0,-1 0 0 0 0,0 1 0 0 0,-1-1 0 0 0,-1 1 0 0 0,0 0 0 0 0,-1 1-1 0 0,-1-1 1 0 0,0 0 0 0 0,-3 27 0 0 0,-3-11-146 0 0,-1-1 1 0 0,-1 0-1 0 0,-2-1 0 0 0,-1 1 0 0 0,-1-2 1 0 0,-1 1-1 0 0,-22 33 0 0 0,6-17 58 0 0,-1-1 0 0 0,-3-2 1 0 0,-54 56-1 0 0,64-74-334 0 0,-2-2 0 0 0,0 0 1 0 0,-1-2-1 0 0,-1-1 0 0 0,-1-1 1 0 0,-51 26-1 0 0,72-42-56 0 0,1 0 0 0 0,0-1-1 0 0,-1 1 1 0 0,1-1 0 0 0,-1 0 0 0 0,0-1 0 0 0,1 1 0 0 0,-1-1 0 0 0,0 0-1 0 0,1-1 1 0 0,-1 1 0 0 0,1-1 0 0 0,-1 0 0 0 0,-9-4 0 0 0,7 2-1112 0 0,0 0 1 0 0,0-1 0 0 0,0 0 0 0 0,0 0-1 0 0,0-1 1 0 0,1 0 0 0 0,0-1 0 0 0,-11-10-1 0 0,-1-6-5731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20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722 0 8581 0 0,'0'0'11584'0'0,"4"3"-9710"0"0,12 9-340 0 0,-15-12-1438 0 0,0 0-1 0 0,-1 1 0 0 0,1-1 0 0 0,-1 1 0 0 0,1-1 0 0 0,-1 1 0 0 0,1-1 0 0 0,-1 1 0 0 0,1-1 0 0 0,-1 1 0 0 0,1-1 0 0 0,-1 1 0 0 0,0 0 0 0 0,1-1 0 0 0,-1 1 0 0 0,0 0 0 0 0,1-1 0 0 0,-1 1 0 0 0,0 0 0 0 0,0-1 0 0 0,0 1 0 0 0,0 0 0 0 0,0-1 0 0 0,0 2 0 0 0,0 0 278 0 0,0 6 910 0 0,-5 15-812 0 0,0-1 1 0 0,-2 0-1 0 0,-1-1 0 0 0,-13 26 0 0 0,-52 86 353 0 0,49-91-678 0 0,-105 195 468 0 0,-105 175-747 0 0,142-286-1216 0 0,0 2-3548 0 0,80-110 2265 0 0,5-8 441 0 0,0 1 0 0 0,1 0 0 0 0,0 1 0 0 0,-7 18-1 0 0,4-3-6626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20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1218 0 5657 0 0,'19'20'4010'0'0,"-7"-8"399"0"0,14 18 0 0 0,-23-25-3935 0 0,0 1 1 0 0,0 0-1 0 0,0 0 1 0 0,0 0-1 0 0,-1 0 0 0 0,0 0 1 0 0,0 0-1 0 0,-1 1 0 0 0,0-1 1 0 0,0 1-1 0 0,0-1 1 0 0,-1 1-1 0 0,0-1 0 0 0,-1 9 1 0 0,-2 12-134 0 0,-1-1 1 0 0,-9 31 0 0 0,11-50-184 0 0,-71 323 1861 0 0,9-34-1149 0 0,56-264-818 0 0,-1-1 1 0 0,-1 0-1 0 0,-1-1 0 0 0,-2-1 0 0 0,-30 51 0 0 0,36-68-33 0 0,-2-1 0 0 0,1 0 0 0 0,-1 0 0 0 0,-1 0 1 0 0,0-1-1 0 0,0-1 0 0 0,-1 1 0 0 0,0-2 0 0 0,0 0 0 0 0,-1 0 0 0 0,-1-1 1 0 0,1 0-1 0 0,-1-1 0 0 0,0-1 0 0 0,-22 7 0 0 0,10-7-284 0 0,-1-2 0 0 0,0 0 0 0 0,0-1 0 0 0,0-2 0 0 0,0-1 0 0 0,-43-6 0 0 0,-151-43-2972 0 0,111 17-4229 0 0,-116-52 0 0 0,151 51-42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21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654 13 7977 0 0,'0'0'12246'0'0,"-2"-3"-11535"0"0,-2-4-682 0 0,4 7 41 0 0,0 0 1 0 0,0 0-1 0 0,0 0 0 0 0,0 1 0 0 0,0-1 1 0 0,0 0-1 0 0,1 0 0 0 0,-1 0 0 0 0,0 0 1 0 0,0 0-1 0 0,0 0 0 0 0,0 0 1 0 0,0 0-1 0 0,0-1 0 0 0,0 1 0 0 0,1 0 1 0 0,-1 0-1 0 0,0 0 0 0 0,0 0 0 0 0,0 0 1 0 0,0 0-1 0 0,0 0 0 0 0,0 0 0 0 0,0 0 1 0 0,0 0-1 0 0,0 0 0 0 0,1 0 1 0 0,-1 0-1 0 0,0 0 0 0 0,0 0 0 0 0,0-1 1 0 0,0 1-1 0 0,0 0 0 0 0,0 0 0 0 0,0 0 1 0 0,0 0-1 0 0,0 0 0 0 0,0 0 0 0 0,0 0 1 0 0,0 0-1 0 0,0-1 0 0 0,0 1 1 0 0,0 0-1 0 0,0 0 0 0 0,0 0 0 0 0,0 0 1 0 0,0 0-1 0 0,0 0 0 0 0,0 0 0 0 0,0-1 1 0 0,0 1-1 0 0,78 45 1091 0 0,-56-30-549 0 0,17 10 343 0 0,40 34-1 0 0,-67-49-838 0 0,-1 1 1 0 0,0 0-1 0 0,-1 1 0 0 0,0 0 1 0 0,-1 0-1 0 0,0 1 1 0 0,9 19-1 0 0,-11-18-51 0 0,3 5 98 0 0,-1 1 0 0 0,0 1 0 0 0,10 41 0 0 0,-18-60-159 0 0,3 14 90 0 0,-1 0 0 0 0,-1 0-1 0 0,0 0 1 0 0,-1 0-1 0 0,-2 16 1 0 0,-1-5-65 0 0,-2-1 0 0 0,0 0 0 0 0,-11 31 1 0 0,9-39-175 0 0,0-1 0 0 0,-2 0 1 0 0,0-1-1 0 0,-1 0 0 0 0,-17 24 0 0 0,11-20 198 0 0,-1-2 0 0 0,0 0 1 0 0,-2-1-1 0 0,0-1 0 0 0,0-1 0 0 0,-2 0 0 0 0,0-1 0 0 0,0-1 0 0 0,-44 19 0 0 0,49-25-80 0 0,-1-1 0 0 0,0-1-1 0 0,0 0 1 0 0,-1-1 0 0 0,1-1 0 0 0,-1-1 0 0 0,0 0 0 0 0,0-1 0 0 0,0-1 0 0 0,0 0 0 0 0,1-1-1 0 0,-1-1 1 0 0,0-1 0 0 0,0 0 0 0 0,-17-7 0 0 0,10 0 9 0 0,0 0-1 0 0,0-2 1 0 0,2 0-1 0 0,-1-2 0 0 0,2-1 1 0 0,0 0-1 0 0,1-2 1 0 0,0 0-1 0 0,1-1 1 0 0,1-1-1 0 0,-21-29 1 0 0,18 19 93 0 0,2-1 1 0 0,1-1-1 0 0,1-1 0 0 0,2 0 1 0 0,1-1-1 0 0,1 0 0 0 0,-14-65 1 0 0,23 81-29 0 0,1-1 1 0 0,1 0 0 0 0,1 0-1 0 0,0 0 1 0 0,2-1 0 0 0,0 1-1 0 0,0 0 1 0 0,2 0 0 0 0,0 1-1 0 0,10-29 1 0 0,-10 37-52 0 0,2 0 1 0 0,-1 0 0 0 0,1 0-1 0 0,1 0 1 0 0,-1 1-1 0 0,2 0 1 0 0,-1 0-1 0 0,1 1 1 0 0,0 0 0 0 0,0 0-1 0 0,1 1 1 0 0,0 0-1 0 0,16-10 1 0 0,-3 4-19 0 0,0 2 1 0 0,1 0-1 0 0,1 1 0 0 0,38-10 1 0 0,-17 9-88 0 0,0 2 0 0 0,0 2 0 0 0,87 0 0 0 0,-42 9-603 0 0,90 15 0 0 0,-102-7-431 0 0,5 3-3522 0 0,50 7-6667 0 0,-85-15 2485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29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527 79 1232 0 0,'-1'-4'6761'0'0,"-18"-35"2899"0"0,0 13-6342 0 0,18 25-3266 0 0,1 0 0 0 0,-1 1 0 0 0,0-1 1 0 0,1 1-1 0 0,-1-1 0 0 0,1 1 0 0 0,-1-1 1 0 0,0 1-1 0 0,1-1 0 0 0,-1 1 0 0 0,0 0 1 0 0,0 0-1 0 0,1-1 0 0 0,-1 1 1 0 0,0 0-1 0 0,-1 0 0 0 0,0-1 88 0 0,-1 0 262 0 0,-1 1 43 0 0,-19 1 161 0 0,19 2-372 0 0,1-1-196 0 0,0 0 1 0 0,-1 0 0 0 0,1 1-1 0 0,0-1 1 0 0,1 1 0 0 0,-1 0-1 0 0,0 0 1 0 0,1 0 0 0 0,-1 0-1 0 0,1 0 1 0 0,0 1 0 0 0,-3 4-1 0 0,-15 51 80 0 0,-24 116 1 0 0,20-72-71 0 0,-23 103-45 0 0,-30 108-189 0 0,71-294-74 0 0,-16 35 1 0 0,18-48 134 0 0,0 0 0 0 0,0 0 0 0 0,0-1 1 0 0,-1 1-1 0 0,0-1 0 0 0,0 0 0 0 0,0-1 0 0 0,-8 7 0 0 0,11-11-220 0 0,0 0 0 0 0,0 1 0 0 0,0-1 0 0 0,0 0 0 0 0,0 0 0 0 0,-1 0 0 0 0,1 0 0 0 0,0 0 0 0 0,-1-1 0 0 0,1 1 0 0 0,0-1 0 0 0,-1 1 0 0 0,1-1 0 0 0,-1 0 0 0 0,1 0 0 0 0,-3 0 0 0 0,1-1-446 0 0,0 0 1 0 0,0 0-1 0 0,0 0 0 0 0,0 0 0 0 0,0-1 1 0 0,1 0-1 0 0,-1 1 0 0 0,-6-5 1 0 0,-20-17-6116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29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 6313 0 0,'11'-32'11102'0'0,"-3"11"-7646"0"0,-8 21-3373 0 0,0-1-1 0 0,1 0 1 0 0,-1 1 0 0 0,0-1 0 0 0,1 0 0 0 0,-1 1 0 0 0,1-1 0 0 0,-1 1 0 0 0,1-1 0 0 0,0 1 0 0 0,-1-1 0 0 0,1 1 0 0 0,-1-1 0 0 0,1 1 0 0 0,0-1 0 0 0,-1 1 0 0 0,1 0 0 0 0,0-1 0 0 0,0 1 0 0 0,0 0 0 0 0,0-1 156 0 0,0 1-179 0 0,0 0 0 0 0,-1-1 0 0 0,1 1 0 0 0,0 0 0 0 0,-1-1 0 0 0,1 1 0 0 0,0 0 0 0 0,-1 0-1 0 0,1 0 1 0 0,0-1 0 0 0,0 1 0 0 0,-1 0 0 0 0,1 0 0 0 0,0 0 0 0 0,0 0 0 0 0,-1 0 0 0 0,1 0 0 0 0,0 1 0 0 0,-1-1 0 0 0,2 0 0 0 0,0 1 115 0 0,9 3 300 0 0,25 16 25 0 0,-1 2 0 0 0,59 49-1 0 0,125 150 475 0 0,137 175-585 0 0,-239-263-2827 0 0,-1 1-3533 0 0,-5-18-2475 0 0,-57-73 438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30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0 4416 0 0,'0'0'14246'0'0,"11"40"-12890"0"0,-13-23-308 0 0,-7 14-280 0 0,-3 10-148 0 0,0 6-356 0 0,0 5-464 0 0,-3 21-1232 0 0,0 5-2912 0 0,9 1 1151 0 0,6-19-607 0 0,6-4-3189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31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498 6 1616 0 0,'0'-1'7438'0'0,"0"1"-7336"0"0,0 0 1 0 0,0-1 0 0 0,0 1 0 0 0,-1 0-1 0 0,1 0 1 0 0,0 0 0 0 0,0-1-1 0 0,0 1 1 0 0,0 0 0 0 0,0 0 0 0 0,0 0-1 0 0,0-1 1 0 0,-1 1 0 0 0,1 0 0 0 0,0 0-1 0 0,0 0 1 0 0,0 0 0 0 0,0 0 0 0 0,-1-1-1 0 0,1 1 1 0 0,0 0 0 0 0,0 0-1 0 0,0 0 1 0 0,-1 0 0 0 0,1 0 0 0 0,0 0-1 0 0,0 0 1 0 0,0 0 0 0 0,-1 0 0 0 0,1 0-1 0 0,-6 2 6148 0 0,-16 18-4956 0 0,0 2 0 0 0,-34 42 0 0 0,-34 62-138 0 0,52-63-1039 0 0,3 2 0 0 0,-32 87 0 0 0,47-104-140 0 0,-23 54-2279 0 0,32-77-1385 0 0,-29 42 1 0 0,17-38-713 0 0,4-10-2621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32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4072 0 0,'19'-21'12795'0'0,"-7"11"-8961"0"0,-10 8-2347 0 0,3 7-304 0 0,7 5-847 0 0,-2 1 0 0 0,1 0 0 0 0,-2 1 0 0 0,1 0 0 0 0,-2 0-1 0 0,10 17 1 0 0,41 93 477 0 0,-38-76-644 0 0,38 80-355 0 0,79 166-1661 0 0,-39-102-3502 0 0,-64-129 1109 0 0,80 104 0 0 0,-48-86-3842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33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73 2240 0 0,'-1'-3'5233'0'0,"-2"-9"-1627"0"0,1 5-1816 0 0,1-1-1 0 0,-2 0 1 0 0,-3-8 0 0 0,0 3-1292 0 0,4 10-48 0 0,1 1-84 0 0,2 4 2121 0 0,20 33-1249 0 0,19 42 1 0 0,-31-52-1150 0 0,-2-1 1 0 0,0 2 0 0 0,-1-1 0 0 0,-2 1 0 0 0,0 0 0 0 0,-1 28 0 0 0,-3-33-119 0 0,0 0 1 0 0,-2-1-1 0 0,0 1 1 0 0,-2 0-1 0 0,0-1 0 0 0,-1 0 1 0 0,-1 0-1 0 0,-10 23 1 0 0,13-36-6 0 0,-1-1 0 0 0,1 1 0 0 0,-1-1 0 0 0,-1 0 0 0 0,1 0 0 0 0,-1 0 1 0 0,0 0-1 0 0,0-1 0 0 0,-7 6 0 0 0,11-11 26 0 0,-1 1-1 0 0,1 0 1 0 0,0 0 0 0 0,0-1 0 0 0,0 1-1 0 0,0-1 1 0 0,-1 1 0 0 0,1-1 0 0 0,0 1 0 0 0,-3-1-1 0 0,0 1-3 0 0,-4 0 13 0 0,5-1 1 0 0,2 0-3 0 0,-1 0 1 0 0,1 0-1 0 0,0 0 1 0 0,0 0 0 0 0,0 0-1 0 0,0 0 1 0 0,0 0 0 0 0,-1-1-1 0 0,1 1 1 0 0,0 0-1 0 0,0-1 1 0 0,0 1 0 0 0,0-1-1 0 0,0 1 1 0 0,0-1 0 0 0,-2-1-1 0 0,-2-1 11 0 0,0 0 1 0 0,0-1-1 0 0,0 0 0 0 0,0-1 0 0 0,1 1 0 0 0,-1-1 0 0 0,1 1 0 0 0,0-1 1 0 0,1 0-1 0 0,-1-1 0 0 0,1 1 0 0 0,-3-7 0 0 0,5 8 1 0 0,0 1-1 0 0,0-1 1 0 0,0 0-1 0 0,1 1 1 0 0,-1-1-1 0 0,1 0 1 0 0,0 1-1 0 0,0-1 1 0 0,0 0-1 0 0,1 1 1 0 0,1-7-1 0 0,-1 6 0 0 0,0-1 0 0 0,1 1-1 0 0,0 0 1 0 0,0-1-1 0 0,0 1 1 0 0,0 0 0 0 0,1 0-1 0 0,0 0 1 0 0,0 0 0 0 0,0 1-1 0 0,0-1 1 0 0,0 1 0 0 0,1 0-1 0 0,-1 0 1 0 0,1 0 0 0 0,5-3-1 0 0,1 0 3 0 0,0 1 0 0 0,0 0 0 0 0,1 0 0 0 0,0 1 0 0 0,16-4 0 0 0,-4 3 2 0 0,2 1 0 0 0,-1 1 0 0 0,36 0 1 0 0,72 11-38 0 0,-27 9-231 0 0,-2 4-1 0 0,125 42 0 0 0,47 42-3028 0 0,-10 19-5181 0 0,-197-91 5609 0 0,25 11-3989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33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5 4944 0 0,'-2'-2'3262'0'0,"2"1"-2718"0"0,-1 1-1 0 0,1 0 1 0 0,-1-1 0 0 0,1 1-1 0 0,-1 0 1 0 0,1 0-1 0 0,-1 0 1 0 0,1-1 0 0 0,-1 1-1 0 0,1 0 1 0 0,-1 0-1 0 0,1 0 1 0 0,-1 0 0 0 0,0 0-1 0 0,1 0 1 0 0,-1 0 0 0 0,1 0-1 0 0,-1 0 1 0 0,0 1-1 0 0,-6 5 4336 0 0,0 9-5303 0 0,-8 27 1309 0 0,-26 83 305 0 0,-18 148-753 0 0,-32 127-2332 0 0,87-385 1490 0 0,0 0 1 0 0,-1 0-1 0 0,-1-1 1 0 0,0 0-1 0 0,-1 0 1 0 0,0-1-1 0 0,-1 1 1 0 0,-12 13-1 0 0,18-25-302 0 0,0 1-1 0 0,-1-1 1 0 0,0 0-1 0 0,1 1 0 0 0,-1-1 1 0 0,0-1-1 0 0,0 1 1 0 0,0 0-1 0 0,0-1 1 0 0,-1 1-1 0 0,1-1 0 0 0,0 0 1 0 0,-1 0-1 0 0,1 0 1 0 0,-7 0-1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34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 6489 0 0,'18'-14'6908'0'0,"5"2"-3863"0"0,-4 7-725 0 0,5 5-544 0 0,17 7-520 0 0,7 12-232 0 0,18 13-412 0 0,8 15-188 0 0,8 10-288 0 0,28 29-316 0 0,7 5-504 0 0,5 4-536 0 0,1-3-712 0 0,-7-1-2141 0 0,-5-9 649 0 0,-6-9-12 0 0,-33-23-2845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34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 1296 0 0,'0'0'20863'0'0,"8"3"-20265"0"0,4 2-407 0 0,-1 0 1 0 0,0 1 0 0 0,0 1-1 0 0,0 0 1 0 0,16 14 0 0 0,3 8 24 0 0,-2 2 0 0 0,0 1 0 0 0,-2 1 0 0 0,24 42 0 0 0,-42-60-142 0 0,-1 0 0 0 0,7 20 0 0 0,-9-22 81 0 0,-5-12-130 0 0,1 0-1 0 0,-1 0 1 0 0,1 1 0 0 0,-1-1 0 0 0,0 0 0 0 0,0 1 0 0 0,1-1 0 0 0,-1 0-1 0 0,0 1 1 0 0,0 2 0 0 0,-1 0 24 0 0,2-1 59 0 0,-2 1-24 0 0,0 11 6 0 0,1-11-26 0 0,-2-2-17 0 0,-4 8-6 0 0,4-7 22 0 0,-1-2-38 0 0,-9 4-25 0 0,9-4-8 0 0,-1 0-2 0 0,0 0 16 0 0,-1 0-1 0 0,0 1 1 0 0,1 0 0 0 0,-1 0 0 0 0,1 0 0 0 0,0 0-1 0 0,0 1 1 0 0,0-1 0 0 0,0 1 0 0 0,0 0-1 0 0,0 0 1 0 0,-3 5 0 0 0,4-2-53 0 0,-2 19 132 0 0,0 1 1 0 0,-1 48 0 0 0,4-43 64 0 0,-10 58 0 0 0,9-79-167 0 0,1 0 1 0 0,-2-1-1 0 0,1 1 1 0 0,-1-1-1 0 0,-1 1 1 0 0,0-1 0 0 0,0 0-1 0 0,-1-1 1 0 0,-12 15-1 0 0,10-14-257 0 0,-1-1-1 0 0,-1 0 0 0 0,0 0 0 0 0,0-1 0 0 0,0 0 0 0 0,-1-1 0 0 0,1-1 0 0 0,-2 1 0 0 0,1-2 0 0 0,0 1 1 0 0,-1-2-1 0 0,-17 4 0 0 0,12-4-1105 0 0,0 0 1 0 0,0-2-1 0 0,-1 0 1 0 0,1-1-1 0 0,0-1 1 0 0,-1 0 0 0 0,1-2-1 0 0,-23-5 1 0 0,-23-11-6483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35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1 4096 0 0,'34'7'13569'0'0,"-31"-6"-11810"0"0,-3-1-1693 0 0,0 0-1 0 0,0 1 1 0 0,0-1 0 0 0,0 0 0 0 0,0 1-1 0 0,0-1 1 0 0,0 0 0 0 0,0 1 0 0 0,0-1-1 0 0,0 0 1 0 0,0 1 0 0 0,0-1 0 0 0,0 0-1 0 0,1 1 1 0 0,-1-1 0 0 0,0 0 0 0 0,0 0-1 0 0,0 1 1 0 0,1-1 0 0 0,-1 0 0 0 0,0 0-1 0 0,0 0 1 0 0,1 1 0 0 0,-1-1 0 0 0,0 0-1 0 0,0 0 1 0 0,1 0 0 0 0,0 1 0 0 0,-1-1-22 0 0,0 0 1 0 0,1 0-1 0 0,-1 1 1 0 0,1-1-1 0 0,-1 0 1 0 0,1 1 0 0 0,-1-1-1 0 0,0 0 1 0 0,1 1-1 0 0,-1-1 1 0 0,0 1-1 0 0,1-1 1 0 0,-1 0-1 0 0,0 1 1 0 0,0-1 0 0 0,1 1-1 0 0,-1-1 1 0 0,0 1-1 0 0,0-1 1 0 0,0 1-1 0 0,0-1 1 0 0,0 1-1 0 0,1-1 1 0 0,-1 1 0 0 0,0-1-1 0 0,0 1 1 0 0,0-1-1 0 0,-1 2 1 0 0,2 1 181 0 0,-1-2-171 0 0,1 0 0 0 0,-1 1 0 0 0,0-1 0 0 0,0 0 0 0 0,0 0 0 0 0,0 0 0 0 0,0 0 0 0 0,0 0 0 0 0,0 0 0 0 0,0 0 0 0 0,0 1 0 0 0,-1-1 0 0 0,1 0 0 0 0,0 0 0 0 0,-1 0 0 0 0,1 0 0 0 0,-1 0 0 0 0,-1 1 0 0 0,-15 36 610 0 0,-34 54-1 0 0,-34 38-312 0 0,36-57-453 0 0,4-3-221 0 0,-32 48-229 0 0,55-88-682 0 0,-45 48 0 0 0,59-70 129 0 0,1-1 0 0 0,-1 0 0 0 0,-12 7 0 0 0,17-12 311 0 0,-1 0 1 0 0,0 0-1 0 0,0 0 1 0 0,-1 0-1 0 0,1 0 0 0 0,0-1 1 0 0,-1 0-1 0 0,1 0 1 0 0,0 0-1 0 0,-6 0 1 0 0,-10-2-5449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35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8617 0 0,'12'-4'2560'0'0,"1"0"1"0"0,-1 1 0 0 0,16-3-1 0 0,-14 5-1363 0 0,0 0-1 0 0,24 1 0 0 0,-17 3-844 0 0,1 0 0 0 0,-1 1 0 0 0,0 1 0 0 0,26 10 0 0 0,-3 3-165 0 0,0 2 1 0 0,-1 2-1 0 0,-1 2 1 0 0,-1 1-1 0 0,46 38 1 0 0,176 171-2731 0 0,-184-155 412 0 0,-12-11-2224 0 0,3-2-3482 0 0,-40-42 2130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36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0 656 0 0,'0'0'21568'0'0,"0"4"-20917"0"0,0 33 474 0 0,0-32-1112 0 0,1 0 1 0 0,-1 0-1 0 0,1 0 0 0 0,1 0 0 0 0,-1 0 1 0 0,1-1-1 0 0,0 1 0 0 0,0 0 0 0 0,0-1 1 0 0,1 1-1 0 0,-1-1 0 0 0,1 0 0 0 0,0 0 1 0 0,0 0-1 0 0,7 6 0 0 0,-2-3-1 0 0,0-2 0 0 0,0 1 0 0 0,0-1-1 0 0,0 0 1 0 0,1-1 0 0 0,0 1 0 0 0,0-2 0 0 0,0 0-1 0 0,0 0 1 0 0,1 0 0 0 0,9 1 0 0 0,-5-2 53 0 0,1-1 1 0 0,-1 0 0 0 0,0 0 0 0 0,0-2-1 0 0,1 0 1 0 0,25-5 0 0 0,-30 3 2 0 0,0 0 0 0 0,-1-1 0 0 0,0-1 1 0 0,0 1-1 0 0,0-1 0 0 0,9-8 1 0 0,-15 11 24 0 0,0-1 1 0 0,0 1 0 0 0,0-1 0 0 0,-1 0-1 0 0,1 0 1 0 0,-1 0 0 0 0,3-6-1 0 0,-5 9-90 0 0,2-2 1210 0 0,-7 12-1198 0 0,0 1-17 0 0,1-3-1 0 0,1 0 0 0 0,0 0 0 0 0,0 0 0 0 0,0 1 0 0 0,1-1 0 0 0,-2 16 0 0 0,0 33-512 0 0,7 85 1 0 0,6-42-2589 0 0,4-2-4439 0 0,-4-46 3003 0 0,2-5-3737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36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488 0 656 0 0,'-3'3'13467'0'0,"-8"8"-10722"0"0,10-10-2667 0 0,1-1-1 0 0,0 0 0 0 0,-1 1 1 0 0,1-1-1 0 0,0 0 1 0 0,0 1-1 0 0,-1-1 0 0 0,1 0 1 0 0,0 1-1 0 0,0-1 1 0 0,0 1-1 0 0,0-1 0 0 0,-1 0 1 0 0,1 1-1 0 0,0-1 0 0 0,0 1 1 0 0,0-1-1 0 0,0 1 1 0 0,0-1-1 0 0,0 0 0 0 0,0 1 1 0 0,0-1-1 0 0,0 1 1 0 0,0-1-1 0 0,1 1 0 0 0,-7 172 4531 0 0,-16 98-2212 0 0,-1-80-1079 0 0,-70 279 0 0 0,79-414-1596 0 0,-3-1 0 0 0,-2-2 0 0 0,-30 62 1 0 0,42-102-125 0 0,0-1 0 0 0,-1 0 0 0 0,0 0 1 0 0,-1-1-1 0 0,-1 0 0 0 0,0 0 1 0 0,0-1-1 0 0,-1-1 0 0 0,0 0 0 0 0,0 0 1 0 0,-14 7-1 0 0,23-15 121 0 0,0 0-1 0 0,1 0 1 0 0,-1 0 0 0 0,0-1-1 0 0,0 1 1 0 0,0-1 0 0 0,1 1 0 0 0,-1-1-1 0 0,0 1 1 0 0,0-1 0 0 0,0 0-1 0 0,0 0 1 0 0,0 0 0 0 0,0 0-1 0 0,1 0 1 0 0,-1-1 0 0 0,0 1-1 0 0,0-1 1 0 0,0 1 0 0 0,0-1-1 0 0,1 1 1 0 0,-4-3 0 0 0,1 1-437 0 0,0-1-1 0 0,1 0 1 0 0,-1 0 0 0 0,1 0 0 0 0,-1 0 0 0 0,1-1 0 0 0,0 1-1 0 0,-3-6 1 0 0,-15-26-6125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36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2704 0 0,'5'-2'1471'0'0,"1"0"0"0"0,-1 0-1 0 0,1 1 1 0 0,-1-1 0 0 0,1 1-1 0 0,0 1 1 0 0,-1-1 0 0 0,8 1-1 0 0,-5 0-745 0 0,-1 1 1 0 0,0 0-1 0 0,12 3 0 0 0,-6 0-260 0 0,0 0 0 0 0,-1 2 0 0 0,1-1 0 0 0,-1 2 0 0 0,0-1 0 0 0,21 18 0 0 0,61 59 639 0 0,-76-66-916 0 0,269 290 363 0 0,-66-65-1410 0 0,-76-108-1778 0 0,-42-52-5052 0 0,-67-58 3689 0 0,-2-6-1994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37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6313 0 0,'0'3'6006'0'0,"-3"55"941"0"0,2-33-6725 0 0,0 0 1 0 0,1 0-1 0 0,5 28 1 0 0,-2-32-2095 0 0,2-1 1 0 0,0 1-1 0 0,1-1 0 0 0,1 0 1 0 0,1 0-1 0 0,20 35 1 0 0,-22-46 1487 0 0,0 1 0 0 0,1-1 0 0 0,1-1 1 0 0,-1 1-1 0 0,1-1 0 0 0,10 7 1 0 0,-10-9 1104 0 0,0-1 1 0 0,16 9-1 0 0,-15-10 647 0 0,-1-1 0 0 0,2 0 0 0 0,9 3 0 0 0,-5-4-781 0 0,0 0 0 0 0,1-1 0 0 0,-1 0 0 0 0,1-1 0 0 0,-1 0 0 0 0,0-2 1 0 0,1 0-1 0 0,-1 0 0 0 0,17-6 0 0 0,-6 0 139 0 0,1-1-1 0 0,-1-1 1 0 0,45-26 0 0 0,-53 25-509 0 0,0 0-1 0 0,0-1 0 0 0,-1-1 0 0 0,-1 0 1 0 0,-1-1-1 0 0,1-1 0 0 0,-2 0 0 0 0,0 0 1 0 0,-1-2-1 0 0,-1 0 0 0 0,0 0 1 0 0,9-23-1 0 0,-18 37-48 0 0,-1 0 1 0 0,0 0-1 0 0,0 0 1 0 0,0 0-1 0 0,-1 0 1 0 0,1 0-1 0 0,-1 0 1 0 0,0-5-1 0 0,-8 15 322 0 0,7-6-477 0 0,-6 5 112 0 0,1 0 1 0 0,-1 0-1 0 0,1 0 0 0 0,1 1 1 0 0,-1 0-1 0 0,1 1 0 0 0,0-1 0 0 0,-7 17 1 0 0,-3 17 134 0 0,1 1 0 0 0,3 0 0 0 0,1 1 0 0 0,-5 51 0 0 0,8-16-696 0 0,5 117 0 0 0,5-119-1693 0 0,19 99 0 0 0,-14-132-958 0 0,3 0 0 0 0,1-1 1 0 0,30 71-1 0 0,-7-42-4714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6:39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1277 1 2728 0 0,'8'7'20635'0'0,"-18"-10"-20544"0"0,4 2-21 0 0,1 0-1 0 0,-1 0 0 0 0,0 0 0 0 0,1 1 0 0 0,-9 0 0 0 0,-29 0 397 0 0,-208 4 2109 0 0,231-2-2458 0 0,1 0 1 0 0,-1 1 0 0 0,1 1-1 0 0,0 1 1 0 0,0 1 0 0 0,0 1-1 0 0,1 0 1 0 0,0 2 0 0 0,-31 18-1 0 0,29-13-63 0 0,0 1 0 0 0,1 0-1 0 0,1 2 1 0 0,0 0-1 0 0,1 1 1 0 0,1 0 0 0 0,-21 32-1 0 0,21-23-173 0 0,-18 41 0 0 0,30-55 67 0 0,4-11 32 0 0,0 1 7 0 0,1 1-83 0 0,5 12-13 0 0,-1-9 59 0 0,15 5 39 0 0,2 0 1 0 0,0-1 0 0 0,29 10-1 0 0,22 11 405 0 0,12 12 493 0 0,134 93-1 0 0,-215-135-863 0 0,24 19 227 0 0,1 1 0 0 0,24 25 0 0 0,-46-40-250 0 0,-1 0 0 0 0,0 0 0 0 0,0 0 0 0 0,-1 0 0 0 0,0 1 0 0 0,0 0 0 0 0,0 0 0 0 0,-1 1 0 0 0,-1-1 0 0 0,1 1 0 0 0,-1 0 0 0 0,-1 0 0 0 0,2 10 0 0 0,-4-14 23 0 0,1 0 1 0 0,-2 0-1 0 0,1 1 0 0 0,-1-1 1 0 0,0 0-1 0 0,0 0 0 0 0,0 0 0 0 0,0 0 1 0 0,-1 0-1 0 0,0 0 0 0 0,0 0 0 0 0,-1-1 1 0 0,1 1-1 0 0,-1-1 0 0 0,0 1 1 0 0,0-1-1 0 0,0 0 0 0 0,-1 0 0 0 0,0-1 1 0 0,1 1-1 0 0,-9 5 0 0 0,-1 0 5 0 0,1 0-1 0 0,-1-2 1 0 0,-1 1-1 0 0,1-2 1 0 0,-1 0-1 0 0,-16 5 1 0 0,5-4-138 0 0,-1-1 0 0 0,-1-1 0 0 0,1-2 0 0 0,-1 0 0 0 0,1-2 0 0 0,-29-2 0 0 0,-5-3-631 0 0,-91-19-1 0 0,-58-27-3769 0 0,134 28 57 0 0,1-4 0 0 0,-80-40 0 0 0,67 19-4124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43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1044 1 4816 0 0,'2'1'4833'0'0,"2"2"-3490"0"0,-2 2 1129 0 0,-4 0 3112 0 0,-72 86-4075 0 0,55-70-1372 0 0,-1 1-89 0 0,-1-2 0 0 0,-1 0 0 0 0,0-1 0 0 0,-48 30 0 0 0,40-30 80 0 0,-248 153 767 0 0,250-155 324 0 0,26-16-373 0 0,10 1-744 0 0,105 14 218 0 0,-21 2-112 0 0,-76-14-146 0 0,-1 1 0 0 0,0 0 0 0 0,26 14 0 0 0,-38-17-57 0 0,-1-1-1 0 0,1 1 1 0 0,-1-1 0 0 0,0 1-1 0 0,1 0 1 0 0,-1 0-1 0 0,0 0 1 0 0,0 0 0 0 0,0 1-1 0 0,-1-1 1 0 0,3 3-1 0 0,-4-4 1 0 0,1 0 2 0 0,-1 0 0 0 0,1 0 0 0 0,-1 0 0 0 0,1 0 0 0 0,-1 0 0 0 0,0-1 0 0 0,0 1 0 0 0,1 0 0 0 0,-1 0 0 0 0,0 0 0 0 0,0 0 0 0 0,0 0 0 0 0,0 0 0 0 0,0 0 0 0 0,0 0 0 0 0,0 1 0 0 0,-1 0 12 0 0,2 2 19 0 0,-4 2-15 0 0,1 0-21 0 0,-1 0 1 0 0,-1-1-1 0 0,1 1 0 0 0,-1-1 1 0 0,0 1-1 0 0,0-1 1 0 0,0-1-1 0 0,-1 1 0 0 0,0 0 1 0 0,-9 6-1 0 0,-1-2-10 0 0,0 0 0 0 0,0-1 1 0 0,-1 0-1 0 0,0-2 0 0 0,-31 10 0 0 0,-91 13-147 0 0,93-21 74 0 0,-91 23-667 0 0,23-5-2024 0 0,2-8-5239 0 0,73-16 3806 0 0,3-4-2201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43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588 43 4328 0 0,'-15'-24'17367'0'0,"15"21"-16709"0"0,-3-9-209 0 0,3 9 230 0 0,7 3-565 0 0,37 4 117 0 0,87 20 555 0 0,-108-18-474 0 0,-1 0 0 0 0,1 2 0 0 0,-2 1 0 0 0,25 12 0 0 0,-42-18-264 0 0,1 0-1 0 0,0 0 1 0 0,-1 0-1 0 0,0 0 1 0 0,0 1-1 0 0,0-1 1 0 0,0 1-1 0 0,0 0 1 0 0,-1 1-1 0 0,0-1 1 0 0,0 1-1 0 0,0-1 1 0 0,0 1-1 0 0,-1 0 1 0 0,3 7-1 0 0,-4-7-28 0 0,0-1 1 0 0,0 1-1 0 0,0 0 0 0 0,-1 0 0 0 0,0 0 1 0 0,0 0-1 0 0,0 0 0 0 0,0 0 0 0 0,-1 0 0 0 0,0 0 1 0 0,0 0-1 0 0,-1 0 0 0 0,1 0 0 0 0,-1 0 1 0 0,0-1-1 0 0,-5 9 0 0 0,1-2-33 0 0,-1-1-1 0 0,0-1 1 0 0,0 1-1 0 0,-1-1 1 0 0,0-1-1 0 0,0 1 1 0 0,-1-1-1 0 0,-10 6 1 0 0,4-4-24 0 0,0-1 0 0 0,0 0 1 0 0,-1-1-1 0 0,-32 11 1 0 0,18-11-66 0 0,-1 0 1 0 0,0-2-1 0 0,0-1 1 0 0,-1-2-1 0 0,-51 0 1 0 0,37-5-425 0 0,1-2 1 0 0,0-2 0 0 0,-49-13-1 0 0,51 8-3048 0 0,-61-26 0 0 0,82 27 991 0 0,0-1-1 0 0,-25-16 0 0 0,8-1-3971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44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 1640 0 0,'-2'3'7405'0'0,"-18"34"3674"0"0,13-24-10416 0 0,-2 6 238 0 0,-10 28 0 0 0,-2 20-2687 0 0,16-51 512 0 0,-4 13-9391 0 0,9-26 10393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44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1277 0 3712 0 0,'-12'7'11673'0'0,"-4"21"-9328"0"0,11-3-369 0 0,-1 2-492 0 0,3 6-348 0 0,0 1-236 0 0,-1 10-280 0 0,4-6-248 0 0,-2 8-268 0 0,-2 2-328 0 0,4 1-928 0 0,-2-4-3644 0 0,-2-11 1343 0 0,2-14-307 0 0,-4-4-4417 0 0</inkml:trace>
  <inkml:trace contextRef="#ctx0" brushRef="#br0" timeOffset="1">12 369 4776 0 0,'-2'1'6688'0'0,"1"0"-5710"0"0,0 0 0 0 0,0 0 1 0 0,1 0-1 0 0,-1 0 0 0 0,0 0 0 0 0,1 0 0 0 0,-1 0 0 0 0,0 1 0 0 0,1-1 0 0 0,-1 0 0 0 0,1 0 0 0 0,0 1 0 0 0,-1 1 0 0 0,0 4-1769 0 0,1-7 804 0 0,0 0 1 0 0,0 0-1 0 0,0 1 0 0 0,0-1 0 0 0,0 0 1 0 0,0 1-1 0 0,0-1 0 0 0,0 0 0 0 0,0 1 1 0 0,0-1-1 0 0,0 0 0 0 0,1 0 1 0 0,-1 1-1 0 0,0-1 0 0 0,0 0 0 0 0,0 0 1 0 0,0 1-1 0 0,0-1 0 0 0,1 0 0 0 0,-1 0 1 0 0,0 1-1 0 0,0-1 0 0 0,0 0 0 0 0,1 0 1 0 0,-1 0-1 0 0,0 1 0 0 0,0-1 0 0 0,1 0 1 0 0,-1 0-1 0 0,0 0 0 0 0,1 0 0 0 0,26 23 374 0 0,62 37 0 0 0,40 11 318 0 0,7 4-2327 0 0,-105-56-512 0 0,0 2 1 0 0,31 28-1 0 0,-57-44 508 0 0,0-1 0 0 0,1 0-1 0 0,-1 0 1 0 0,7 3 0 0 0,-3-3-5729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45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1 5440 0 0,'-8'3'10189'0'0,"-20"25"-7900"0"0,13-5-389 0 0,0 15-516 0 0,1 5-264 0 0,-2 6-192 0 0,5 2-264 0 0,-1 8-352 0 0,2 0-496 0 0,-1 18-652 0 0,-1-22-4024 0 0,2-12 1343 0 0,5-20-207 0 0,1-14-4621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45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49 137 2664 0 0,'-2'-23'5805'0'0,"-7"-80"7411"0"0,8 99-12294 0 0,-1 2-191 0 0,-1-1-502 0 0,3 2-202 0 0,0 1-1 0 0,0 0 1 0 0,0 0 0 0 0,-1 0-1 0 0,1 0 1 0 0,0 0-1 0 0,0 0 1 0 0,-1 0 0 0 0,1 0-1 0 0,0 0 1 0 0,0 0-1 0 0,-1 0 1 0 0,1 0 0 0 0,0 0-1 0 0,0 0 1 0 0,0 0-1 0 0,-1 0 1 0 0,1 0 0 0 0,0 0-1 0 0,0 0 1 0 0,-1 1 0 0 0,1-1-1 0 0,0 0 1 0 0,0 0-1 0 0,0 0 1 0 0,0 0 0 0 0,-1 0-1 0 0,1 0 1 0 0,0 1-1 0 0,0-1 1 0 0,0 0 0 0 0,0 0-1 0 0,-1 0 1 0 0,1 1-1 0 0,0-1 1 0 0,0 0 0 0 0,0 0-1 0 0,0 0 1 0 0,0 1-1 0 0,0-1 1 0 0,0 0 0 0 0,0 0-1 0 0,0 0 1 0 0,0 1 0 0 0,0-1-1 0 0,0 0 1 0 0,0 0-1 0 0,0 1 1 0 0,-6 16 160 0 0,1 0 1 0 0,1 1 0 0 0,-1 20-1 0 0,1 36 367 0 0,10 135 0 0 0,28 74-167 0 0,-10-104-197 0 0,38 294 406 0 0,-14-51 16 0 0,46 733 60 0 0,3 31-709 0 0,32-74 91 0 0,-21-399 76 0 0,-46-415-153 0 0,4 25 40 0 0,-58-287-244 0 0,-7-32 34 0 0,-8-10-4423 0 0,-2-3 3198 0 0,0-1 0 0 0,0 0 0 0 0,1 0 0 0 0,1 0 0 0 0,-11-19 0 0 0,-11-28-3138 0 0,-3-8-3911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47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975 0 1536 0 0,'2'2'12361'0'0,"8"5"-4172"0"0,-16-4-7934 0 0,-3 1-151 0 0,0 0 1 0 0,0 1-1 0 0,1 1 0 0 0,-12 9 1 0 0,-22 16 244 0 0,-65 37 0 0 0,92-61-246 0 0,0 0 0 0 0,0 0 0 0 0,0-2 0 0 0,-18 5-1 0 0,-65 10 246 0 0,71-15-246 0 0,19-3-52 0 0,-3 1-74 0 0,9-2 21 0 0,1 0 14 0 0,0 0 0 0 0,1 0 1 0 0,-1 0-1 0 0,0-1 1 0 0,0 1-1 0 0,0 0 0 0 0,1 0 1 0 0,-1 1-1 0 0,0-1 1 0 0,0 1-1 0 0,7 5 38 0 0,1 0-26 0 0,1 2 35 0 0,-1-1 1 0 0,2 0-1 0 0,16 11 1 0 0,159 116 2007 0 0,-169-122-1725 0 0,25 27-1 0 0,-35-34-275 0 0,0 1 1 0 0,0-1-1 0 0,-1 0 0 0 0,1 1 1 0 0,-2 0-1 0 0,1 0 0 0 0,4 12 1 0 0,-8-16-68 0 0,1 0 0 0 0,-1 0 1 0 0,1 0-1 0 0,-1 0 0 0 0,0 0 1 0 0,0 0-1 0 0,0 0 1 0 0,-1 0-1 0 0,1 0 0 0 0,-1 0 1 0 0,0 0-1 0 0,1 0 1 0 0,-1 0-1 0 0,-1 0 0 0 0,1-1 1 0 0,0 1-1 0 0,-1 0 0 0 0,1-1 1 0 0,-1 1-1 0 0,0-1 1 0 0,0 0-1 0 0,0 1 0 0 0,0-1 1 0 0,0 0-1 0 0,0 0 1 0 0,-4 2-1 0 0,-2 2-33 0 0,0 0 1 0 0,-1-1-1 0 0,0 0 0 0 0,0-1 1 0 0,0 0-1 0 0,-14 4 1 0 0,-4-1-210 0 0,1-1 1 0 0,-1-2 0 0 0,0-1-1 0 0,0 0 1 0 0,-29-3 0 0 0,-136-16-2220 0 0,116 5-2265 0 0,1-3 0 0 0,-87-28 0 0 0,92 18-2368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48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30 3280 0 0,'0'0'15874'0'0,"4"-4"-14227"0"0,10-15-340 0 0,-14 19-1263 0 0,0 0 0 0 0,1-1-1 0 0,-1 1 1 0 0,0 0 0 0 0,0-1 0 0 0,0 1 0 0 0,1 0-1 0 0,-1 0 1 0 0,0-1 0 0 0,0 1 0 0 0,1 0 0 0 0,-1 0 0 0 0,0-1-1 0 0,0 1 1 0 0,1 0 0 0 0,-1 0 0 0 0,0 0 0 0 0,1 0-1 0 0,-1 0 1 0 0,0-1 0 0 0,1 1 0 0 0,-1 0 0 0 0,1 0-1 0 0,10-1 395 0 0,1 1 0 0 0,-1 0 0 0 0,0 1 0 0 0,0 0 0 0 0,0 1 0 0 0,0 0 0 0 0,14 4 0 0 0,79 31 700 0 0,-48-15-818 0 0,129 54 383 0 0,-179-73-665 0 0,-1-2-21 0 0,-1 1 1 0 0,0 0 0 0 0,0 1 0 0 0,0-1 0 0 0,-1 0-1 0 0,1 1 1 0 0,3 3 0 0 0,-6-5-59 0 0,-6 3-19 0 0,-2 1 65 0 0,0-1 1 0 0,0 0-1 0 0,-1-1 1 0 0,1 0-1 0 0,-1 0 1 0 0,0 0-1 0 0,-12 1 1 0 0,-68 11 19 0 0,44-9-24 0 0,-81 16-48 0 0,-200 63 0 0 0,305-79 22 0 0,0 2-1 0 0,1 0 0 0 0,0 1 0 0 0,-33 20 0 0 0,47-25-131 0 0,-1 0-1 0 0,1 0 0 0 0,0 1 1 0 0,0-1-1 0 0,1 1 0 0 0,0 0 1 0 0,-1 0-1 0 0,2 1 0 0 0,-1-1 1 0 0,0 1-1 0 0,1 0 0 0 0,0 0 0 0 0,1 0 1 0 0,-1 0-1 0 0,1 1 0 0 0,0-1 1 0 0,1 1-1 0 0,-2 12 0 0 0,3-11-938 0 0,0 1 0 0 0,0-1-1 0 0,2 11 1 0 0,0-11-1482 0 0,-1-1 1 0 0,1 0-1 0 0,5 11 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48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34 461 7001 0 0,'0'0'7945'0'0,"-2"2"-6065"0"0,-15 16 1673 0 0,15-15-3697 0 0,0-1-118 0 0,-4 7-65 0 0,4-7 59 0 0,2-1 82 0 0,1 0 183 0 0,-1 0-1 0 0,0 1 1 0 0,0-1-1 0 0,0 0 0 0 0,0 0 1 0 0,0 0-1 0 0,0 0 1 0 0,-1 1-1 0 0,1-1 1 0 0,0 0-1 0 0,-1 2 0 0 0,0-2 15 0 0,1 3 387 0 0,1 0-92 0 0,14 33 671 0 0,-3-6-608 0 0,16 63-1 0 0,-12-29-43 0 0,2-1 1 0 0,41 96-1 0 0,-45-133 20 0 0,-13-26 396 0 0,-1-11-699 0 0,1-7 6 0 0,-1-1 0 0 0,-1 1 0 0 0,-5-26 0 0 0,-55-207 975 0 0,5 27 243 0 0,43 159-771 0 0,-7-99 0 0 0,18 136-617 0 0,1 14-203 0 0,0 1-1 0 0,0 0 0 0 0,1-1 1 0 0,1 1-1 0 0,0-1 0 0 0,0 1 1 0 0,6-19-1 0 0,-6 28-270 0 0,0 0 0 0 0,1 0 0 0 0,-1 0 0 0 0,1 1 0 0 0,0-1 0 0 0,0 0 0 0 0,0 1 0 0 0,0-1 0 0 0,1 1 0 0 0,-1 0 0 0 0,1 0 0 0 0,-1 0 0 0 0,1 0-1 0 0,0 0 1 0 0,0 0 0 0 0,0 1 0 0 0,0-1 0 0 0,0 1 0 0 0,0 0 0 0 0,0 0 0 0 0,5-1 0 0 0,27-3-7957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49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6809 0 0,'0'-5'5072'0'0,"1"-6"-2740"0"0,1-7 1436 0 0,-1 5 1957 0 0,1 26-5370 0 0,30 171 472 0 0,20 129-261 0 0,-20-129-396 0 0,-8-43-220 0 0,95 678 402 0 0,-91-395 128 0 0,-39 384-21 0 0,-4-568-390 0 0,-19 363-380 0 0,23 0 1 0 0,121 759 95 0 0,-3-562 28 0 0,-92-684-910 0 0,-10-68-3258 0 0,-4-43 3716 0 0,-1 7-1511 0 0,1-4-4344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51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6465 0 0,'2'3'6604'0'0,"0"0"-5691"0"0,0 1 1 0 0,0 0 0 0 0,0-1 0 0 0,-1 1 0 0 0,1 0 0 0 0,-1 0 0 0 0,0 1-1 0 0,2 7 1 0 0,1 40 253 0 0,-3-27-206 0 0,2 28-347 0 0,-2-1 0 0 0,-11 86 0 0 0,6-93-2832 0 0,3 73 0 0 0,1-111 1257 0 0,0-1 1 0 0,1 0-1 0 0,0 1 0 0 0,0-1 0 0 0,0 0 1 0 0,1 0-1 0 0,0 0 0 0 0,0 0 0 0 0,1 0 1 0 0,-1 0-1 0 0,5 5 0 0 0,9 6-5577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52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3152 0 0,'28'95'14870'0'0,"-10"1"-9696"0"0,0 99-3504 0 0,-16-175-1088 0 0,5 106-267 0 0,9 86-1397 0 0,-10-166-309 0 0,2 0-1 0 0,22 71 1 0 0,-29-113 990 0 0,3 9-1854 0 0,11 23 1 0 0,-13-33 1336 0 0,0 1 0 0 0,1-1 1 0 0,-1 1-1 0 0,0-1 0 0 0,1 0 1 0 0,4 4-1 0 0,5 1-5495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54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9977 0 0,'0'0'8233'0'0,"0"2"-6015"0"0,0 7-612 0 0,0-7-425 0 0,0 3-292 0 0,4 26 86 0 0,7 22-1266 0 0,3 0 0 0 0,2 0 0 0 0,2-1 0 0 0,42 83-1 0 0,-45-105-1445 0 0,-5-8-2344 0 0,1-1 0 0 0,24 36 0 0 0,-17-38-2802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55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34 2240 0 0,'3'-1'8188'0'0,"0"-1"-6930"0"0,-1 1-484 0 0,1-1 0 0 0,-1 1 1 0 0,1 0-1 0 0,-1 0 0 0 0,1 0 0 0 0,0 0 0 0 0,0 0 0 0 0,-1 1 0 0 0,1-1 0 0 0,0 1 0 0 0,0 0 0 0 0,4 0 0 0 0,-1 0-343 0 0,-5 0-270 0 0,1 0 0 0 0,0 0 0 0 0,0 0 0 0 0,0 0 0 0 0,0 0 0 0 0,0 0 0 0 0,0 1 0 0 0,0-1 0 0 0,0 1 0 0 0,2 0 0 0 0,94 31 2342 0 0,68 20-729 0 0,-146-47-1514 0 0,0 1 1 0 0,0 1 0 0 0,-1 1-1 0 0,0 0 1 0 0,24 16-1 0 0,-38-21-229 0 0,0 0 1 0 0,0 1-1 0 0,0 0 1 0 0,-1 0-1 0 0,0 1 0 0 0,0-1 1 0 0,0 1-1 0 0,0 0 0 0 0,-1 0 1 0 0,1 0-1 0 0,-1 0 0 0 0,-1 0 1 0 0,1 1-1 0 0,-1-1 0 0 0,0 1 1 0 0,0 0-1 0 0,-1 0 0 0 0,1 0 1 0 0,-1 0-1 0 0,0 0 0 0 0,-1 0 1 0 0,0 0-1 0 0,0 6 0 0 0,-2 3-59 0 0,0-1 1 0 0,0 0-1 0 0,-2 0 0 0 0,1 0 0 0 0,-2 0 0 0 0,0-1 0 0 0,-1 0 0 0 0,0 0 0 0 0,-8 13 0 0 0,5-11-43 0 0,-1-2 0 0 0,0 1-1 0 0,-1-1 1 0 0,0-1 0 0 0,-1 0 0 0 0,-1 0 0 0 0,-19 14 0 0 0,18-17 57 0 0,1-1 1 0 0,-2-1 0 0 0,1 0-1 0 0,-1 0 1 0 0,0-2 0 0 0,0 0-1 0 0,-1 0 1 0 0,1-2 0 0 0,-1 0-1 0 0,0 0 1 0 0,0-2 0 0 0,0 0-1 0 0,-25-2 1 0 0,23 0 81 0 0,1-2 0 0 0,-1 0 0 0 0,1-1 0 0 0,0 0 0 0 0,0-2 0 0 0,0 0 0 0 0,1-1 0 0 0,0 0 0 0 0,0-2 0 0 0,1 0 0 0 0,0 0 0 0 0,-15-13 0 0 0,17 10 16 0 0,-1 0 0 0 0,2-1 1 0 0,-1 0-1 0 0,2-1 0 0 0,0 0 0 0 0,1 0 0 0 0,0-2 0 0 0,1 1 0 0 0,0-1 1 0 0,2 0-1 0 0,0-1 0 0 0,1 0 0 0 0,-8-32 0 0 0,13 41-98 0 0,0 0 0 0 0,1 0 0 0 0,-1 0-1 0 0,2 0 1 0 0,-1 0 0 0 0,1 0 0 0 0,0 0-1 0 0,1 0 1 0 0,0 0 0 0 0,0 0 0 0 0,1 1-1 0 0,0-1 1 0 0,0 1 0 0 0,0-1 0 0 0,1 1 0 0 0,0 0-1 0 0,7-8 1 0 0,-3 5-132 0 0,1 1 0 0 0,0 0 0 0 0,0 1 0 0 0,0-1 0 0 0,1 2 0 0 0,0-1 0 0 0,1 2 0 0 0,0-1 0 0 0,0 1-1 0 0,17-6 1 0 0,2 1-1014 0 0,47-9-1 0 0,31 2-5234 0 0,-64 13 1877 0 0,61 2-1 0 0,-22 6-4675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52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61 2432 0 0,'41'0'12785'0'0,"-35"0"-12030"0"0,1 1 0 0 0,0 0 0 0 0,-1 1 0 0 0,11 3 0 0 0,-9-1-412 0 0,-1 0 0 0 0,1 0 0 0 0,-1 1 1 0 0,0 0-1 0 0,-1 0 0 0 0,1 1 0 0 0,-1-1 0 0 0,0 2 1 0 0,0-1-1 0 0,-1 1 0 0 0,0-1 0 0 0,8 15 0 0 0,-4-5-134 0 0,-1 0 0 0 0,-1 0 0 0 0,-1 1 1 0 0,0 0-1 0 0,4 20 0 0 0,-4-7-63 0 0,-1-1 1 0 0,-1 1 0 0 0,-2 0 0 0 0,-1 0 0 0 0,-4 42 0 0 0,3-67-88 0 0,-1 1 1 0 0,0-1-1 0 0,0 1 0 0 0,0-1 0 0 0,-1 1 1 0 0,1-1-1 0 0,-1 0 0 0 0,-1 1 0 0 0,1-1 1 0 0,-1 0-1 0 0,0-1 0 0 0,0 1 0 0 0,0 0 1 0 0,-6 6-1 0 0,7-10-54 0 0,1 0 1 0 0,0 0 0 0 0,0 0 0 0 0,0 0-1 0 0,-1-1 1 0 0,1 1 0 0 0,0 0 0 0 0,-1-1-1 0 0,-2 1 1 0 0,-2 0-3 0 0,0 0-1 0 0,0-1 1 0 0,0 1 0 0 0,-1-2-1 0 0,1 1 1 0 0,0-1 0 0 0,0 0-1 0 0,0 0 1 0 0,0 0 0 0 0,0-1-1 0 0,0 0 1 0 0,-9-5 0 0 0,-9-4 45 0 0,-38-26 0 0 0,25 13 2 0 0,2-3-1 0 0,1 0 1 0 0,1-3 0 0 0,-51-58-1 0 0,71 73 43 0 0,1-2 0 0 0,0 1 0 0 0,2-1 0 0 0,-1-1 0 0 0,2 0 0 0 0,-13-35 0 0 0,21 49-114 0 0,-1-1 0 0 0,1 1 0 0 0,0-1 1 0 0,1 0-1 0 0,-1 1 0 0 0,1-1 0 0 0,0 0 0 0 0,0 1 0 0 0,0-1 1 0 0,1 0-1 0 0,0 1 0 0 0,0-1 0 0 0,0 1 0 0 0,0-1 0 0 0,1 1 1 0 0,-1-1-1 0 0,1 1 0 0 0,0 0 0 0 0,1 0 0 0 0,-1 0 1 0 0,1 0-1 0 0,-1 0 0 0 0,1 0 0 0 0,0 1 0 0 0,1-1 0 0 0,-1 1 1 0 0,1 0-1 0 0,-1 0 0 0 0,6-3 0 0 0,3-1-148 0 0,0 1 0 0 0,0 0-1 0 0,0 1 1 0 0,0 0 0 0 0,1 1-1 0 0,0 1 1 0 0,0-1 0 0 0,0 2 0 0 0,19-2-1 0 0,32 2-3438 0 0,0 3-1 0 0,-1 2 0 0 0,100 18 1 0 0,-73-4-4393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53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4 5352 0 0,'-2'0'6937'0'0,"-1"-1"-5318"0"0,-2-1-101 0 0,0 2 3839 0 0,2 4-3793 0 0,-1 3-1049 0 0,1 1 1 0 0,-1-1 0 0 0,1 1 0 0 0,-3 11-1 0 0,-8 41 1294 0 0,13-58-1776 0 0,-38 197 1960 0 0,26-45-2684 0 0,12-131 422 0 0,0 92-2568 0 0,3-78-1640 0 0,1 1 1 0 0,14 57 0 0 0,-6-53-4298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54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 3664 0 0,'8'5'2598'0'0,"-1"1"1"0"0,1 1-1 0 0,-1-1 0 0 0,9 11 0 0 0,-6-4-501 0 0,17 27 0 0 0,30 74-419 0 0,-45-87-1400 0 0,55 133 748 0 0,-54-123-820 0 0,-1 0-1 0 0,9 55 1 0 0,-20-86-197 0 0,0 0-1 0 0,0 0 0 0 0,-1 1 1 0 0,-1 6-1 0 0,1-11 2 0 0,0 0 1 0 0,0 0-1 0 0,-1 0 0 0 0,1 0 0 0 0,-1 0 0 0 0,1 0 1 0 0,-1 0-1 0 0,0 0 0 0 0,0 0 0 0 0,0 0 1 0 0,0-1-1 0 0,0 1 0 0 0,-1 0 0 0 0,1-1 0 0 0,-3 3 1 0 0,-3-1 31 0 0,0-3-24 0 0,-1 0 1 0 0,1 0 0 0 0,-1 0-1 0 0,1-1 1 0 0,-1 0 0 0 0,1-1 0 0 0,0 0-1 0 0,0 0 1 0 0,0 0 0 0 0,0-1 0 0 0,0 0-1 0 0,-7-4 1 0 0,-11-7 32 0 0,-43-33 0 0 0,6-1 345 0 0,2-2 0 0 0,-90-101 0 0 0,136 135-170 0 0,0-1-1 0 0,1 0 1 0 0,1-2-1 0 0,1 1 1 0 0,1-1-1 0 0,-15-37 1 0 0,23 51-146 0 0,1 3-65 0 0,1 1 0 0 0,-1-1 1 0 0,0 0-1 0 0,1 0 1 0 0,0 1-1 0 0,-1-1 0 0 0,1 0 1 0 0,0 0-1 0 0,0 1 0 0 0,0-1 1 0 0,0 0-1 0 0,0 0 1 0 0,0 0-1 0 0,1 1 0 0 0,-1-1 1 0 0,1 0-1 0 0,-1 0 0 0 0,1 1 1 0 0,-1-1-1 0 0,3-3 1 0 0,-2 3-33 0 0,0-2-62 0 0,1 1 0 0 0,0-1 0 0 0,1 0 0 0 0,-1 0 1 0 0,0 1-1 0 0,1-1 0 0 0,0 1 0 0 0,0 0 0 0 0,0 0 0 0 0,0 0 0 0 0,7-4 0 0 0,-3 2-680 0 0,1 1 0 0 0,0 0 0 0 0,0 1 0 0 0,1 0 0 0 0,-1 0 0 0 0,1 1 0 0 0,13-3 0 0 0,3 3-4534 0 0,38-1 1 0 0,-32 3-2538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55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3344 0 0,'-8'36'8153'0'0,"7"-36"-7860"0"0,1 1-1 0 0,0 0 1 0 0,0-1 0 0 0,0 1 0 0 0,0 0-1 0 0,0 0 1 0 0,-1-1 0 0 0,1 1-1 0 0,0 0 1 0 0,1-1 0 0 0,-1 1-1 0 0,0 0 1 0 0,0 0 0 0 0,0-1-1 0 0,1 2 1 0 0,14 65 5427 0 0,-4 44-1864 0 0,-9-28-1990 0 0,-2-18-1277 0 0,19 126 1 0 0,-12-154-1658 0 0,17 49 0 0 0,-17-68-1020 0 0,0-1 0 0 0,1 0 1 0 0,0-1-1 0 0,20 29 0 0 0,-23-39 939 0 0,0 1 0 0 0,1-1-1 0 0,6 5 1 0 0,18 10-7720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57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3088 0 0,'2'-6'17654'0'0,"-1"24"-15696"0"0,1 29-3033 0 0,6 100 1356 0 0,29 150 0 0 0,45 130 495 0 0,13 86-232 0 0,-89-476-559 0 0,36 283 372 0 0,-29-216-271 0 0,34 417-164 0 0,-48-349 236 0 0,-28 228 1 0 0,-16 242-273 0 0,51-349-36 0 0,61 383-72 0 0,-40-431 858 0 0,14 107 552 0 0,19-1-528 0 0,186 530-454 0 0,-228-827-351 0 0,-3 1 1 0 0,-2 0-1 0 0,8 72 1 0 0,-20-116-185 0 0,-1 0 1 0 0,0 0-1 0 0,-1 0 1 0 0,0 0-1 0 0,0-1 0 0 0,-4 13 1 0 0,3-17-848 0 0,0 0 1 0 0,0 0-1 0 0,0 0 1 0 0,-1 0-1 0 0,0-1 1 0 0,-6 8-1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8:5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1081 697 7337 0 0,'60'-43'7490'0'0,"1"2"-4150"0"0,70-50-1352 0 0,-69 47-1673 0 0,2 2 0 0 0,84-40 0 0 0,-101 60-137 0 0,0 2 0 0 0,2 2 0 0 0,1 3 0 0 0,60-12 0 0 0,-36 15-132 0 0,0 4-1 0 0,1 3 1 0 0,0 3 0 0 0,-1 4-1 0 0,143 21 1 0 0,-156-12-1 0 0,0 3 0 0 0,0 3 0 0 0,-2 2 0 0 0,64 31 0 0 0,-53-14 15 0 0,-1 3 0 0 0,-2 3-1 0 0,-2 3 1 0 0,102 90-1 0 0,-51-23-29 0 0,132 163 0 0 0,-24 24-187 0 0,-169-212 393 0 0,72 153-1 0 0,-79-124-266 0 0,-6 2-1 0 0,-4 2 0 0 0,-6 1 0 0 0,21 158 0 0 0,-38-184 38 0 0,43 258-384 0 0,20 86-264 0 0,-58-325 629 0 0,4 44 125 0 0,9 306-1 0 0,-51-83 688 0 0,-9-164-1241 0 0,-11 126-642 0 0,24-106 784 0 0,-3 64 113 0 0,14-263 146 0 0,-2 0 0 0 0,-2 0 0 0 0,-1 0 1 0 0,-2-1-1 0 0,-1 0 0 0 0,-18 39 0 0 0,18-53 92 0 0,-1-1-1 0 0,-1 0 1 0 0,0-1-1 0 0,-2 0 1 0 0,-1-1-1 0 0,0-1 1 0 0,-1 0-1 0 0,-1-1 1 0 0,-1-1-1 0 0,-26 18 1 0 0,17-17 51 0 0,0-1 0 0 0,-1-2-1 0 0,-40 16 1 0 0,-98 27 245 0 0,89-33-380 0 0,-11 6 30 0 0,-135 42-76 0 0,-5-19 50 0 0,193-49 52 0 0,-1-3 1 0 0,0-1-1 0 0,0-1 1 0 0,1-2-1 0 0,-1-2 1 0 0,1-1-1 0 0,0-2 1 0 0,-65-21-1 0 0,18-2 95 0 0,2-4 0 0 0,-118-68 0 0 0,33-1 47 0 0,43 24-72 0 0,-416-267 374 0 0,384 236-182 0 0,-192-179 0 0 0,14-60 14 0 0,257 258 13 0 0,-72-114 0 0 0,-41-110 490 0 0,138 218-334 0 0,-49-124 0 0 0,52 89 85 0 0,-43-187 0 0 0,69 218-153 0 0,-12-134 1 0 0,25 92 292 0 0,7-1-1 0 0,5 1 1 0 0,8-1-1 0 0,5 2 1 0 0,53-216 0 0 0,-23 191-614 0 0,7 1 1 0 0,7 3 0 0 0,156-297 0 0 0,46 49-41 0 0,-201 330-291 0 0,4 3 0 0 0,131-122 0 0 0,-153 164-468 0 0,1 2 0 0 0,2 2 0 0 0,98-51-1 0 0,144-34-12187 0 0,-178 77 8366 0 0,24-10-4417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9:03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0 5697 0 0,'0'0'15500'0'0,"1"11"-14655"0"0,-1 9-513 0 0,0 0-1 0 0,-1 0 1 0 0,-5 24 0 0 0,-53 300 1866 0 0,-10 47-3949 0 0,38-268-6550 0 0,27-91 3768 0 0,4-9-3689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9:04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0 680 0 0,'0'0'5913'0'0,"12"11"-8162"0"0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9:05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10682 18 3072 0 0,'36'15'9846'0'0,"17"12"1407"0"0,-76-27-10972 0 0,13 1-224 0 0,0-1-1 0 0,0-1 0 0 0,0 0 0 0 0,0 0 0 0 0,-14-4 1 0 0,-159-33 256 0 0,136 31-196 0 0,-95 0 0 0 0,71 10-107 0 0,-101 19-1 0 0,-68 27 30 0 0,-142 20-6 0 0,-113-55 144 0 0,135-9-104 0 0,-268 47-927 0 0,284-19 720 0 0,-121 15-60 0 0,40-4 350 0 0,-20-25 15 0 0,203-12 98 0 0,-610 87 583 0 0,175-20-1076 0 0,618-69 206 0 0,-198 21 275 0 0,-324 77 1 0 0,-511 132 164 0 0,576-166-216 0 0,-4-37-119 0 0,-20-34 119 0 0,-1-35 505 0 0,145-7-111 0 0,394 43-582 0 0,3 1-5 0 0,9 1-6 0 0,31 3-42 0 0,45 4-77 0 0,577 26 121 0 0,-372-33-20 0 0,388-47 0 0 0,160-86 77 0 0,-707 109-49 0 0,59-10-4 0 0,594-95 95 0 0,-208 56 62 0 0,-181 25-3 0 0,16-2-76 0 0,87-17-34 0 0,14 0-188 0 0,125 18 141 0 0,-424 44 234 0 0,219 27 0 0 0,368 86 284 0 0,-768-104-502 0 0,216 36-378 0 0,154 21-775 0 0,-201-38-2797 0 0,1-10-4194 0 0,-77-12 3506 0 0,-1-6-4432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9:06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3944 0 0,'1'113'9384'0'0,"0"0"-4333"0"0,18 415-1675 0 0,35-44-3011 0 0,26-3-13 0 0,-8-57 360 0 0,-18 121 40 0 0,-35 4-167 0 0,-17-459-450 0 0,-19 741-207 0 0,-1-57-186 0 0,54-118 88 0 0,-14-388 386 0 0,34 440 483 0 0,-45-221-1018 0 0,-14-440-1168 0 0,-16 80 0 0 0,16-114-583 0 0,-8 22 1 0 0,9-31 1293 0 0,0 0 0 0 0,1 0 0 0 0,-1-1 0 0 0,-1 1 0 0 0,1 0 0 0 0,-1-1 0 0 0,1 1 0 0 0,-1-1 0 0 0,-4 4 0 0 0,-5-2-6343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7:59:07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8882 1 6745 0 0,'-4'24'1623'0'0,"-2"0"1"0"0,-1 0-1 0 0,-1-1 1 0 0,-1 0-1 0 0,-1 0 1 0 0,-24 41 0 0 0,16-38-1083 0 0,0-1 1 0 0,-1-1 0 0 0,-1-1 0 0 0,-2 0 0 0 0,-24 19-1 0 0,6-11-491 0 0,-2-1-1 0 0,0-2 0 0 0,-2-3 1 0 0,-1-1-1 0 0,-1-2 1 0 0,-80 26-1 0 0,27-18 58 0 0,-122 20-1 0 0,-106-1 282 0 0,168-27-30 0 0,-1134 220 1173 0 0,601-96-1338 0 0,-11-53-153 0 0,-165-73 133 0 0,-3-52-70 0 0,202-10-47 0 0,-179-8 342 0 0,631 43-326 0 0,-678-40 297 0 0,636 37-113 0 0,245 10-245 0 0,0 1-1 0 0,1 0 0 0 0,-1 1 0 0 0,-19 6 0 0 0,29-7-10 0 0,1 0-1 0 0,-1 0 0 0 0,1 0 1 0 0,-1 1-1 0 0,1 0 0 0 0,0 0 0 0 0,0 0 1 0 0,0 0-1 0 0,0 0 0 0 0,0 0 1 0 0,1 1-1 0 0,-1-1 0 0 0,1 1 0 0 0,-1 0 1 0 0,1 0-1 0 0,0 0 0 0 0,0 0 1 0 0,0 0-1 0 0,1 1 0 0 0,-1-1 0 0 0,-1 6 1 0 0,1 0 25 0 0,0 1 0 0 0,1-1 0 0 0,0 0 0 0 0,1 1 0 0 0,0-1 0 0 0,0 0 0 0 0,2 11 0 0 0,17 68 18 0 0,-16-75-52 0 0,105 329 318 0 0,-54-183-50 0 0,57 177-363 0 0,-6 35-106 0 0,-104-365 210 0 0,89 394-115 0 0,25 425 149 0 0,-43 4-862 0 0,-65-727 599 0 0,23 263-243 0 0,51 419-150 0 0,-52-501 558 0 0,39 348-983 0 0,-65-605 905 0 0,89 566-1211 0 0,-68-475 731 0 0,18 220 0 0 0,-45-229-430 0 0,3-103 767 0 0,-1-1 45 0 0,0 9 17 0 0,0-9 1170 0 0,19-10-843 0 0,59-19-38 0 0,-55 20-17 0 0,0 0-1 0 0,0 2 1 0 0,34-2 0 0 0,0 0 35 0 0,86-17 411 0 0,207-60-1 0 0,329-127 208 0 0,-557 171-642 0 0,468-145 196 0 0,-404 133-224 0 0,3 8-1 0 0,231-20 1 0 0,359 25 200 0 0,0 52 252 0 0,1209 131-116 0 0,-825-22-13672 0 0,-857-93 6288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37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11828 256 3856 0 0,'1'-4'2416'0'0,"-1"1"-1"0"0,1-1 1 0 0,-1 0-1 0 0,0 1 0 0 0,-1-6 1 0 0,1 2-2852 0 0,-1 3 3116 0 0,-2 2-2000 0 0,1 1-495 0 0,1 0-109 0 0,0 0-1 0 0,0 1 1 0 0,0-1 0 0 0,0 0-1 0 0,0 1 1 0 0,0-1-1 0 0,0 1 1 0 0,0 0-1 0 0,0-1 1 0 0,0 1 0 0 0,0 0-1 0 0,-2-1 807 0 0,-2 4-544 0 0,-16 10-30 0 0,21-13-297 0 0,-1 0 0 0 0,1 0 0 0 0,0 1 0 0 0,-1-1 0 0 0,1 0 0 0 0,-1 0 1 0 0,1 1-1 0 0,0-1 0 0 0,-1 0 0 0 0,1 1 0 0 0,-1-1 0 0 0,1 1 0 0 0,0-1 0 0 0,0 0 0 0 0,-1 1 0 0 0,1-1 1 0 0,0 1-1 0 0,0-1 0 0 0,-1 1 0 0 0,-4 14 115 0 0,0 0 1 0 0,1 1 0 0 0,0-1-1 0 0,1 1 1 0 0,1 0-1 0 0,-1 29 1 0 0,11 105 457 0 0,-5-119-502 0 0,47 383 76 0 0,19 4-373 0 0,-10-75 405 0 0,-51-294-166 0 0,53 359 168 0 0,44 927 0 0 0,-104-1297-194 0 0,43 1361 754 0 0,-5 8 1126 0 0,-35-856-1614 0 0,1 125-298 0 0,29-2-67 0 0,53 117 23 0 0,-59-564 22 0 0,50 784-636 0 0,-74-593-100 0 0,-11-118 398 0 0,-13 952-541 0 0,26-800 801 0 0,5-199 180 0 0,-2-54 71 0 0,9 367 541 0 0,21 513 616 0 0,-19-795-913 0 0,11-2 0 0 0,13-1 0 0 0,98 335 0 0 0,-136-594-317 0 0,130 500 911 0 0,-99-352-774 0 0,16 189 0 0 0,-44-242-504 0 0,-6 1-1 0 0,-20 213 1 0 0,11-286 172 0 0,-2 0-1 0 0,-2 0 1 0 0,-2-1-1 0 0,-2 0 1 0 0,-31 65-1 0 0,39-94 109 0 0,-1 0-1 0 0,-1 0 0 0 0,-1-1 1 0 0,0-1-1 0 0,-20 25 0 0 0,27-36 39 0 0,0 0-1 0 0,0-1 1 0 0,0 1 0 0 0,0 0-1 0 0,-1-1 1 0 0,1 1-1 0 0,-1-1 1 0 0,1 0 0 0 0,-1 0-1 0 0,1 0 1 0 0,-1 0-1 0 0,1 0 1 0 0,-1-1 0 0 0,-4 2-1 0 0,-3-1-7 0 0,-3 1 28 0 0,0-1-1 0 0,0 0 1 0 0,0-1 0 0 0,0-1-1 0 0,-20-3 1 0 0,12 2 2 0 0,-83-11 70 0 0,-42-4 163 0 0,-354 12 273 0 0,394 6-387 0 0,-61 6 52 0 0,1 7 1 0 0,0 7-1 0 0,-193 50 0 0 0,242-42-108 0 0,-347 68-124 0 0,319-82-27 0 0,-162-4-1 0 0,-148-26 85 0 0,-61-1-1 0 0,46 25 19 0 0,-388-2 10 0 0,495-17-22 0 0,-381 1 80 0 0,-337 24-951 0 0,394-28 606 0 0,2-46 374 0 0,122-4-711 0 0,403 54 475 0 0,-242 18 0 0 0,301 0 136 0 0,-216 15 98 0 0,-1-23-52 0 0,234-4 350 0 0,12 1-682 0 0,-100-16 1 0 0,149 14 84 0 0,1-1 1 0 0,1-1-1 0 0,-1-1 0 0 0,1-1 1 0 0,1-1-1 0 0,-1 0 0 0 0,1-2 1 0 0,-33-23-1 0 0,37 21 178 0 0,1-1 0 0 0,0-1 0 0 0,1 0-1 0 0,1 0 1 0 0,0-2 0 0 0,2 0 0 0 0,-1 0-1 0 0,2-1 1 0 0,1 0 0 0 0,-12-30 0 0 0,-1-17-3 0 0,-26-122-1 0 0,28 96 55 0 0,-30-137 851 0 0,-69-406 133 0 0,99 515-804 0 0,-113-830 60 0 0,106 654-320 0 0,17 164 63 0 0,-13-212-5 0 0,16 231-32 0 0,-11-201 130 0 0,-14-473 860 0 0,22 282-133 0 0,8 20-110 0 0,2 475-745 0 0,0-491 60 0 0,0 9-64 0 0,-40-402 0 0 0,-16 352 0 0 0,12 181 0 0 0,-75-582 0 0 0,-37-315 0 0 0,96 546 0 0 0,44 7 0 0 0,28 253 0 0 0,-4 275 0 0 0,1-83 0 0 0,-12-320 0 0 0,-26 101 0 0 0,-24-6 0 0 0,39 377 0 0 0,-47-319 0 0 0,-48-285 0 0 0,49 341 0 0 0,-32-227 0 0 0,60 213 0 0 0,31 283 0 0 0,22-183 0 0 0,7 120 0 0 0,79-259 0 0 0,-87 360 0 0 0,4 0 0 0 0,34-65 0 0 0,-44 100-65 0 0,1 0 0 0 0,1 2 0 0 0,2 0 0 0 0,0 1 0 0 0,31-32 0 0 0,-42 50-6 0 0,0 0 0 0 0,1 0 0 0 0,0 1 0 0 0,1 0 0 0 0,-1 1 0 0 0,1 0 0 0 0,0 0 0 0 0,0 0 0 0 0,0 1 0 0 0,1 1 0 0 0,0 0-1 0 0,-1 0 1 0 0,1 1 0 0 0,0 0 0 0 0,0 1 0 0 0,0 0 0 0 0,1 0 0 0 0,-1 1 0 0 0,0 1 0 0 0,16 2 0 0 0,14 5-181 0 0,79 28 0 0 0,36 26-5 0 0,-97-37 255 0 0,389 137-62 0 0,-337-132 62 0 0,0-4 0 0 0,136 13 0 0 0,113-23 20 0 0,1-32 7 0 0,180-16 160 0 0,-66-3-172 0 0,-147 13-283 0 0,1296-80-1367 0 0,-415 48 1492 0 0,-1201 54 145 0 0,1432-17 290 0 0,-3 112 393 0 0,-417 39-418 0 0,-683-78-240 0 0,33 10-19 0 0,544 107-1287 0 0,-549-107-1104 0 0,493 57-11635 0 0,-570-91 4956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41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0 284 5288 0 0,'0'4'4616'0'0,"1"1"-3273"0"0,0 3-43 0 0,-1 0 6270 0 0,7-13-7152 0 0,2 0-280 0 0,21-19 523 0 0,-24 19-546 0 0,1 0 0 0 0,-1 1 0 0 0,1-1 1 0 0,-1 1-1 0 0,1 1 0 0 0,0-1 0 0 0,1 1 0 0 0,-1 0 1 0 0,1 1-1 0 0,-1 0 0 0 0,10-2 0 0 0,26 1 77 0 0,-1 2 1 0 0,45 5-1 0 0,-26-1-158 0 0,69-4 126 0 0,137-19 1 0 0,-186 12-112 0 0,246-4 17 0 0,-1 21 33 0 0,-75-1-64 0 0,228-29 122 0 0,-1-37 107 0 0,-232 26-188 0 0,-234 31-67 0 0,538-62 296 0 0,4 29-54 0 0,4 36-328 0 0,-98 8 125 0 0,31-2 77 0 0,7 0 22 0 0,-434-6-122 0 0,937 27 498 0 0,-432-9-595 0 0,402 19 656 0 0,1 25 221 0 0,-520-20-1275 0 0,218 18-6725 0 0,2-32-1700 0 0,-327-31 1148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1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 2792 0 0,'0'0'17833'0'0,"-10"1"-17574"0"0,-28 3-30 0 0,35-4-172 0 0,1 1 0 0 0,0-1 0 0 0,0 0 0 0 0,-1 1-1 0 0,1-1 1 0 0,0 1 0 0 0,0 0 0 0 0,0-1 0 0 0,0 1-1 0 0,0 0 1 0 0,0 0 0 0 0,0 0 0 0 0,-3 3 0 0 0,-8 5 386 0 0,-4 1-212 0 0,0 1 1 0 0,1 1-1 0 0,1 0 1 0 0,0 1-1 0 0,0 1 1 0 0,1 0-1 0 0,1 1 0 0 0,-17 25 1 0 0,26-34-208 0 0,1 1 0 0 0,-1 0 1 0 0,1 1-1 0 0,0-1 0 0 0,1 0 1 0 0,0 1-1 0 0,0 0 0 0 0,1-1 1 0 0,0 1-1 0 0,0 0 0 0 0,0 0 0 0 0,1-1 1 0 0,0 1-1 0 0,1 0 0 0 0,0 0 1 0 0,0 0-1 0 0,5 14 0 0 0,-3-12 9 0 0,1-1 0 0 0,0 0 0 0 0,0 0 0 0 0,1-1 0 0 0,0 1 0 0 0,1-1 0 0 0,0 0 0 0 0,0 0-1 0 0,1-1 1 0 0,0 0 0 0 0,0 0 0 0 0,0-1 0 0 0,15 10 0 0 0,-17-12-95 0 0,1-1 1 0 0,-1 1-1 0 0,1-1 0 0 0,0 0 1 0 0,0-1-1 0 0,0 0 0 0 0,1 0 1 0 0,-1 0-1 0 0,0-1 0 0 0,1 1 1 0 0,-1-2-1 0 0,1 1 0 0 0,9-1 1 0 0,-9-2-951 0 0,8-11-1076 0 0,-13 10 1255 0 0,-1 1 0 0 0,1-1 0 0 0,0 0 0 0 0,-1 0 0 0 0,0 0 0 0 0,1 0 0 0 0,-1 0 0 0 0,-1-1-1 0 0,1 1 1 0 0,0 0 0 0 0,-1 0 0 0 0,1-1 0 0 0,-1-5 0 0 0,0-21-6114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1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 5609 0 0,'-18'-1'11716'0'0,"15"5"-9920"0"0,0 1-1481 0 0,1 1-1 0 0,-1 0 1 0 0,1-1-1 0 0,0 1 1 0 0,1 0-1 0 0,-1 1 1 0 0,1-1 0 0 0,0 0-1 0 0,1 0 1 0 0,0 0-1 0 0,0 7 1 0 0,2 18 355 0 0,5 30 0 0 0,-2-23-194 0 0,12 69 681 0 0,45 154 0 0 0,-31-144-726 0 0,-11-38-195 0 0,23 100-113 0 0,-39-162-270 0 0,-1-4-732 0 0,-1 1 1 0 0,2 22-1 0 0,-4-35 525 0 0,0 0-1 0 0,0 0 1 0 0,0 1-1 0 0,0-1 1 0 0,0 0-1 0 0,-1 0 1 0 0,1 0-1 0 0,0 1 1 0 0,-1-1-1 0 0,1 0 1 0 0,-1 0 0 0 0,1 0-1 0 0,-1 0 1 0 0,-1 2-1 0 0,0 0-880 0 0,-3 5-3987 0 0,-3-5 3465 0 0,7-3 526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1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2088 0 0,'2'-26'20598'0'0,"-1"25"-20464"0"0,5 15 1056 0 0,8 23-1420 0 0,-5-4 875 0 0,8 46 1 0 0,-4-10-21 0 0,71 302 1077 0 0,-83-368-1729 0 0,22 114-395 0 0,-20-95-1529 0 0,0 31-1 0 0,-3-38-3350 0 0,-5 7 2200 0 0,1-12-991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2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54 8237 0 0,'-18'-27'10661'0'0,"16"24"-7819"0"0,2 0-1929 0 0,0-14 755 0 0,6 16-1341 0 0,3 0-235 0 0,-1 0-1 0 0,1 1 1 0 0,-1 0-1 0 0,1 0 0 0 0,-1 1 1 0 0,0 0-1 0 0,16 4 1 0 0,103 32 688 0 0,124 55 0 0 0,-222-80-630 0 0,-1 2-1 0 0,-1 0 1 0 0,0 2 0 0 0,41 32 0 0 0,-56-38-158 0 0,0 0 0 0 0,0 1 0 0 0,-2 0 0 0 0,1 1 0 0 0,-1 1 0 0 0,-1-1 0 0 0,0 1 0 0 0,-1 1 0 0 0,-1 0 0 0 0,11 27 0 0 0,-16-36-197 0 0,-1 0 0 0 0,0 0 0 0 0,0 0 0 0 0,0 0 0 0 0,-1 0 0 0 0,1 0 0 0 0,-1 0 0 0 0,-1 0 1 0 0,1 0-1 0 0,-1 0 0 0 0,0 0 0 0 0,-1 5 0 0 0,1-5-401 0 0,-1-1 0 0 0,1 0-1 0 0,-1-1 1 0 0,0 1 0 0 0,0 0 0 0 0,0 0 0 0 0,-1-1 0 0 0,1 1-1 0 0,-1-1 1 0 0,0 0 0 0 0,0 0 0 0 0,0 0 0 0 0,0 0 0 0 0,0-1-1 0 0,-1 1 1 0 0,1-1 0 0 0,-1 1 0 0 0,0-1 0 0 0,1-1 0 0 0,-1 1-1 0 0,0 0 1 0 0,-5 0 0 0 0,-20 4-7629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2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3456 0 0,'0'0'5729'0'0,"5"-4"-1790"0"0,19-10-1888 0 0,-18 11-696 0 0,-3 2-330 0 0,12-1-286 0 0,-12 2-197 0 0,-2 0-498 0 0,0 1 0 0 0,0-1 0 0 0,0 1-1 0 0,0-1 1 0 0,0 0 0 0 0,0 1 0 0 0,0-1-1 0 0,0 0 1 0 0,1 0 0 0 0,-1 1-1 0 0,0-1 1 0 0,0 0 0 0 0,1 0 0 0 0,20 2 403 0 0,21 10 218 0 0,0 1 0 0 0,-1 3-1 0 0,0 1 1 0 0,55 32 0 0 0,-71-32-299 0 0,0 2 1 0 0,25 24-1 0 0,-45-38-311 0 0,-1 0 0 0 0,0 0 0 0 0,0 0 0 0 0,-1 0 0 0 0,0 1 0 0 0,0 0 0 0 0,0 0 0 0 0,0 0 0 0 0,3 10 0 0 0,-5-12-28 0 0,-1 1-1 0 0,0-1 1 0 0,0 1-1 0 0,0-1 1 0 0,-1 1 0 0 0,0-1-1 0 0,1 1 1 0 0,-1 0-1 0 0,-1-1 1 0 0,1 1-1 0 0,-1-1 1 0 0,0 1 0 0 0,0-1-1 0 0,0 1 1 0 0,-3 5-1 0 0,-5 11 47 0 0,-1-1-1 0 0,-1 0 0 0 0,-14 20 0 0 0,-46 54 132 0 0,8-13-249 0 0,30-33-78 0 0,-36 69 1 0 0,53-86-897 0 0,2 0-1 0 0,1 2 1 0 0,-13 55-1 0 0,17-51-2902 0 0,3 0 0 0 0,-4 60 0 0 0,9-41-2971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3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2304 0 0,'0'0'13559'0'0,"7"5"-11975"0"0,61 39 2543 0 0,-46-29-3281 0 0,24 21 0 0 0,-23-17-421 0 0,168 150 816 0 0,-115-89-8401 0 0,-51-56-814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4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1 680 0 0,'0'11'15277'0'0,"6"15"-12596"0"0,0-9-593 0 0,-3 2-636 0 0,0 0-400 0 0,3 8-380 0 0,-3-5-360 0 0,-3-1-372 0 0,0-1-644 0 0,-3-1-4212 0 0,0 10-2357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4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2176 0 0,'0'0'18173'0'0,"6"6"-16602"0"0,104 120 1094 0 0,-3 2-2508 0 0,-89-110-120 0 0,1 0 0 0 0,0-2-1 0 0,2 0 1 0 0,35 21 0 0 0,-47-32 132 0 0,15 9 338 0 0,-18-4-7 0 0,-11-3-442 0 0,-11 11-143 0 0,-35 33 1 0 0,-5-8-205 0 0,-31 27-124 0 0,78-61 387 0 0,0 0 0 0 0,1 1 1 0 0,-1 0-1 0 0,2 0 0 0 0,0 0 0 0 0,-10 18 0 0 0,8 2 60 0 0,10-21-13 0 0,3 2-5 0 0,-1-1 0 0 0,2 0 0 0 0,-1 0 0 0 0,1 0 0 0 0,1-1 0 0 0,0 0 1 0 0,8 11-1 0 0,0-6-90 0 0,0 0 0 0 0,1-2 1 0 0,1 1-1 0 0,0-2 1 0 0,1 0-1 0 0,-1-1 1 0 0,2 0-1 0 0,0-2 0 0 0,20 8 1 0 0,22 4-2264 0 0,92 18 0 0 0,-119-31-1377 0 0,-1-2 0 0 0,37 2-1 0 0,-35-5-2264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4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0 6657 0 0,'-3'1'6184'0'0,"-25"9"1438"0"0,26-9-6347 0 0,1 3-316 0 0,-3 11-235 0 0,3-12-107 0 0,5 4-134 0 0,3 3-340 0 0,0 0 1 0 0,1 0-1 0 0,-1-1 1 0 0,2 0-1 0 0,-1-1 0 0 0,1 0 1 0 0,19 13-1 0 0,-1-6 596 0 0,1-2-1 0 0,49 17 1 0 0,-41-17 146 0 0,-25-7-795 0 0,-9-4-94 0 0,0-1-70 0 0,-5 17-110 0 0,1-13 144 0 0,2-3 29 0 0,0-1 0 0 0,-1 1 0 0 0,1-1 0 0 0,-1 1 0 0 0,1-1 0 0 0,-1 1 0 0 0,0-1 1 0 0,1 1-1 0 0,-1-1 0 0 0,0 0 0 0 0,0 0 0 0 0,0 1 0 0 0,0-1 0 0 0,0 0 0 0 0,-1 1 1 0 0,-3 3-10 0 0,-30 33-16 0 0,-1-1 1 0 0,-2-2 0 0 0,-50 35-1 0 0,-122 67-1539 0 0,84-58-2288 0 0,122-77 4158 0 0,-9 7-2605 0 0,-14 6-9016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5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441 10 3648 0 0,'-1'-1'755'0'0,"0"0"-1"0"0,0 1 0 0 0,0-1 0 0 0,0 0 0 0 0,1 1 0 0 0,-1-1 1 0 0,0 0-1 0 0,0 1 0 0 0,0-1 0 0 0,0 1 0 0 0,0-1 0 0 0,-1 1 1 0 0,1 0-1 0 0,0 0 0 0 0,0-1 0 0 0,0 1 0 0 0,0 0 1 0 0,0 0-1 0 0,-2 0 0 0 0,-5 1 962 0 0,6-1-3104 0 0,1 0 1432 0 0,1 0 0 0 0,0 0 0 0 0,-1 0-1 0 0,1 0 1 0 0,-1 0 0 0 0,1 0 0 0 0,0 0-1 0 0,-1 1 1 0 0,1-1 0 0 0,0 0 0 0 0,-1 0-1 0 0,1 0 1 0 0,0 0 0 0 0,-1 1 0 0 0,1-1-1 0 0,0 0 1 0 0,-1 0 0 0 0,1 1 0 0 0,0-1-1 0 0,-1 1 1 0 0,-13 13 355 0 0,0 1 0 0 0,1 1 0 0 0,0 0 1 0 0,1 0-1 0 0,1 1 0 0 0,1 1 0 0 0,0 0 0 0 0,2 1 0 0 0,-9 24 0 0 0,12-26-282 0 0,0 0 0 0 0,-2 28 0 0 0,6-36-101 0 0,0-1 1 0 0,1 0-1 0 0,1 0 0 0 0,-1 0 0 0 0,1 1 0 0 0,1-1 1 0 0,4 15-1 0 0,0-7 27 0 0,1 0 0 0 0,1 0 0 0 0,0-1 0 0 0,1 0 1 0 0,1-1-1 0 0,16 20 0 0 0,-23-31-84 0 0,0 0 0 0 0,-1-1 1 0 0,1 1-1 0 0,0-1 0 0 0,0 1 1 0 0,0-1-1 0 0,1 0 0 0 0,-1 0 0 0 0,0 0 1 0 0,1-1-1 0 0,-1 1 0 0 0,6 0 1 0 0,-14-12 23 0 0,2 3 14 0 0,1 2 11 0 0,0 0 0 0 0,0 0-1 0 0,0 0 1 0 0,-1 1 0 0 0,0-1 0 0 0,0 1-1 0 0,-1 0 1 0 0,1 0 0 0 0,-1 0 0 0 0,0 0-1 0 0,0 0 1 0 0,-5-3 0 0 0,-128-76-479 0 0,55 35-3999 0 0,3-5-4320 0 0,40 24 976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5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10141 0 0,'2'2'5064'0'0,"0"0"-4136"0"0,1 1-1 0 0,-1 0 1 0 0,0 0 0 0 0,0 1 0 0 0,0-1 0 0 0,-1 0 0 0 0,4 8-1 0 0,-3-4-269 0 0,0 1 0 0 0,0-1 0 0 0,0 11 0 0 0,0 8-627 0 0,-4 36 0 0 0,2-47 349 0 0,-5 172-1970 0 0,4-125-1794 0 0,1 1-3652 0 0,0-39 2725 0 0,-3-5-2309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6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517 955 464 0 0,'-11'12'9986'0'0,"3"2"-4857"0"0,5-7-4358 0 0,1 0 0 0 0,0 0 0 0 0,1 0 0 0 0,-2 10 0 0 0,1-1 223 0 0,1-15-929 0 0,1 1 1 0 0,-1 0-1 0 0,1-1 0 0 0,0 1 0 0 0,0 0 1 0 0,0-1-1 0 0,0 1 0 0 0,0 0 1 0 0,0-1-1 0 0,1 4 0 0 0,2 11 402 0 0,-2-10-341 0 0,0 0 1 0 0,0 0 0 0 0,1 0 0 0 0,0 0 0 0 0,0 0 0 0 0,0 0-1 0 0,1-1 1 0 0,0 1 0 0 0,5 6 0 0 0,-6-9 33 0 0,0-3-49 0 0,8 4-2 0 0,-7-4 181 0 0,-1-5-226 0 0,-2 4-61 0 0,1-2 3 0 0,1-1 1 0 0,-2 1 0 0 0,1 0-1 0 0,0-1 1 0 0,0 1 0 0 0,-1 0-1 0 0,0-1 1 0 0,0 1 0 0 0,0-1 0 0 0,0 1-1 0 0,0-1 1 0 0,-1 1 0 0 0,0-1-1 0 0,-1-3 1 0 0,-16-38 219 0 0,-2 2 0 0 0,-2 1 0 0 0,-29-43 0 0 0,26 44 75 0 0,-82-133 1316 0 0,-144-255 2217 0 0,249 425-3923 0 0,-5-9-105 0 0,0 0 0 0 0,1 0 0 0 0,-7-27 0 0 0,12 36-139 0 0,0 0 0 0 0,1-1 0 0 0,-1 1 1 0 0,1 0-1 0 0,0-1 0 0 0,0 1 0 0 0,1-7 0 0 0,0 8-179 0 0,0 0 1 0 0,0 0-1 0 0,0 1 1 0 0,0-1 0 0 0,0 0-1 0 0,0 1 1 0 0,1-1-1 0 0,-1 1 1 0 0,1 0-1 0 0,0-1 1 0 0,-1 1 0 0 0,5-4-1 0 0,3 0-741 0 0,0-1 0 0 0,0 1 0 0 0,1 0 0 0 0,0 1-1 0 0,0 1 1 0 0,15-6 0 0 0,43-15-7412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7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3778 93 2576 0 0,'-92'14'11118'0'0,"0"-1"-6310"0"0,-186 21-1899 0 0,-397 2-1207 0 0,184-63-720 0 0,47-18 194 0 0,-4-10-57 0 0,445 54-1132 0 0,-525-52 991 0 0,264 45-2443 0 0,0 21-5139 0 0,117 5-1866 0 0,95-10 414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8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1475 1 1512 0 0,'-97'3'13347'0'0,"0"0"-7751"0"0,-155 6-1791 0 0,-347 32-2341 0 0,399-21-5259 0 0,5 10-9212 0 0,161-23 6845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8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1080 40 7017 0 0,'0'0'11877'0'0,"-72"-14"-10053"0"0,22 10-448 0 0,-10-4-312 0 0,-26 5-376 0 0,-8 0-192 0 0,-4-4-204 0 0,-4 9-312 0 0,3-2-688 0 0,0 1-1640 0 0,0 1-2112 0 0,13 0 1363 0 0,15 0-851 0 0,7-2-3345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8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1204 24 8493 0 0,'-31'2'5932'0'0,"-20"-2"-3151"0"0,-14-2-473 0 0,-29-3-536 0 0,-3 0-524 0 0,-12 0-392 0 0,-1-1-364 0 0,-7 3-388 0 0,6 3-496 0 0,-2 0-4560 0 0,5 0 1331 0 0,7 0-43 0 0,4 0-4933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9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1953 0 8345 0 0,'0'0'6200'0'0,"-8"17"-3251"0"0,-7-10-541 0 0,-12 1-588 0 0,-18 2-352 0 0,-12-1-208 0 0,-32 0-296 0 0,-16-2 40 0 0,-15-4-416 0 0,-14-3-528 0 0,-47-2-356 0 0,2-1-540 0 0,-3-4-1640 0 0,9 1-2444 0 0,41 0 1335 0 0,9-2-103 0 0,9-4-4817 0 0</inkml:trace>
  <inkml:trace contextRef="#ctx0" brushRef="#br0" timeOffset="1">1543 1423 7081 0 0,'-64'-2'6500'0'0,"-35"-4"-3603"0"0,-18-1-713 0 0,-9-5-548 0 0,-45-2-580 0 0,0 2-520 0 0,2 8-508 0 0,37 0-928 0 0,-2 1-3428 0 0,4 1 1119 0 0,11 2-567 0 0,8 2-3169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19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1792 215 2960 0 0,'-89'-16'7533'0'0,"-22"-4"-3377"0"0,-50-8-2179 0 0,-8 0-405 0 0,0-1-704 0 0,0 1-4633 0 0,2 3 173 0 0,12 2 420 0 0,38 6-2605 0 0</inkml:trace>
  <inkml:trace contextRef="#ctx0" brushRef="#br0" timeOffset="1">1604 1286 7745 0 0,'6'21'6352'0'0,"-9"-3"-3759"0"0,-18 3-465 0 0,-18-1-416 0 0,-32-2-528 0 0,-26-8-292 0 0,-16-12-408 0 0,-16-5-300 0 0,-57-8-616 0 0,-2-2-364 0 0,-9-3-3780 0 0,3-8 1355 0 0,4-3-663 0 0,9 1-3721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20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2172 307 6633 0 0,'-58'12'7200'0'0,"-28"-8"-4335"0"0,-24-7-545 0 0,-59-10-504 0 0,-10-13-540 0 0,-15-5-516 0 0,-6-1-492 0 0,-4-4-404 0 0,-6-1-1208 0 0,6-3-3140 0 0,10 6 1363 0 0,6-3-811 0 0,12 4-3429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20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1915 302 10541 0 0,'-6'15'5336'0'0,"-12"-1"-2551"0"0,-24-4-613 0 0,-15-5-632 0 0,-38-10-280 0 0,-16-7-420 0 0,-44-13-276 0 0,-4-6-188 0 0,-12-5-284 0 0,1 0-384 0 0,0 0-224 0 0,2 1-416 0 0,0-3-4060 0 0,7 2 1327 0 0,11 4 21 0 0,37 8-5061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20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746 225 3344 0 0,'-19'18'10953'0'0,"5"-1"-6996"0"0,-7-1-969 0 0,-12 2-916 0 0,-10-4-616 0 0,-10-11-692 0 0,-10-8-792 0 0,-23-22-2696 0 0,-7-16-2032 0 0,-28-25 1343 0 0,14-11-367 0 0,14-9-4293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22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23 448 0 0,'-5'-4'3477'0'0,"-18"-10"6927"0"0,22 13-10057 0 0,-1 0 1 0 0,1 1 0 0 0,0-1 0 0 0,-1 1 0 0 0,1 0 0 0 0,0-1-1 0 0,-1 1 1 0 0,1 0 0 0 0,-1 0 0 0 0,1 0 0 0 0,-1 0-1 0 0,1 0 1 0 0,0 0 0 0 0,-1 0 0 0 0,1 0 0 0 0,-1 1-1 0 0,-2 0 1 0 0,-1 2-194 0 0,0 0-1 0 0,0 0 1 0 0,0 0-1 0 0,0 1 1 0 0,1 0-1 0 0,-1 0 1 0 0,1 0-1 0 0,0 1 1 0 0,0-1-1 0 0,1 1 1 0 0,-1 0-1 0 0,1 0 1 0 0,-4 8-1 0 0,-2 9 172 0 0,1 1-1 0 0,1-1 0 0 0,1 1 1 0 0,-5 32-1 0 0,-2 97 502 0 0,8 17-75 0 0,20 175 0 0 0,40 169-428 0 0,-13-149-350 0 0,0 94-40 0 0,-12 31 65 0 0,-25 2-5 0 0,-10 2-94 0 0,3-2 12 0 0,11 4 169 0 0,31 170 199 0 0,22-3-60 0 0,23 329-138 0 0,-68-490-68 0 0,-15-1-82 0 0,1 86 230 0 0,31 485 990 0 0,-26-847-995 0 0,20 304 196 0 0,6 369-294 0 0,-34-552-118 0 0,-8-19 29 0 0,-10 159-323 0 0,16 12 295 0 0,16-145-672 0 0,15-2-1 0 0,97 454 0 0 0,16-242 591 0 0,33-11 1433 0 0,190 550 3008 0 0,-92-200-3484 0 0,-254-834-822 0 0,17 65-1278 0 0,-33-116-3 0 0,-11-36-11545 0 0,-20-73 8139 0 0,-4-15-5212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24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70 4496 0 0,'14'-26'11064'0'0,"-2"9"-8516"0"0,-10 15-2159 0 0,1-1-1 0 0,0 1 1 0 0,0-1-1 0 0,0 1 0 0 0,0 0 1 0 0,1 0-1 0 0,-1 1 0 0 0,7-3 1 0 0,-8 3-188 0 0,0 0-130 0 0,-1 0 0 0 0,0 1 0 0 0,1-1 1 0 0,-1 1-1 0 0,0-1 0 0 0,1 1 0 0 0,-1 0 1 0 0,1-1-1 0 0,-1 1 0 0 0,1 0 0 0 0,2 0 0 0 0,0 0 67 0 0,5 1 321 0 0,4 3-310 0 0,-1 1 0 0 0,0 0 0 0 0,0 1 0 0 0,-1 0 0 0 0,0 1 0 0 0,0 0 0 0 0,0 1 0 0 0,-1 0 0 0 0,0 1-1 0 0,-1 0 1 0 0,10 11 0 0 0,8 12 161 0 0,-1 1-1 0 0,26 46 1 0 0,-25-35 64 0 0,-2 1 1 0 0,28 73 0 0 0,-44-94-272 0 0,-1 1 0 0 0,-2 0 0 0 0,0 1 0 0 0,-1-1 1 0 0,-2 1-1 0 0,1 48 0 0 0,-5-61-97 0 0,0 0-1 0 0,0 0 1 0 0,-1 0 0 0 0,-1-1 0 0 0,0 1 0 0 0,-1 0-1 0 0,0-1 1 0 0,-1 0 0 0 0,0 0 0 0 0,-9 14 0 0 0,11-21-5 0 0,-1 1 1 0 0,0-1 0 0 0,0 0-1 0 0,-1 0 1 0 0,1-1 0 0 0,-1 1-1 0 0,0-1 1 0 0,0 0 0 0 0,0 0-1 0 0,-1-1 1 0 0,0 0 0 0 0,1 0-1 0 0,-1 0 1 0 0,0 0 0 0 0,0-1 0 0 0,-1 0-1 0 0,1 0 1 0 0,0-1 0 0 0,-1 0-1 0 0,1 0 1 0 0,-13 0 0 0 0,3-2 24 0 0,1 0 1 0 0,-1-1 0 0 0,1-1-1 0 0,0 0 1 0 0,0-1 0 0 0,-23-10-1 0 0,0-3 60 0 0,-42-25-1 0 0,38 18 36 0 0,1-3-1 0 0,1-2 1 0 0,-60-54 0 0 0,75 58-13 0 0,1 0 1 0 0,2-1 0 0 0,0-2-1 0 0,2 0 1 0 0,-32-60 0 0 0,46 76-63 0 0,0-1 0 0 0,1-1 1 0 0,0 1-1 0 0,1-1 0 0 0,1 0 0 0 0,0 0 1 0 0,1 0-1 0 0,0 0 0 0 0,1-16 0 0 0,2 21-25 0 0,-1 0-1 0 0,1 1 0 0 0,1-1 0 0 0,-1 1 0 0 0,2-1 0 0 0,-1 1 0 0 0,1 0 0 0 0,0 0 0 0 0,1 0 0 0 0,0 0 0 0 0,0 1 0 0 0,1-1 0 0 0,0 1 0 0 0,0 0 0 0 0,0 0 0 0 0,7-5 0 0 0,-3 3-48 0 0,1 2 1 0 0,0-1-1 0 0,0 1 1 0 0,1 1-1 0 0,0 0 0 0 0,0 0 1 0 0,0 1-1 0 0,1 0 1 0 0,19-4-1 0 0,-15 5-137 0 0,2 0-1 0 0,-1 2 1 0 0,0 0 0 0 0,1 1 0 0 0,-1 1 0 0 0,22 2-1 0 0,-26 0-1356 0 0,0 0 0 0 0,21 8 0 0 0,-25-7-1126 0 0,0 0-1 0 0,1-1 0 0 0,-1 0 1 0 0,18 2-1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24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0 2152 0 0,'-6'8'10033'0'0,"-1"1"-5652"0"0,5 3-1357 0 0,-4 7-880 0 0,0 10-360 0 0,-3 10-448 0 0,-1 4-168 0 0,-2-1-480 0 0,1 5-404 0 0,-5-3-596 0 0,2 0-1468 0 0,-1-6-3492 0 0,3-13 1315 0 0,3-11 473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24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3944 0 0,'0'13'13498'0'0,"4"25"-10758"0"0,-8 0-792 0 0,4 16-204 0 0,-2 8-668 0 0,2 9-368 0 0,0 19-372 0 0,-4-4-648 0 0,4 3-1012 0 0,-3-24-3816 0 0,0-7 1323 0 0,0-8 253 0 0,0-15-5513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25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34 2560 0 0,'-8'-15'7173'0'0,"2"5"-545"0"0,-7 2-2099 0 0,5 79-3537 0 0,8-6-136 0 0,6 28-172 0 0,3 12 8 0 0,3 7-120 0 0,2 6-276 0 0,-1 8-356 0 0,1 3-1500 0 0,-5-3-3336 0 0,1-12 1335 0 0,2-18-143 0 0,-4-21-4737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25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 7705 0 0,'-1'3'5767'0'0,"-8"18"-2653"0"0,-1 0 0 0 0,-12 20 0 0 0,-14 28-1833 0 0,32-59-1096 0 0,0 0 1 0 0,1-1-1 0 0,0 1 0 0 0,1 0 1 0 0,-2 16-1 0 0,3-13-8 0 0,1-1 0 0 0,0 1 0 0 0,1-1 0 0 0,1 1 0 0 0,0-1 0 0 0,0 0 0 0 0,2 1 0 0 0,4 12 0 0 0,6 8 219 0 0,26 46 1 0 0,7 13 229 0 0,-35-66 482 0 0,-15-23-996 0 0,-7 7-30 0 0,4-7-14 0 0,-2-1-68 0 0,0-1 0 0 0,1 1 0 0 0,-1 1 0 0 0,1-1 0 0 0,0 1 0 0 0,-1 1 0 0 0,2-1 0 0 0,-1 1 0 0 0,0 0 0 0 0,1 1 0 0 0,-1 0 0 0 0,1 0 0 0 0,1 0 0 0 0,-1 0 0 0 0,-6 9 0 0 0,6-6 1 0 0,1 0 0 0 0,0 0-1 0 0,0 1 1 0 0,0 0-1 0 0,1-1 1 0 0,0 1 0 0 0,1 1-1 0 0,0-1 1 0 0,1 0 0 0 0,0 1-1 0 0,0 0 1 0 0,0 14-1 0 0,2-1 9 0 0,1 0 0 0 0,1-1 0 0 0,1 1 0 0 0,2 0 0 0 0,0-1 0 0 0,9 25 0 0 0,4 3 2 0 0,39 73 0 0 0,7-12 449 0 0,-41-77-2044 0 0,32 36 1 0 0,-38-51-287 0 0,1 0-1 0 0,1-1 1 0 0,0-1-1 0 0,2 0 1 0 0,-1-2 0 0 0,2-1-1 0 0,44 23 1 0 0,1-11-7382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26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10841 0 0,'-4'18'5012'0'0,"2"17"-2151"0"0,4 14-529 0 0,-2 8-688 0 0,4 6-372 0 0,-2 20-36 0 0,2 5-48 0 0,-2 0-420 0 0,4 1-631 0 0,0 2-646 0 0,3-3-1639 0 0,-3 1-3056 0 0,4-7 1315 0 0,-2-23 361 0 0,7-6-5725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27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7553 0 0,'33'-28'8556'0'0,"-27"24"-7648"0"0,0 0-1 0 0,0 0 0 0 0,1 0 1 0 0,-1 1-1 0 0,1 0 0 0 0,9-3 1 0 0,-6 7 282 0 0,4 2-707 0 0,0 0-1 0 0,-1 1 1 0 0,1 1 0 0 0,-1 0-1 0 0,17 10 1 0 0,-4 1-165 0 0,-1 2-1 0 0,-1 0 1 0 0,-1 2-1 0 0,-1 0 1 0 0,-1 2-1 0 0,0 0 1 0 0,-2 1 0 0 0,-1 1-1 0 0,0 1 1 0 0,18 37-1 0 0,-17-27-320 0 0,-3 1-1 0 0,-1 0 1 0 0,-1 2 0 0 0,-3-1-1 0 0,-1 1 1 0 0,-1 1-1 0 0,5 57 1 0 0,-13-72-169 0 0,0-1 0 0 0,-1 0 0 0 0,-2 1 0 0 0,0-1 0 0 0,-6 27 0 0 0,4-37 71 0 0,1-1 0 0 0,-1 1 0 0 0,-1-1 0 0 0,-1 1 0 0 0,1-2 0 0 0,-2 1 0 0 0,0-1 0 0 0,0 1 0 0 0,-1-2 0 0 0,-12 14 0 0 0,15-19 115 0 0,0 0 1 0 0,0-1-1 0 0,-1 0 1 0 0,1 0-1 0 0,-1 0 1 0 0,0-1-1 0 0,0 1 0 0 0,0-1 1 0 0,0-1-1 0 0,-1 1 1 0 0,1-1-1 0 0,-1-1 1 0 0,0 1-1 0 0,1-1 1 0 0,-9 1-1 0 0,4-2 121 0 0,0 0 0 0 0,0-1 0 0 0,0 0 0 0 0,0-1 0 0 0,0 0 0 0 0,0 0 0 0 0,0-2 0 0 0,-15-5 0 0 0,5 0 185 0 0,1-1 1 0 0,-31-20-1 0 0,41 23-209 0 0,0 0-1 0 0,1-1 1 0 0,0 0 0 0 0,0 0 0 0 0,1-1-1 0 0,-11-14 1 0 0,17 20-106 0 0,0 0 1 0 0,0 0-1 0 0,0-1 0 0 0,0 1 1 0 0,1 0-1 0 0,-1-1 0 0 0,1 1 0 0 0,0-1 1 0 0,0 0-1 0 0,0 1 0 0 0,1-1 1 0 0,-1 0-1 0 0,1 1 0 0 0,0-1 0 0 0,0 0 1 0 0,0 0-1 0 0,0 1 0 0 0,1-1 1 0 0,0 0-1 0 0,-1 0 0 0 0,3-4 0 0 0,-1 4-52 0 0,1-1 0 0 0,-1 1-1 0 0,1 0 1 0 0,0 0 0 0 0,0 1 0 0 0,0-1-1 0 0,0 1 1 0 0,0-1 0 0 0,1 1-1 0 0,0 0 1 0 0,0 1 0 0 0,-1-1-1 0 0,2 0 1 0 0,-1 1 0 0 0,0 0-1 0 0,7-2 1 0 0,1-1-72 0 0,1 2-1 0 0,-1-1 1 0 0,1 2 0 0 0,0 0-1 0 0,0 0 1 0 0,14 1 0 0 0,6 1-179 0 0,37 6 0 0 0,13 6-483 0 0,87 26 0 0 0,-165-37 749 0 0,450 143-6583 0 0,-10 38-3525 0 0,-246-92 2316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28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0 2496 0 0,'-3'47'8553'0'0,"-3"7"-4181"0"0,0 8-1883 0 0,-6 23-521 0 0,-3 5-484 0 0,0 6-412 0 0,3 3-260 0 0,0 2-276 0 0,3-2-180 0 0,3-4-296 0 0,4-4-344 0 0,2-4-972 0 0,2-22-3468 0 0,4-5 1347 0 0,0-7-419 0 0,1-8-4205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28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10521 0 0,'6'67'4980'0'0,"0"-2"-2331"0"0,-3 25-569 0 0,-3 11-616 0 0,0 9-420 0 0,0 5-472 0 0,-3 7-376 0 0,3-1-1028 0 0,0 0-3896 0 0,6-3 1343 0 0,7-9-411 0 0,1-8-4209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29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5545 0 0,'18'46'7488'0'0,"-3"7"-4071"0"0,3 23-941 0 0,-3 8-540 0 0,-4 5-404 0 0,-1 3-392 0 0,-7-1-312 0 0,-3 2-296 0 0,-3-1-388 0 0,-3 8-492 0 0,-4-5-4872 0 0,2-3 1315 0 0,2-8 389 0 0,9-24-5773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30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8853 0 0,'2'-4'5407'0'0,"19"-26"1752"0"0,-19 28-5954 0 0,2 2-324 0 0,11 2-172 0 0,-14-2-678 0 0,-1 0 1 0 0,1 0-1 0 0,0 0 1 0 0,-1 0 0 0 0,1 0-1 0 0,-1 1 1 0 0,1-1-1 0 0,-1 0 1 0 0,1 0 0 0 0,0 1-1 0 0,-1-1 1 0 0,1 0-1 0 0,-1 1 1 0 0,0-1 0 0 0,1 0-1 0 0,0 2 1 0 0,21 16 214 0 0,0 2 0 0 0,-2 1 0 0 0,0 1 0 0 0,30 43 1 0 0,58 112 57 0 0,-84-132-214 0 0,-1 2 0 0 0,-3 1 0 0 0,17 57-1 0 0,-30-83-56 0 0,-2 1-1 0 0,0 0 1 0 0,-2 0-1 0 0,0 0 1 0 0,-2 1-1 0 0,0-1 0 0 0,-2 1 1 0 0,-1-1-1 0 0,-5 32 1 0 0,5-46-12 0 0,-1 0 0 0 0,0 1 0 0 0,0-1 0 0 0,-1 0 0 0 0,0 0 0 0 0,-1-1 1 0 0,0 1-1 0 0,0-1 0 0 0,-11 13 0 0 0,11-16-9 0 0,0 0 1 0 0,0 0-1 0 0,0-1 1 0 0,-1 0-1 0 0,0 0 0 0 0,0 0 1 0 0,0-1-1 0 0,0 0 1 0 0,0 0-1 0 0,-1 0 1 0 0,1-1-1 0 0,-1 0 0 0 0,0 0 1 0 0,-10 1-1 0 0,-7-1-166 0 0,-1-2-1 0 0,1 0 0 0 0,0-2 1 0 0,0-1-1 0 0,-29-6 1 0 0,49 8 30 0 0,16-4 192 0 0,5-2 17 0 0,1 0-1 0 0,-1 2 0 0 0,1 0 1 0 0,22-3-1 0 0,61-2 414 0 0,192 5 0 0 0,103 35-1289 0 0,-375-28 703 0 0,231 26-3739 0 0,-3 21-8061 0 0,-178-29 3440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30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9749 0 0,'7'-2'2115'0'0,"1"0"1"0"0,0 0-1 0 0,0 1 0 0 0,11 0 0 0 0,-11 1-1416 0 0,-1 0 0 0 0,1 1-1 0 0,0 0 1 0 0,9 2-1 0 0,-11-1-466 0 0,0 1-1 0 0,0-1 0 0 0,0 1 1 0 0,0 0-1 0 0,0 0 0 0 0,0 1 1 0 0,-1 0-1 0 0,0 0 1 0 0,0 0-1 0 0,0 0 0 0 0,0 1 1 0 0,-1 0-1 0 0,5 6 1 0 0,2 5 136 0 0,0 0 1 0 0,-2 1 0 0 0,9 19 0 0 0,2 9-16 0 0,-3 1 0 0 0,15 54 0 0 0,9 98-178 0 0,-24-62-50 0 0,-13-105-162 0 0,-3-16 81 0 0,0 0 1 0 0,-1-1-1 0 0,-1 1 0 0 0,0 0 0 0 0,-1-1 0 0 0,-4 17 0 0 0,6-29-45 0 0,-1-1 0 0 0,1 0 0 0 0,-1 1 0 0 0,0-1 0 0 0,0 0 0 0 0,0 0 0 0 0,0 1 0 0 0,0-1 0 0 0,0 0 0 0 0,0 0 0 0 0,0 0 0 0 0,0 0 0 0 0,0 0 0 0 0,0 0 0 0 0,-1-1 0 0 0,-1 2 0 0 0,1-1 1 0 0,0 1 26 0 0,8-11-370 0 0,-5 7 339 0 0,1-2-15 0 0,1 1-1 0 0,0-1 1 0 0,0 0-1 0 0,-1 1 1 0 0,2-1 0 0 0,-1 1-1 0 0,0 0 1 0 0,1 0 0 0 0,0 0-1 0 0,-1 1 1 0 0,1-1 0 0 0,0 1-1 0 0,0 0 1 0 0,1 0-1 0 0,-1 0 1 0 0,0 1 0 0 0,9-3-1 0 0,27-1-212 0 0,0 1 0 0 0,-1 3 0 0 0,59 4 0 0 0,117 28-1350 0 0,-162-19-116 0 0,57 21 0 0 0,-65-16-1543 0 0,0 2-1 0 0,-2 2 1 0 0,53 33-1 0 0,-39-15-4571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31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9389 0 0,'21'13'5696'0'0,"-3"3"-2915"0"0,-4-1-577 0 0,-1 4-544 0 0,-2 3-384 0 0,-2 5-184 0 0,-3 7-344 0 0,-3 9-208 0 0,1-6-40 0 0,-2 13-216 0 0,2 1-460 0 0,-2 2-432 0 0,4 4-284 0 0,3 18-1480 0 0,1-14-2224 0 0,4 14 1355 0 0,3-4-635 0 0,5 0-3773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32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9145 0 0,'11'4'3816'0'0,"1"0"0"0"0,18 10 0 0 0,-23-11-3401 0 0,-1 1-1 0 0,0 0 1 0 0,0 1 0 0 0,-1-1-1 0 0,1 1 1 0 0,-1 0 0 0 0,0 1-1 0 0,0-1 1 0 0,7 12 0 0 0,-2 0-46 0 0,-1 1 1 0 0,-1-1 0 0 0,0 2 0 0 0,-2-1 0 0 0,7 28 0 0 0,12 98 553 0 0,-17-92-720 0 0,37 344 472 0 0,-41-270-216 0 0,-4-115-305 0 0,0-9-104 0 0,-1 0 0 0 0,1 0 0 0 0,0-1 0 0 0,-1 1 0 0 0,1 0-1 0 0,-1 0 1 0 0,0 0 0 0 0,1-1 0 0 0,-1 1 0 0 0,0 0 0 0 0,0-1 0 0 0,0 1 0 0 0,0-1 0 0 0,-2 2 0 0 0,1 0 35 0 0,0-1 95 0 0,15-5-938 0 0,-1 0 698 0 0,1 0 0 0 0,0 1 0 0 0,0 0 0 0 0,0 1-1 0 0,0 0 1 0 0,24 3 0 0 0,30 10-358 0 0,-1 3-1 0 0,65 24 1 0 0,-14-4-3124 0 0,1-9-5746 0 0,-81-21 4796 0 0,-6-7-3379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06:55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1134 15 7169 0 0,'32'-6'4700'0'0,"64"-3"0"0"0,32 14-902 0 0,127 35-3227 0 0,-166-23 295 0 0,404 75 159 0 0,-183-21-712 0 0,-255-55-247 0 0,-2 3 0 0 0,0 2 0 0 0,77 44-1 0 0,-102-49-9 0 0,-2 2-1 0 0,0 2 0 0 0,-1 0 0 0 0,-1 1 0 0 0,-1 2 0 0 0,21 25 1 0 0,-12-7 27 0 0,-1 2 1 0 0,47 89 0 0 0,85 223 80 0 0,-64-132-137 0 0,-47-110-33 0 0,183 409 108 0 0,-37 18-37 0 0,-64 8 74 0 0,-32 9-16 0 0,-66-356-77 0 0,79 556 146 0 0,-54 6-82 0 0,-87 464-683 0 0,-33-446 420 0 0,41-549 76 0 0,-55 1277-268 0 0,70-1013 142 0 0,-4 188-5 0 0,-23 0 3 0 0,8-438 158 0 0,-80 373 1 0 0,51-415 112 0 0,-9-3 0 0 0,-8-2 0 0 0,-128 256-1 0 0,5-83 363 0 0,-30-17 271 0 0,186-308-454 0 0,-2-1-1 0 0,-2-2 1 0 0,-71 62 0 0 0,84-84-98 0 0,0-2 0 0 0,-2 0 0 0 0,0-2 0 0 0,-1-2 0 0 0,-1 0 0 0 0,-1-2 1 0 0,-54 17-1 0 0,67-26-24 0 0,-1-1 1 0 0,0-1-1 0 0,0-1 0 0 0,0 0 1 0 0,0-2-1 0 0,-29-2 1 0 0,23-1-18 0 0,-1-1 1 0 0,1-2 0 0 0,-1 0 0 0 0,-28-12-1 0 0,7-3-15 0 0,1-1-1 0 0,1-2 0 0 0,1-3 1 0 0,-51-39-1 0 0,1-9-62 0 0,4-3-1 0 0,3-4 1 0 0,4-4-1 0 0,-102-135 1 0 0,75 67-135 0 0,7-4 0 0 0,-89-184 1 0 0,119 191 22 0 0,-55-168 1 0 0,-18-171 169 0 0,37-11 163 0 0,19-2 73 0 0,72 403-257 0 0,-39-237 101 0 0,-59-326-90 0 0,44 279-90 0 0,-98-529-299 0 0,21-134 213 0 0,86-8 461 0 0,141-773 596 0 0,19 1074-833 0 0,61 11 40 0 0,-110 572-164 0 0,8 1 0 0 0,110-230-1 0 0,-110 290-168 0 0,4 2-1 0 0,5 4 0 0 0,4 2 0 0 0,115-129 0 0 0,-127 170-433 0 0,2 4 0 0 0,3 2 0 0 0,2 2 0 0 0,128-78 0 0 0,-102 80-1899 0 0,3 4 0 0 0,1 3 0 0 0,143-43 0 0 0,3 20-2113 0 0,15 10-4474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56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0 415 1152 0 0,'0'0'12977'0'0,"5"-9"-18788"0"0,15-25 6829 0 0,-12 24-177 0 0,16-6 648 0 0,1 2 0 0 0,34-14 0 0 0,59-18 968 0 0,-91 35-1958 0 0,23-5 253 0 0,53-10 0 0 0,23-7-187 0 0,-106 26-519 0 0,0 0 0 0 0,-1-2 0 0 0,0 0 1 0 0,21-14-1 0 0,-31 17-26 0 0,25-17 30 0 0,1 2 0 0 0,41-18-1 0 0,-65 34-66 0 0,1 0 0 0 0,0 1 0 0 0,0 1-1 0 0,0 0 1 0 0,0 0 0 0 0,0 1 0 0 0,1 1-1 0 0,-1 0 1 0 0,0 1 0 0 0,1 0 0 0 0,16 3 0 0 0,-5 2-39 0 0,0 2 1 0 0,0 0 0 0 0,-1 1 0 0 0,0 2 0 0 0,0 0 0 0 0,24 16 0 0 0,4 6 7 0 0,63 53 0 0 0,-28-13 459 0 0,94 102 0 0 0,-149-138-456 0 0,44 64 0 0 0,16 46 281 0 0,57 142 163 0 0,-24 12-865 0 0,122 472-985 0 0,-207-602 1244 0 0,18 176 0 0 0,-14 177 910 0 0,-22 251 53 0 0,-8-144 53 0 0,16-169-277 0 0,5 185-581 0 0,0 1 22 0 0,15-228-76 0 0,-2-25 248 0 0,-18 487 848 0 0,-35-679-633 0 0,-13 244 114 0 0,5-306-396 0 0,-6-1 0 0 0,-60 215-1 0 0,-7-78-108 0 0,74-236 24 0 0,-63 167-289 0 0,24-68-97 0 0,-6-4 1 0 0,-112 189-1 0 0,154-296 343 0 0,-2-2 0 0 0,-1 0-1 0 0,-1 0 1 0 0,-41 40 0 0 0,47-54 24 0 0,0 0 0 0 0,-1-1 1 0 0,0 0-1 0 0,-1-1 0 0 0,0 0 0 0 0,0-2 1 0 0,-1 0-1 0 0,0-1 0 0 0,-32 9 1 0 0,38-14 25 0 0,1-1-1 0 0,-1 0 1 0 0,1 0 0 0 0,-1-1 0 0 0,0-1 0 0 0,1 0 0 0 0,-1 0 0 0 0,1-1 0 0 0,-1 0 0 0 0,1-1 0 0 0,-14-6 0 0 0,-4-2 7 0 0,1-2 1 0 0,-44-28 0 0 0,17 4 34 0 0,-65-57 0 0 0,-40-53 420 0 0,135 124-352 0 0,-47-46-23 0 0,3-4 1 0 0,-62-86-1 0 0,90 103 10 0 0,3-1 1 0 0,2-2-1 0 0,-51-121 1 0 0,36 40-54 0 0,-35-156 0 0 0,-11-149 169 0 0,-6-111 46 0 0,33-4 83 0 0,36 221-243 0 0,-1-23-102 0 0,10-161 281 0 0,15 266-161 0 0,0 31 225 0 0,-28-446 452 0 0,-28-22-508 0 0,38 347-355 0 0,14-49-94 0 0,19-2 335 0 0,0 11-193 0 0,0-68 331 0 0,-5 407-269 0 0,9-250 207 0 0,76-464 0 0 0,-54 569-325 0 0,54-263 237 0 0,-67 380 111 0 0,4 1 1 0 0,3 1-1 0 0,66-132 0 0 0,-77 180-202 0 0,1 0-1 0 0,1 1 0 0 0,1 1 0 0 0,1 0 0 0 0,32-30 1 0 0,-38 42-139 0 0,0 1 0 0 0,0 1 1 0 0,1 0-1 0 0,1 1 1 0 0,-1 0-1 0 0,1 2 1 0 0,1-1-1 0 0,-1 2 1 0 0,1 0-1 0 0,1 1 1 0 0,20-4-1 0 0,-18 6-719 0 0,0 2-1 0 0,0 0 1 0 0,0 1 0 0 0,34 4-1 0 0,81 21-5292 0 0,-108-19 5346 0 0,118 25-3852 0 0,16 1-4176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19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673 146 6313 0 0,'61'-34'9905'0'0,"-28"14"-8036"0"0,1 2-1 0 0,62-24 1 0 0,-68 34-1622 0 0,0 1-1 0 0,1 1 1 0 0,-1 1 0 0 0,35 0-1 0 0,117 8 96 0 0,196 2 63 0 0,-217-6-371 0 0,-96 3-22 0 0,0 2-1 0 0,-1 3 1 0 0,1 3-1 0 0,-2 3 1 0 0,0 2 0 0 0,0 3-1 0 0,-2 3 1 0 0,70 34-1 0 0,-87-35-100 0 0,0 2 0 0 0,-1 2 0 0 0,-2 2-1 0 0,0 1 1 0 0,51 49 0 0 0,-51-39 128 0 0,-2 2 0 0 0,-2 2-1 0 0,-2 1 1 0 0,-1 1 0 0 0,-2 2 0 0 0,39 80 0 0 0,-63-110-78 0 0,0 1 1 0 0,-1 0-1 0 0,0 1 1 0 0,-1-1-1 0 0,-1 1 1 0 0,-1 0-1 0 0,0 0 1 0 0,-1 0-1 0 0,-1 0 1 0 0,-1-1-1 0 0,0 1 1 0 0,-1 0-1 0 0,-6 21 1 0 0,0-10 11 0 0,-1 0-1 0 0,-1-1 1 0 0,-1 0 0 0 0,-2-1 0 0 0,-1 0 0 0 0,0-1-1 0 0,-19 23 1 0 0,-1-5-143 0 0,-2 0 0 0 0,-2-3-1 0 0,-55 48 1 0 0,-142 90 171 0 0,9-34 11 0 0,154-104-224 0 0,-95 38 1 0 0,116-59 79 0 0,-1-2 1 0 0,-99 20-1 0 0,109-30 152 0 0,-1-3-1 0 0,0-1 1 0 0,0-2-1 0 0,-54-6 1 0 0,42-2 139 0 0,0-3-1 0 0,1-2 1 0 0,0-3-1 0 0,-56-23 1 0 0,16-2 267 0 0,-117-67 0 0 0,117 49-85 0 0,-136-108 1 0 0,168 114-92 0 0,3-2 1 0 0,-59-68 0 0 0,70 67 2 0 0,-61-86-1 0 0,92 115-107 0 0,1-1 0 0 0,1 0 0 0 0,1-1 0 0 0,1-1 0 0 0,-16-58-1 0 0,26 77-153 0 0,2-1-1 0 0,-1 0 1 0 0,1 0-1 0 0,1 0 1 0 0,-1 0-1 0 0,2 0 1 0 0,0 0-1 0 0,0 0 1 0 0,1 0-1 0 0,0 0 1 0 0,1 1-1 0 0,1-1 1 0 0,-1 1-1 0 0,1 0 1 0 0,1 0-1 0 0,0 0 1 0 0,1 0-1 0 0,12-17 1 0 0,-6 13-96 0 0,0 0 1 0 0,1 1 0 0 0,1 1-1 0 0,0 0 1 0 0,1 1-1 0 0,0 0 1 0 0,0 1 0 0 0,1 1-1 0 0,0 0 1 0 0,28-9 0 0 0,1 2-978 0 0,2 2 1 0 0,79-12-1 0 0,103-2-6496 0 0,-115 17 3859 0 0,43-7-3639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15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828 298 6633 0 0,'88'-20'8412'0'0,"-3"-7"-3815"0"0,83-39-2197 0 0,5-2-1236 0 0,-92 41-938 0 0,1 3 0 0 0,0 4 1 0 0,2 3-1 0 0,117-7 0 0 0,-95 20-364 0 0,0 3 1 0 0,0 6-1 0 0,0 4 1 0 0,152 34 0 0 0,-208-31 81 0 0,0 2 0 0 0,-1 2 0 0 0,-1 2 1 0 0,89 49-1 0 0,-116-54 4 0 0,0 0 0 0 0,-1 1 0 0 0,-1 2 0 0 0,0-1 0 0 0,-2 2 0 0 0,1 1 0 0 0,-2 0 0 0 0,0 1 0 0 0,-2 1 0 0 0,0 0 0 0 0,-1 1 0 0 0,16 34 0 0 0,-13-13 25 0 0,-2 0-1 0 0,-2 1 0 0 0,-1 1 0 0 0,-3 0 0 0 0,6 82 0 0 0,-20 227-181 0 0,0-265 262 0 0,-5 0 0 0 0,-30 125 0 0 0,29-168 26 0 0,-3 0 0 0 0,-1 0 1 0 0,-2-2-1 0 0,-2 0 0 0 0,-1-1 0 0 0,-37 52 1 0 0,41-73-19 0 0,0 0 1 0 0,-1-1 0 0 0,-1-1-1 0 0,-1 0 1 0 0,-41 29-1 0 0,32-29-21 0 0,-1-2-1 0 0,-1 0 1 0 0,0-2-1 0 0,-38 12 1 0 0,20-12 24 0 0,-1-2-1 0 0,0-2 1 0 0,-1-2 0 0 0,0-2 0 0 0,-1-3-1 0 0,-68-3 1 0 0,41-6 95 0 0,0-3 0 0 0,0-4-1 0 0,-140-39 1 0 0,109 15 162 0 0,1-4 1 0 0,-105-57-1 0 0,-300-191 1035 0 0,388 205-817 0 0,-217-188 0 0 0,180 109-251 0 0,138 133-228 0 0,1-1-1 0 0,2-1 0 0 0,-37-67 0 0 0,50 80-97 0 0,1 0 0 0 0,1 0 0 0 0,-9-37 0 0 0,14 43-31 0 0,0 0 0 0 0,1 0-1 0 0,0 0 1 0 0,1 0 0 0 0,0 0 0 0 0,1 0 0 0 0,5-22 0 0 0,-2 19-23 0 0,0 1 1 0 0,2 0-1 0 0,-1 0 0 0 0,2 1 1 0 0,0 0-1 0 0,1 0 1 0 0,0 0-1 0 0,0 1 1 0 0,2 0-1 0 0,-1 1 1 0 0,2 0-1 0 0,-1 0 1 0 0,14-9-1 0 0,3-1-154 0 0,2 1-1 0 0,0 1 1 0 0,2 2-1 0 0,54-24 1 0 0,-6 11-1389 0 0,1 2 0 0 0,1 5 0 0 0,92-15 0 0 0,261-15-6292 0 0,-154 36-231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19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121 314 1640 0 0,'4'-2'5235'0'0,"24"-12"1911"0"0,-8 5-5335 0 0,-12 5-1423 0 0,-1 0 1 0 0,1-1-1 0 0,-1 0 0 0 0,0 0 0 0 0,10-11 1 0 0,-7 6-177 0 0,56-51 794 0 0,13-13 678 0 0,-63 62-1280 0 0,-1 1-1 0 0,1 0 1 0 0,29-14 0 0 0,-25 16-314 0 0,1 2 1 0 0,-1 0 0 0 0,2 1-1 0 0,-1 1 1 0 0,0 1-1 0 0,37-2 1 0 0,134 8-662 0 0,-133 0 557 0 0,242 19 406 0 0,-236-13-136 0 0,-1 3-1 0 0,101 32 0 0 0,-130-30-224 0 0,-1 1 0 0 0,0 2 0 0 0,57 36-1 0 0,80 78 67 0 0,52 76-146 0 0,-182-166 46 0 0,2 3 79 0 0,-1 3 1 0 0,-3 1-1 0 0,-1 2 0 0 0,35 61 1 0 0,-56-78-125 0 0,-1 0 0 0 0,-1 1 0 0 0,-2 0 1 0 0,-2 1-1 0 0,12 53 0 0 0,-15-42 9 0 0,-3 0-1 0 0,-1 0 1 0 0,-4 88 0 0 0,-8-24 160 0 0,-24 121 1 0 0,19-170-91 0 0,-2-1-1 0 0,-2-1 1 0 0,-41 89 0 0 0,43-116-42 0 0,-3-2-1 0 0,0 1 1 0 0,-1-2 0 0 0,-2-1-1 0 0,-1-1 1 0 0,-1 0-1 0 0,-2-2 1 0 0,0 0-1 0 0,-1-2 1 0 0,-1-1 0 0 0,-50 29-1 0 0,44-32 13 0 0,-1 0 0 0 0,-1-2 0 0 0,0-2 0 0 0,-1-1 1 0 0,-1-2-1 0 0,0-2 0 0 0,0-1 0 0 0,-1-1 0 0 0,0-3 0 0 0,-51 1 0 0 0,45-7 74 0 0,-1-2-1 0 0,1-2 1 0 0,1-2 0 0 0,-1-2-1 0 0,-69-24 1 0 0,58 12 154 0 0,1-2 0 0 0,1-2 0 0 0,-87-59-1 0 0,70 34 84 0 0,3-3 0 0 0,2-3 0 0 0,-103-116 0 0 0,79 64-22 0 0,-117-186 1 0 0,159 217-224 0 0,-63-144-1 0 0,84 157-16 0 0,3-1-1 0 0,-27-126 1 0 0,44 154 116 0 0,2-2 1 0 0,1 1 0 0 0,2 0 0 0 0,1 0 0 0 0,2-1-1 0 0,2 1 1 0 0,2 0 0 0 0,2 1 0 0 0,1 0 0 0 0,27-73-1 0 0,-26 86-110 0 0,2 0-1 0 0,0 1 0 0 0,2 0 0 0 0,0 1 0 0 0,2 1 0 0 0,1 0 0 0 0,0 1 1 0 0,1 1-1 0 0,41-34 0 0 0,-35 36-156 0 0,0 2-1 0 0,0 0 1 0 0,2 2 0 0 0,0 0-1 0 0,0 2 1 0 0,1 1 0 0 0,1 1 0 0 0,0 2-1 0 0,41-8 1 0 0,-17 7-651 0 0,0 3-1 0 0,0 2 1 0 0,89 4-1 0 0,127 32-6203 0 0,7 17 1591 0 0,-191-33 3561 0 0,163 31-7381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17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746 0 8265 0 0,'0'0'7386'0'0,"4"0"-5521"0"0,11 2-301 0 0,-11-2 1497 0 0,-6 5-2417 0 0,-4 10-364 0 0,-1-1 0 0 0,0-1 0 0 0,-1 0 0 0 0,-1 0 0 0 0,-11 14 0 0 0,-59 61 434 0 0,68-76-627 0 0,-30 33 173 0 0,-132 128 317 0 0,150-153-716 0 0,0-1 0 0 0,-2-1 1 0 0,0-1-1 0 0,-1-2 0 0 0,-1-1 0 0 0,-28 12 1 0 0,43-21-422 0 0,0-1 1 0 0,-1-1-1 0 0,1 0 1 0 0,-1 0-1 0 0,-13 0 1 0 0,20-3-292 0 0,0 1 0 0 0,0-2 1 0 0,0 1-1 0 0,0-1 1 0 0,0 0-1 0 0,0 0 0 0 0,0 0 1 0 0,0-1-1 0 0,1 0 1 0 0,-1 0-1 0 0,1-1 0 0 0,-1 1 1 0 0,-5-5-1 0 0,-16-13-6255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17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6121 0 0,'10'-2'2375'0'0,"-1"0"1"0"0,1 1 0 0 0,11 0-1 0 0,-12 1-1363 0 0,-1 1 0 0 0,1 0-1 0 0,11 3 1 0 0,-7-1-515 0 0,-1 1-1 0 0,0 1 1 0 0,0 0-1 0 0,0 1 1 0 0,18 11-1 0 0,-4 1 33 0 0,-1 1-1 0 0,0 2 1 0 0,-2 0-1 0 0,25 29 1 0 0,78 104 1194 0 0,-115-139-1604 0 0,55 73 251 0 0,-24-29-833 0 0,90 95 0 0 0,-126-148 91 0 0,1 0 0 0 0,0-1 1 0 0,14 8-1 0 0,-20-12 257 0 0,-1-1-1 0 0,1 1 1 0 0,0-1-1 0 0,0 0 1 0 0,-1 1-1 0 0,1-1 1 0 0,0 0-1 0 0,0 0 1 0 0,0 0 0 0 0,0 1-1 0 0,-1-1 1 0 0,1 0-1 0 0,0 0 1 0 0,0 0-1 0 0,1-1 1 0 0,1 1-311 0 0,0 1-1690 0 0,24-10-9336 0 0,-21 7 4962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18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9461 0 0,'0'0'8441'0'0,"27"13"-6217"0"0,-21 1-480 0 0,4 8-436 0 0,-5 4-424 0 0,1 4-372 0 0,-2 3-300 0 0,-2 1-432 0 0,4 10-676 0 0,0 1-4076 0 0,1-1 1331 0 0,1-1-19 0 0,2-2-4977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18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0 5633 0 0,'5'4'1032'0'0,"-1"0"1"0"0,0 0 0 0 0,0 0 0 0 0,0 1 0 0 0,-1-1 0 0 0,1 1 0 0 0,-1 0 0 0 0,0 0 0 0 0,-1 0 0 0 0,3 6 0 0 0,-2-2-306 0 0,0 0 0 0 0,0 0 0 0 0,-2 0 0 0 0,1 0 0 0 0,0 16 0 0 0,-2 0-132 0 0,-1-1 1 0 0,-2 1-1 0 0,-9 43 1 0 0,1-24-18 0 0,-1-1-1 0 0,-31 72 1 0 0,32-91-667 0 0,-1-1 0 0 0,0 0 0 0 0,-2-1 0 0 0,-1-1 0 0 0,-1 0 1 0 0,-20 21-1 0 0,29-36-176 0 0,1 1 1 0 0,-1-2 0 0 0,0 1 0 0 0,-1-1 0 0 0,1 0 0 0 0,-1-1-1 0 0,0 1 1 0 0,0-2 0 0 0,0 1 0 0 0,-15 3 0 0 0,18-6-284 0 0,-1 0-1 0 0,1 0 1 0 0,0-1 0 0 0,-1 1 0 0 0,1-1-1 0 0,0-1 1 0 0,-1 1 0 0 0,-5-2 0 0 0,6 1-370 0 0,0-1 1 0 0,0 0 0 0 0,0 0 0 0 0,0 0-1 0 0,0 0 1 0 0,0-1 0 0 0,0 0-1 0 0,-7-6 1 0 0,-13-15-5077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18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8845 0 0,'4'-1'5005'0'0,"11"-1"-1957"0"0,-14 2-2917 0 0,-1 0 1 0 0,1 0-1 0 0,0 0 0 0 0,-1 0 0 0 0,1 0 0 0 0,0 0 0 0 0,-1 0 0 0 0,1 0 1 0 0,-1 0-1 0 0,1 0 0 0 0,0 1 0 0 0,-1-1 0 0 0,1 0 0 0 0,-1 0 0 0 0,1 1 1 0 0,0 0-1 0 0,11 4 424 0 0,-1 2 0 0 0,0-1 0 0 0,0 1 0 0 0,0 1 0 0 0,-1 0 1 0 0,0 1-1 0 0,14 15 0 0 0,111 162 2863 0 0,7 7-2629 0 0,-130-178-970 0 0,1-1-1 0 0,1-1 1 0 0,0-1 0 0 0,1 0 0 0 0,0 0-1 0 0,1-2 1 0 0,0 0 0 0 0,0 0 0 0 0,1-2-1 0 0,1 0 1 0 0,-1-1 0 0 0,32 8 0 0 0,66 13-3685 0 0,2 4-7863 0 0,-79-22 4664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19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3600 0 0,'0'0'6649'0'0,"1"-4"-2232"0"0,4-15 5697 0 0,2 24-9643 0 0,22 17 38 0 0,-27-21-469 0 0,-1 1 0 0 0,1 0 1 0 0,-1 0-1 0 0,1 0 1 0 0,-1-1-1 0 0,0 1 0 0 0,0 1 1 0 0,0-1-1 0 0,0 0 0 0 0,0 0 1 0 0,-1 0-1 0 0,1 0 0 0 0,0 1 1 0 0,-1 3-1 0 0,2 2 52 0 0,1 8-171 0 0,0 0 0 0 0,-1 0 0 0 0,-1-1 0 0 0,0 1 0 0 0,-1 0 0 0 0,-4 30 0 0 0,0-23-202 0 0,-1-1 1 0 0,-1 0-1 0 0,-16 42 1 0 0,9-34 677 0 0,12-27 332 0 0,4 1-633 0 0,7 16 42 0 0,-10-20-131 0 0,0 0-1 0 0,0 1 1 0 0,1-1-1 0 0,-1 0 1 0 0,0 1-1 0 0,0-1 1 0 0,0 0-1 0 0,1 1 0 0 0,-1-1 1 0 0,0 0-1 0 0,0 0 1 0 0,1 1-1 0 0,-1-1 1 0 0,0 0-1 0 0,0 0 1 0 0,1 1-1 0 0,-1-1 0 0 0,0 0 1 0 0,1 0-1 0 0,-1 0 1 0 0,0 1-1 0 0,1-1 1 0 0,0 0-1 0 0,20 7 301 0 0,1-1 0 0 0,38 6 0 0 0,50 0 155 0 0,-54-7-431 0 0,116 11-643 0 0,-85-13-2650 0 0,-1-6-5870 0 0,-49-1 4682 0 0,4-4-3045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19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5 3264 0 0,'2'-1'11281'0'0,"3"-2"-10386"0"0,-1 3 509 0 0,-4 7 4441 0 0,-14 40-4805 0 0,-20 47 1 0 0,-31 56 136 0 0,48-111-962 0 0,-74 157-257 0 0,60-137-915 0 0,-47 66 0 0 0,67-110 73 0 0,0 0-1 0 0,-2-1 1 0 0,-13 14-1 0 0,21-24-137 0 0,-1 1 0 0 0,1 0 0 0 0,-1-1 1 0 0,0 0-1 0 0,0-1 0 0 0,-1 1 0 0 0,1-1 0 0 0,-1 0 0 0 0,1-1 0 0 0,-14 4 1 0 0,-4-5-5647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19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8661 0 0,'5'1'5241'0'0,"2"2"-4654"0"0,-1-1 0 0 0,1 1 1 0 0,0 0-1 0 0,-1 0 0 0 0,1 1 1 0 0,-1 0-1 0 0,0 0 0 0 0,0 1 0 0 0,-1-1 1 0 0,1 1-1 0 0,5 7 0 0 0,9 12 601 0 0,24 34 1 0 0,-38-49-994 0 0,36 50 717 0 0,179 240 986 0 0,-220-298-1902 0 0,95 112-755 0 0,-73-89-122 0 0,1-1 0 0 0,39 29 0 0 0,-41-35-1600 0 0,1-2-1 0 0,0-1 0 0 0,2-1 0 0 0,38 16 0 0 0,-13-13-5274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20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7 3648 0 0,'-10'-7'17857'0'0,"10"12"-16677"0"0,1 12-835 0 0,1 0 1 0 0,1 0 0 0 0,0-1 0 0 0,1 1-1 0 0,1-1 1 0 0,0 0 0 0 0,9 16 0 0 0,60 112 160 0 0,-65-127-459 0 0,26 43 43 0 0,2-2-1 0 0,3-2 0 0 0,65 72 1 0 0,-96-116 350 0 0,-7-10 30 0 0,-10-7-528 0 0,1-1 25 0 0,4 4-2 0 0,0 0 0 0 0,0-1 0 0 0,0 1-1 0 0,-1 0 1 0 0,1 0 0 0 0,-1 1-1 0 0,-5-3 1 0 0,-1 0-109 0 0,1 1 1 0 0,-1 0-1 0 0,0 0 0 0 0,0 1 0 0 0,-18-2 0 0 0,26 4 231 0 0,-1 3 91 0 0,-7 10 62 0 0,7-10 48 0 0,7 3 48 0 0,56 70 869 0 0,-49-63-1020 0 0,51 59 615 0 0,-55-62-701 0 0,1 1 0 0 0,-2 0 0 0 0,0 0 0 0 0,0 0 0 0 0,5 16 0 0 0,-10-24-86 0 0,0-1 0 0 0,0 1 0 0 0,-1 0 0 0 0,1-1 0 0 0,-1 1 0 0 0,0 0 0 0 0,0 0 0 0 0,0-1 0 0 0,0 1-1 0 0,0 0 1 0 0,-1 0 0 0 0,1-1 0 0 0,-1 1 0 0 0,0 0 0 0 0,-1 4 0 0 0,0-3-19 0 0,0-1 0 0 0,-1 1 1 0 0,1-1-1 0 0,-1 0 0 0 0,1 0 0 0 0,-1 0 0 0 0,0 0 1 0 0,0 0-1 0 0,-5 3 0 0 0,-4 1-136 0 0,1 0 0 0 0,-1-1 0 0 0,0 0 0 0 0,0-1 1 0 0,-19 5-1 0 0,-54 11-2488 0 0,41-12-2373 0 0,1-3 0 0 0,-77 2-1 0 0,58-10-3843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21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632 1 8797 0 0,'4'14'2001'0'0,"0"-1"1"0"0,-1 1 0 0 0,2 23-1 0 0,-4-16-161 0 0,-2 39-1 0 0,-4-16-396 0 0,-18 70-1 0 0,16-86-1056 0 0,-2 0 0 0 0,-1-1 0 0 0,-1 0-1 0 0,-1-1 1 0 0,-24 38 0 0 0,26-48-385 0 0,-1-1 1 0 0,-1 0 0 0 0,0 0 0 0 0,-1-1-1 0 0,-1-1 1 0 0,0 0 0 0 0,-1-1 0 0 0,0 0-1 0 0,-22 12 1 0 0,27-19-219 0 0,0-1-1 0 0,0 0 1 0 0,-1-1-1 0 0,1 0 1 0 0,-1 0-1 0 0,1-1 1 0 0,-1-1-1 0 0,0 0 1 0 0,0 0 0 0 0,0-1-1 0 0,0 0 1 0 0,0-1-1 0 0,1 0 1 0 0,-1-1-1 0 0,-17-5 1 0 0,12 2-944 0 0,-1-1 0 0 0,1 0 0 0 0,-25-14 0 0 0,25 11-1202 0 0,0-1 0 0 0,1-1 0 0 0,-15-13 0 0 0,3-1-3001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22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16 182 2880 0 0,'-10'-49'7842'0'0,"7"29"-4368"0"0,0-29-1 0 0,5 40-1975 0 0,-1 7-1417 0 0,0-1 115 0 0,0 0 0 0 0,0 0 1 0 0,0 0-1 0 0,1 0 1 0 0,-1 0-1 0 0,1 0 0 0 0,0 1 1 0 0,-1-1-1 0 0,1 1 1 0 0,0-1-1 0 0,1 1 0 0 0,-1-1 1 0 0,0 1-1 0 0,1 0 1 0 0,-1 0-1 0 0,1 1 1 0 0,0-1-1 0 0,-1 0 0 0 0,1 1 1 0 0,5-2-1 0 0,-1 2 56 0 0,1 1-1 0 0,-1 0 0 0 0,1 0 1 0 0,0 1-1 0 0,-1 0 0 0 0,1 1 1 0 0,7 2-1 0 0,1 0 70 0 0,-1 2 1 0 0,0 0-1 0 0,28 16 1 0 0,36 30 300 0 0,-73-48-604 0 0,64 48 573 0 0,125 119 0 0 0,38 87-437 0 0,-92-62-3837 0 0,-87-117-4759 0 0,-33-52 3822 0 0,-3-10-4520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22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35 4328 0 0,'-28'-10'2561'0'0,"23"8"-1387"0"0,1 0-1347 0 0,-29-12 254 0 0,31 13 1450 0 0,-2 0 515 0 0,-1-1-522 0 0,0 1-1 0 0,0 0 1 0 0,0 1 0 0 0,-10-1 0 0 0,11 1 262 0 0,3 5-1150 0 0,-4 12-81 0 0,4-16-512 0 0,1 0 0 0 0,-1 0 0 0 0,1 0 0 0 0,0 0 0 0 0,-1 1 0 0 0,1-1 1 0 0,0 0-1 0 0,0 0 0 0 0,0 0 0 0 0,0 1 0 0 0,0-1 0 0 0,0 0 0 0 0,0 0 0 0 0,1 0 0 0 0,-1 1 0 0 0,1 1 0 0 0,0 0 75 0 0,0 8 17 0 0,1-1 1 0 0,0 1-1 0 0,1-1 0 0 0,0 0 0 0 0,0 0 1 0 0,7 14-1 0 0,-6-17-119 0 0,0-1 0 0 0,0 1 0 0 0,0-1 0 0 0,0 0 1 0 0,1 0-1 0 0,0 0 0 0 0,1-1 0 0 0,-1 0 0 0 0,9 6 0 0 0,-11-9-97 0 0,0 0-1 0 0,1 0 0 0 0,-1-1 1 0 0,0 1-1 0 0,1-1 0 0 0,-1 0 1 0 0,1 0-1 0 0,0 0 1 0 0,-1-1-1 0 0,1 1 0 0 0,0-1 1 0 0,5 0-1 0 0,-1-1-85 0 0,-1 0-1 0 0,1 0 1 0 0,-1 0 0 0 0,13-5 0 0 0,-10 3 103 0 0,-1-1 0 0 0,0 0-1 0 0,-1-1 1 0 0,1 0 0 0 0,-1 0 0 0 0,8-7 0 0 0,39-39 412 0 0,-14 11 1155 0 0,-14 21 0 0 0,-24 17-463 0 0,2 8-562 0 0,-2-1-397 0 0,1 0 1 0 0,-1 0 0 0 0,1 1-1 0 0,-2 0 1 0 0,1-1 0 0 0,0 1-1 0 0,-1 0 1 0 0,2 12 0 0 0,15 138 642 0 0,-8-50-615 0 0,24 125-2152 0 0,5 0-8485 0 0,-26-161 5984 0 0,1-14-3777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24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0 704 0 0,'-4'85'12956'0'0,"-9"43"-8735"0"0,2-20-2754 0 0,-21 901 2644 0 0,73-289-3463 0 0,26-31-382 0 0,-41-428-335 0 0,53 836 177 0 0,-14-159-148 0 0,50 585-469 0 0,-48 1 1192 0 0,12-153-79 0 0,-50-1060-356 0 0,82 1008 1247 0 0,-82-913-1125 0 0,10 155-8 0 0,-25-319-55 0 0,48 1093 741 0 0,-52-956-956 0 0,25 722-187 0 0,-27-912 36 0 0,19 738-1215 0 0,-24-565-613 0 0,-1-82-2788 0 0,-3-4-6586 0 0,1-208 4200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25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6057 0 0,'6'3'3196'0'0,"-5"-1"-2054"0"0,1-1-1 0 0,0 1 1 0 0,0-1-1 0 0,0 0 1 0 0,0 0 0 0 0,0 0-1 0 0,4 1 1 0 0,-4 1 166 0 0,1 7-832 0 0,0 0 1 0 0,-1-1-1 0 0,0 1 0 0 0,-1 0 0 0 0,0 0 0 0 0,0 0 0 0 0,-2 15 0 0 0,1-20-418 0 0,-6 167 1070 0 0,6-46-1039 0 0,-1 38-1184 0 0,3-56-4338 0 0,6-6-2699 0 0,-5-64 774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26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5440 0 0,'8'27'6805'0'0,"1"2"-3377"0"0,-3 2-1255 0 0,-6-1-373 0 0,0 3-448 0 0,0 0-296 0 0,-3-1-368 0 0,-3 2-224 0 0,4 0-328 0 0,-8 7-328 0 0,4 0-932 0 0,0 2-3448 0 0,3-9 1355 0 0,3-2-667 0 0,0-1-3709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26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3240 0 0,'18'38'8237'0'0,"3"3"-4001"0"0,0 6-1659 0 0,-1 2-537 0 0,1 18-500 0 0,-6-12-488 0 0,1-1-356 0 0,-8 3-248 0 0,-2-3-368 0 0,0 1-832 0 0,-3-4-4152 0 0,0-5 1335 0 0,-3-12-127 0 0,3-11-4769 0 0</inkml:trace>
  <inkml:trace contextRef="#ctx0" brushRef="#br0" timeOffset="1">73 1127 6569 0 0,'17'34'6620'0'0,"-1"5"-3588"0"0,-5 4-775 0 0,-2 0-485 0 0,0 3-476 0 0,-3-1-288 0 0,-6-6-356 0 0,0-2-264 0 0,-2 10-368 0 0,-2-13-632 0 0,-2 3-4196 0 0,0-3 1339 0 0,3-5-279 0 0,0-7-4469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28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56 5609 0 0,'10'-18'5277'0'0,"-7"14"-1668"0"0,3-7 75 0 0,-4 9-2362 0 0,-1 0-318 0 0,17-15 1532 0 0,-16 15-1836 0 0,2 3-474 0 0,12 0-26 0 0,-12-1-41 0 0,1 3-54 0 0,4 3-62 0 0,0 1 0 0 0,-1 1 0 0 0,0-1 1 0 0,0 1-1 0 0,0 1 0 0 0,-1-1 0 0 0,0 1 0 0 0,5 11 1 0 0,1 3 37 0 0,-2 1 0 0 0,-1 1 1 0 0,14 48-1 0 0,-14-30 24 0 0,7 69-1 0 0,-14-78-116 0 0,-1 0-1 0 0,-2-1 1 0 0,-6 49-1 0 0,4-67-25 0 0,-1 1 1 0 0,0 0-1 0 0,-2-1 1 0 0,1 0-1 0 0,-2 0 0 0 0,0 0 1 0 0,-1-1-1 0 0,0 1 0 0 0,-14 18 1 0 0,18-29 48 0 0,0 0 0 0 0,0 0 0 0 0,0 0 0 0 0,-1-1 0 0 0,0 1 0 0 0,0-1 0 0 0,0 1 1 0 0,0-1-1 0 0,0-1 0 0 0,0 1 0 0 0,-1 0 0 0 0,0-1 0 0 0,1 0 0 0 0,-1 0 0 0 0,0-1 1 0 0,0 1-1 0 0,0-1 0 0 0,0 0 0 0 0,0 0 0 0 0,0-1 0 0 0,0 1 0 0 0,0-1 0 0 0,0 0 1 0 0,-1-1-1 0 0,1 1 0 0 0,0-1 0 0 0,-9-3 0 0 0,8 3 44 0 0,0-1 0 0 0,1 0 0 0 0,-1 0 1 0 0,1 0-1 0 0,-1-1 0 0 0,1 1 0 0 0,-6-5 0 0 0,10 5-11 0 0,0 0-1 0 0,-1 0 1 0 0,1 0-1 0 0,0 0 1 0 0,0 0-1 0 0,0 0 1 0 0,0 0-1 0 0,1 0 1 0 0,-1 0-1 0 0,0 0 1 0 0,1-1-1 0 0,-1-1 1 0 0,1 1-2 0 0,-1 0 48 0 0,4-2-76 0 0,0 0-4 0 0,0 0 0 0 0,0 1 1 0 0,1-1-1 0 0,-1 1 0 0 0,1 0 0 0 0,0 0 1 0 0,0 0-1 0 0,1 1 0 0 0,-1 0 0 0 0,1-1 1 0 0,-1 1-1 0 0,9-3 0 0 0,8-3-2 0 0,1 2 1 0 0,0 0-1 0 0,0 1 1 0 0,1 1-1 0 0,-1 1 0 0 0,1 2 1 0 0,25-1-1 0 0,-4 3-330 0 0,0 2-1 0 0,79 14 1 0 0,-87-8-691 0 0,0 1 0 0 0,0 2 1 0 0,45 20-1 0 0,-52-18-2819 0 0,-1 2 1 0 0,30 20 0 0 0,-30-15-3489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28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15 6825 0 0,'0'0'5317'0'0,"6"-2"-1996"0"0,19-8-1266 0 0,-25 10-1966 0 0,1-1-1 0 0,-1 1 0 0 0,1 0 0 0 0,-1 0 1 0 0,1 0-1 0 0,-1-1 0 0 0,1 1 1 0 0,-1 0-1 0 0,1 0 0 0 0,0 0 1 0 0,-1 0-1 0 0,1 0 0 0 0,-1 0 1 0 0,1 0-1 0 0,-1 0 0 0 0,1 0 0 0 0,0 0 1 0 0,4 1 352 0 0,-2-1-262 0 0,-1 0 1 0 0,0 0-1 0 0,0 0 1 0 0,0 1-1 0 0,0-1 1 0 0,0 1-1 0 0,0-1 1 0 0,0 1-1 0 0,3 2 1 0 0,18 7 74 0 0,-1 2 1 0 0,-1 0-1 0 0,0 1 0 0 0,-1 2 1 0 0,0 0-1 0 0,-1 1 0 0 0,-1 0 1 0 0,-1 2-1 0 0,0 0 0 0 0,-1 1 1 0 0,-1 1-1 0 0,-1 0 0 0 0,-1 1 1 0 0,16 33-1 0 0,-26-48-254 0 0,-1-1 1 0 0,1 1-1 0 0,-1 0 1 0 0,0 0-1 0 0,-1 1 0 0 0,0-1 1 0 0,0 0-1 0 0,0 0 1 0 0,-1 1-1 0 0,1-1 0 0 0,-2 0 1 0 0,1 1-1 0 0,-1-1 1 0 0,0 0-1 0 0,0 1 0 0 0,0-1 1 0 0,-1 0-1 0 0,0 0 1 0 0,-5 11-1 0 0,3-12-16 0 0,1-1 0 0 0,0 1 0 0 0,-1-1 0 0 0,0 1 1 0 0,0-1-1 0 0,0 0 0 0 0,-1-1 0 0 0,0 1 0 0 0,1-1 0 0 0,-1 0 0 0 0,0 0 0 0 0,0 0 0 0 0,-1-1 1 0 0,1 0-1 0 0,0 0 0 0 0,-1 0 0 0 0,-10 2 0 0 0,-7-1-10 0 0,-1 0 0 0 0,1-1 0 0 0,-27-2 0 0 0,27-1 1 0 0,-5 1 40 0 0,-42 1-3 0 0,63 0 16 0 0,0 0 0 0 0,0 0 0 0 0,0 1 0 0 0,0-1 0 0 0,0 2 0 0 0,1-1 0 0 0,-11 6 0 0 0,16-8-16 0 0,0 1 0 0 0,1-1 0 0 0,-1 1 0 0 0,0-1 0 0 0,0 1 0 0 0,1-1 0 0 0,-1 1 0 0 0,0 0 0 0 0,1-1 0 0 0,-1 1 0 0 0,1 0 1 0 0,-1 0-1 0 0,0 0 0 0 0,0 2 25 0 0,-1-1 71 0 0,3 3 1 0 0,6 13 34 0 0,-2-8-32 0 0,7 1-62 0 0,-1 0 1 0 0,1 0-1 0 0,1-1 0 0 0,0-1 0 0 0,0 0 0 0 0,1-1 0 0 0,20 10 0 0 0,117 42 109 0 0,-137-55-145 0 0,136 46-106 0 0,33 13-1980 0 0,-63-16-6785 0 0,-75-29 4353 0 0,-2-2-3450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29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0 4840 0 0,'4'5'2269'0'0,"1"-1"0"0"0,0 0 0 0 0,0-1 0 0 0,6 4-1 0 0,4 1 421 0 0,21 8 0 0 0,-15-7-2167 0 0,-14-7-439 0 0,0 1 0 0 0,0 0 0 0 0,-1 1 1 0 0,1 0-1 0 0,-1 0 0 0 0,0 0 0 0 0,0 1 0 0 0,0 0 0 0 0,-1 0 1 0 0,0 0-1 0 0,0 1 0 0 0,0 0 0 0 0,-1 0 0 0 0,1 0 0 0 0,-1 0 1 0 0,-1 1-1 0 0,6 12 0 0 0,-9-11-59 0 0,-1 3-35 0 0,-1-1 1 0 0,0 1 0 0 0,-1-1-1 0 0,0 0 1 0 0,-1 0 0 0 0,0-1-1 0 0,0 1 1 0 0,-1-1-1 0 0,-1 0 1 0 0,1 0 0 0 0,-1 0-1 0 0,-1-1 1 0 0,-11 13-1 0 0,4-10-181 0 0,0 0 0 0 0,0-1 0 0 0,-1-1 0 0 0,0 0 0 0 0,-1-1 0 0 0,-23 9 0 0 0,-100 25 7 0 0,135-41 240 0 0,1 0 648 0 0,11 5-541 0 0,3 3-90 0 0,1 0 0 0 0,0 0 0 0 0,1-2 0 0 0,13 7-1 0 0,238 88 568 0 0,-129-57-2200 0 0,0-2-4285 0 0,-37-14-1726 0 0,-52-16 1463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29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5144 0 0,'0'0'17093'0'0,"10"1"-16601"0"0,2 0-353 0 0,-7-1-84 0 0,1 0 1 0 0,-1 1 0 0 0,0-1-1 0 0,0 1 1 0 0,1 1-1 0 0,-1-1 1 0 0,0 1 0 0 0,0-1-1 0 0,0 2 1 0 0,5 1-1 0 0,4 4 114 0 0,0 1-1 0 0,-1 0 0 0 0,0 0 0 0 0,-1 1 0 0 0,1 1 1 0 0,-2 0-1 0 0,20 25 0 0 0,-30-35-172 0 0,1 2-32 0 0,8 11-479 0 0,-14-11 474 0 0,-12 8 20 0 0,12-8 6 0 0,1-1 2 0 0,2-2 12 0 0,-1 1 3 0 0,0-1 1 0 0,1 1 0 0 0,0 0-1 0 0,-1-1 1 0 0,1 1 0 0 0,-1 0-1 0 0,1 0 1 0 0,0 0-1 0 0,-1 0 1 0 0,1 0 0 0 0,0 0-1 0 0,0 0 1 0 0,0 0 0 0 0,0 1-1 0 0,0-1 1 0 0,0 0 0 0 0,0 1-1 0 0,0 1 1 0 0,-1 0 6 0 0,1-2-4 0 0,0 0 0 0 0,1 0 0 0 0,-1-1 0 0 0,1 1 0 0 0,-1 1 0 0 0,1-1 0 0 0,-1 0 0 0 0,1 0 0 0 0,0 0 0 0 0,-1 0-1 0 0,1 0 1 0 0,0 0 0 0 0,0 0 0 0 0,0 0 0 0 0,0 1 0 0 0,0-1 0 0 0,0 1 0 0 0,1 19 180 0 0,0 0-1 0 0,2-1 1 0 0,9 37 0 0 0,26 62 565 0 0,-12-39-373 0 0,-19-59-784 0 0,0 0 520 0 0,-1 1 0 0 0,0 0 0 0 0,3 36 0 0 0,-9-52-528 0 0,0 1 0 0 0,0 0 0 0 0,0 0 0 0 0,-1 0 0 0 0,0-1 1 0 0,-4 13-1 0 0,4-14-308 0 0,-1-1 1 0 0,0 0 0 0 0,0 0-1 0 0,-1 0 1 0 0,1 0-1 0 0,-1-1 1 0 0,1 1-1 0 0,-1 0 1 0 0,0-1 0 0 0,-1 0-1 0 0,-4 4 1 0 0,-11 6-3726 0 0,4-2-3009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32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5096 0 0,'0'0'11686'0'0,"3"8"-10772"0"0,9 27-315 0 0,-10-26 2743 0 0,2-14-2962 0 0,10-15-6 0 0,-10 15-17 0 0,-4 5-337 0 0,1 0 0 0 0,-1 0 0 0 0,1 0 1 0 0,-1 0-1 0 0,1 0 0 0 0,-1 0 0 0 0,0 0 0 0 0,1 0 0 0 0,-1-1 0 0 0,1 1 0 0 0,-1 0 0 0 0,1 0 0 0 0,-1 0 1 0 0,1 0-1 0 0,-1-1 0 0 0,0 1 0 0 0,1 0 0 0 0,-1-1 0 0 0,1 1 0 0 0,-1 0 0 0 0,1-1 0 0 0,-1 1-4 0 0,1-1 0 0 0,-1 1 0 0 0,1-1 0 0 0,-1 1 0 0 0,1-1 0 0 0,-1 1 0 0 0,1 0 0 0 0,0-1 0 0 0,-1 1 0 0 0,1 0 0 0 0,-1 0 0 0 0,1-1 0 0 0,0 1 0 0 0,-1 0 0 0 0,1 0 0 0 0,0 0 0 0 0,-1 0 0 0 0,1 0 0 0 0,0 0 0 0 0,1 0 0 0 0,7 1 59 0 0,0 0 0 0 0,0 1 0 0 0,0-1 0 0 0,0 2 0 0 0,0-1 1 0 0,-1 1-1 0 0,1 1 0 0 0,-1 0 0 0 0,0 0 0 0 0,0 0 0 0 0,0 1 0 0 0,0 0 0 0 0,-1 1 0 0 0,0 0 0 0 0,8 8 0 0 0,3 4-11 0 0,-1 1 0 0 0,-1 1-1 0 0,-1 0 1 0 0,18 31 0 0 0,-25-35 17 0 0,0 0 0 0 0,0 1 0 0 0,-2 0 0 0 0,0 1 0 0 0,-1 0 0 0 0,0-1 1 0 0,-2 1-1 0 0,0 1 0 0 0,-1-1 0 0 0,-1 0 0 0 0,-1 1 0 0 0,0-1 0 0 0,-2 0 0 0 0,0 1 1 0 0,-7 30-1 0 0,3-29-99 0 0,0 1 0 0 0,-1-1 0 0 0,-1 0 0 0 0,-1-1 0 0 0,-1 0 0 0 0,-1 0 0 0 0,0-1 0 0 0,-1-1 0 0 0,-1 0 0 0 0,-1 0 0 0 0,0-1 0 0 0,-1-1 0 0 0,-20 16 0 0 0,22-22 45 0 0,-1-1-1 0 0,-1 0 0 0 0,1-1 1 0 0,-29 10-1 0 0,38-15 68 0 0,2-1 110 0 0,0 0-2 0 0,1 0 614 0 0,5-2-350 0 0,11-4-253 0 0,23-6-299 0 0,-20 7 101 0 0,-1 0-1 0 0,1 2 0 0 0,0 0 1 0 0,25 0-1 0 0,-17 2-12 0 0,26-1-269 0 0,0 2 1 0 0,-1 3 0 0 0,0 2 0 0 0,0 2 0 0 0,0 2-1 0 0,95 33 1 0 0,-134-39-426 0 0,1 1-1 0 0,-1 1 1 0 0,0 0 0 0 0,0 0-1 0 0,14 12 1 0 0,-20-14-277 0 0,0 1 0 0 0,0 0 0 0 0,0 0 0 0 0,-1 0 0 0 0,0 0 0 0 0,0 1 0 0 0,0 0 0 0 0,-1-1 0 0 0,0 1 0 0 0,0 1 0 0 0,3 10 0 0 0,1 9-6832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30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1920 0 0,'20'14'7585'0'0,"-7"-2"-3101"0"0,-1-3-1071 0 0,2 4-1185 0 0,-1-1-1380 0 0,-5-4-1092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30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39 768 0 0,'0'0'3167'0'0,"-6"-4"113"0"0,-22-13-509 0 0,21 13-691 0 0,7 4-1986 0 0,-1 0-1 0 0,1 0 1 0 0,0 0 0 0 0,-1 0 0 0 0,1 0-1 0 0,-1 0 1 0 0,1 0 0 0 0,-1 0 0 0 0,1-1-1 0 0,0 1 1 0 0,-1 0 0 0 0,1 0 0 0 0,0 0-1 0 0,-1 0 1 0 0,1-1 0 0 0,0 1 0 0 0,-1 0-1 0 0,1 0 1 0 0,0-1 0 0 0,-1 1 0 0 0,1 0 0 0 0,0 0-1 0 0,-1-1 1 0 0,1 0 23 0 0,-1 1 0 0 0,1-1 0 0 0,-1 1-1 0 0,0-1 1 0 0,1 1 0 0 0,-1-1 0 0 0,0 1 0 0 0,1-1 0 0 0,-1 1-1 0 0,0 0 1 0 0,0-1 0 0 0,1 1 0 0 0,-1 0 0 0 0,0 0-1 0 0,0-1 1 0 0,-1 1 0 0 0,-12-3 2652 0 0,13 8-2377 0 0,0 14 19 0 0,1-18-388 0 0,0-1-1 0 0,0 1 1 0 0,-1 0-1 0 0,2-1 1 0 0,-1 1-1 0 0,0-1 0 0 0,0 1 1 0 0,0-1-1 0 0,0 1 1 0 0,0-1-1 0 0,0 1 0 0 0,0-1 1 0 0,1 1-1 0 0,-1-1 1 0 0,0 1-1 0 0,0-1 1 0 0,1 0-1 0 0,-1 1 0 0 0,0-1 1 0 0,1 1-1 0 0,6 10 188 0 0,12 19 794 0 0,38 45-1 0 0,-19-34-508 0 0,-8-7-323 0 0,2-2 0 0 0,59 48 1 0 0,-88-78-471 0 0,-11-6-287 0 0,-25-10 637 0 0,-1 2-1 0 0,0 1 1 0 0,-1 1 0 0 0,-65-9 0 0 0,93 19 15 0 0,1-1-1 0 0,0 1 1 0 0,-1 1 0 0 0,-7 0 0 0 0,-1 1 41 0 0,6-1-118 0 0,0 1-1 0 0,0 0 0 0 0,0 1 1 0 0,1 0-1 0 0,-1 0 1 0 0,1 1-1 0 0,0 0 0 0 0,0 0 1 0 0,-11 8-1 0 0,17-10-464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32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1552 0 0,'6'14'6513'0'0,"0"8"-9258"0"0,-4-3-1055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32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3472 0 0,'0'0'10943'0'0,"8"4"-8496"0"0,10 4-1208 0 0,0 1 0 0 0,-1 0 1 0 0,0 1-1 0 0,24 20 1 0 0,-19-8-728 0 0,-2 0 1 0 0,0 2 0 0 0,-2 0 0 0 0,-1 1-1 0 0,24 47 1 0 0,-21-23-344 0 0,-20-48-185 0 0,0 0 0 0 0,1 0 1 0 0,-1 0-1 0 0,0 0 0 0 0,0 0 0 0 0,1 0 0 0 0,-1 0 0 0 0,0 0 0 0 0,0 0 0 0 0,0 0 0 0 0,0 0 0 0 0,0 0 0 0 0,0 0 0 0 0,0 0 0 0 0,-1 1 0 0 0,0 1-38 0 0,1 0-121 0 0,-2 1-129 0 0,-10 8 186 0 0,12-12 116 0 0,0 1 0 0 0,-1-1 1 0 0,1 0-1 0 0,0 0 0 0 0,0 0 0 0 0,0 0 1 0 0,0 1-1 0 0,-1-1 0 0 0,1 0 1 0 0,0 0-1 0 0,0 0 0 0 0,0 0 1 0 0,-1 0-1 0 0,1 1 0 0 0,0-1 1 0 0,0 0-1 0 0,0 0 0 0 0,-1 0 0 0 0,1 0 1 0 0,0 0-1 0 0,0 0 0 0 0,-1 0 1 0 0,1 0-1 0 0,0 0 0 0 0,0 0 1 0 0,0 0-1 0 0,-1 0 0 0 0,1 0 0 0 0,0 0 1 0 0,0 0-1 0 0,-1 0 0 0 0,1 0 1 0 0,-18-4-51 0 0,1 0-1 0 0,0-1 1 0 0,-21-9 0 0 0,-49-25 180 0 0,85 38-118 0 0,-18-6 516 0 0,17 6 917 0 0,4 8-1152 0 0,0-1-244 0 0,0 0 0 0 0,0-1 1 0 0,1 1-1 0 0,0 0 1 0 0,0-1-1 0 0,1 1 0 0 0,-1-1 1 0 0,1 0-1 0 0,6 8 1 0 0,38 48 227 0 0,-4-8-45 0 0,-3 2 1 0 0,41 73-1 0 0,-76-117-414 0 0,0 0-1 0 0,0 1 1 0 0,-1-1-1 0 0,-1 1 0 0 0,2 12 1 0 0,-4-22 86 0 0,-1-1 1 0 0,0 1-1 0 0,1 0 0 0 0,-1-1 1 0 0,0 1-1 0 0,-1 0 0 0 0,1 0 1 0 0,0-1-1 0 0,-1 4 0 0 0,0 0-148 0 0,-2 3-661 0 0,-11 6-379 0 0,12-12 527 0 0,-1 0-1 0 0,0 0 1 0 0,0-1-1 0 0,0 1 0 0 0,0-1 1 0 0,-1 0-1 0 0,1 0 1 0 0,-4 1-1 0 0,0 0-464 0 0,-1-1-84 0 0,-5-1-4082 0 0,-20-2-1540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33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0 6721 0 0,'31'17'10399'0'0,"-18"-11"-2634"0"0,-10-6-7362 0 0,9 0 129 0 0,-9 0 8 0 0,0 4-93 0 0,93 140 1598 0 0,-49-76-1360 0 0,40 74 0 0 0,-84-134-822 0 0,0 0-1 0 0,0 0 1 0 0,-1 0-1 0 0,2 8 1 0 0,-3-13-96 0 0,-4 0 54 0 0,-9 6 3 0 0,12-9 170 0 0,-1 0-1 0 0,1 0 1 0 0,0 1-1 0 0,0-1 1 0 0,-1 0-1 0 0,1 0 1 0 0,0 0-1 0 0,-1 0 1 0 0,1 0-1 0 0,0 1 1 0 0,-1-1-1 0 0,1 0 1 0 0,0 0-1 0 0,0 0 1 0 0,-1 0-1 0 0,1 0 1 0 0,0 0-1 0 0,-1 0 1 0 0,1 0-1 0 0,0 0 1 0 0,-1 0-1 0 0,1 0 1 0 0,0 0-1 0 0,-1-1 1 0 0,-29-4-194 0 0,1-3-1 0 0,0 0 1 0 0,-54-24 0 0 0,-15-4 19 0 0,74 29 289 0 0,1 1 1 0 0,-1 2 0 0 0,-30-3-1 0 0,53 7-90 0 0,0 0-1 0 0,-1-1 0 0 0,1 1 1 0 0,-1 1-1 0 0,1-1 1 0 0,0 0-1 0 0,-1 0 0 0 0,1 0 1 0 0,0 1-1 0 0,-1-1 1 0 0,1 1-1 0 0,0-1 1 0 0,-2 2-1 0 0,-1-1 36 0 0,3-1-42 0 0,-1 1 0 0 0,1-1 0 0 0,0 0 0 0 0,0 1 0 0 0,0-1 0 0 0,0 1 0 0 0,0-1 0 0 0,0 1 0 0 0,0-1 1 0 0,0 1-1 0 0,0 0 0 0 0,1 0 0 0 0,-1-1 0 0 0,0 1 0 0 0,0 0 0 0 0,0 0 0 0 0,1 0 0 0 0,-1 0 0 0 0,0 1 0 0 0,-1 0 23 0 0,2-1-26 0 0,-1 0-1 0 0,1 0 0 0 0,-1-1 0 0 0,1 1 1 0 0,-1 0-1 0 0,1 0 0 0 0,0 0 1 0 0,0 0-1 0 0,-1 0 0 0 0,1 0 1 0 0,0 0-1 0 0,0 0 0 0 0,0 0 0 0 0,0 0 1 0 0,0 1-1 0 0,1 9-53 0 0,0 0-1 0 0,1 0 1 0 0,0-1 0 0 0,1 1-1 0 0,0-1 1 0 0,1 1 0 0 0,0-1-1 0 0,9 15 1 0 0,6 8-1608 0 0,26 35 1 0 0,-36-55 379 0 0,-4-5-662 0 0,0-1 0 0 0,1 0 1 0 0,-1 0-1 0 0,1 0 0 0 0,1-1 0 0 0,8 7 1 0 0,-4-5-5663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34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4736 0 0,'4'6'3638'0'0,"-2"-4"-2653"0"0,-1 0 0 0 0,1 0 0 0 0,-1 0 1 0 0,0 0-1 0 0,1 0 0 0 0,-1 0 0 0 0,0 0 1 0 0,0 1-1 0 0,0-1 0 0 0,-1 0 0 0 0,1 1 1 0 0,0-1-1 0 0,-1 0 0 0 0,0 1 0 0 0,1 3 1 0 0,-2-3-919 0 0,1 0-1 0 0,-1 0 1 0 0,1-1 0 0 0,0 1 0 0 0,0 0 0 0 0,0 0 0 0 0,1-1 0 0 0,-1 1 0 0 0,1 0 0 0 0,-1 0 0 0 0,1-1 0 0 0,0 1 0 0 0,0 0 0 0 0,0-1 0 0 0,0 1 0 0 0,1-1 0 0 0,1 4 0 0 0,87 120 2877 0 0,37 59-1226 0 0,-113-159-3033 0 0,-13-23 883 0 0,-1 0-10 0 0,0 9-702 0 0,-1-11 1121 0 0,0 0-1 0 0,0 0 1 0 0,0 0-1 0 0,0-1 1 0 0,0 1-1 0 0,0-1 1 0 0,-1 1-1 0 0,1-1 1 0 0,0 1-1 0 0,0-1 1 0 0,-3 1-1 0 0,1 0-29 0 0,-1 1-101 0 0,-3-3 101 0 0,0 0 0 0 0,0 0 0 0 0,1 0 0 0 0,-1-1 0 0 0,-11-4 0 0 0,-35-17-485 0 0,31 13 305 0 0,16 7 145 0 0,-18-7-826 0 0,-47-15-1 0 0,69 24 562 0 0,0 1 306 0 0,0 0 0 0 0,1 0 0 0 0,-1 1 0 0 0,0-1 0 0 0,0 0 0 0 0,1 1 1 0 0,-1-1-1 0 0,-2 2 0 0 0,-1 0-14 0 0,5-2 58 0 0,0 0 1 0 0,0 0-1 0 0,0 0 1 0 0,-1 0-1 0 0,1 0 1 0 0,0 0-1 0 0,0 0 1 0 0,-1 0-1 0 0,1 0 1 0 0,0 0-1 0 0,0 0 1 0 0,0 0-1 0 0,-1 0 1 0 0,1 0-1 0 0,0 1 1 0 0,0-1-1 0 0,0 0 1 0 0,0 0-1 0 0,-1 0 1 0 0,1 0-1 0 0,0 0 1 0 0,0 1-1 0 0,0-1 1 0 0,0 0-1 0 0,0 0 1 0 0,0 0-1 0 0,-1 1 1 0 0,1-1-1 0 0,0 0 1 0 0,0 0-1 0 0,0 0 1 0 0,0 1-1 0 0,0-1 1 0 0,0 0-1 0 0,0 0 1 0 0,0 1-1 0 0,-4 13 50 0 0,4-1 59 0 0,6 19 201 0 0,2-1 0 0 0,12 36-1 0 0,51 108 1287 0 0,37 102 1267 0 0,-102-258-2775 0 0,6 31 1 0 0,-8-6-2799 0 0,-6-38-2015 0 0,-6 5 450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37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13828 274 1408 0 0,'0'0'8045'0'0,"5"-1"-5806"0"0,1-1-979 0 0,0 0-1 0 0,0 0 0 0 0,10-6 1 0 0,-14 7-422 0 0,-31-1-2099 0 0,-6-2 1524 0 0,-32 1-215 0 0,-257-4-8 0 0,-252 2 982 0 0,-59-25 210 0 0,514 25-1150 0 0,-324-9 288 0 0,30 2 22 0 0,-241-10 201 0 0,396 17-416 0 0,-353 7 122 0 0,438 2-300 0 0,-374-8 25 0 0,2-18-20 0 0,488 19-27 0 0,-461-24-23 0 0,-681-20-52 0 0,927 45 242 0 0,-720 0 90 0 0,834 3-165 0 0,-402 8 1 0 0,463-6-113 0 0,-674 38-117 0 0,569-25-67 0 0,-285-16 0 0 0,105-19 144 0 0,81 7 112 0 0,-152-10 25 0 0,-936-39 1428 0 0,1167 61-2531 0 0,122 2-1788 0 0,-64-2-6723 0 0,105-6 3739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39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13627 782 1832 0 0,'0'0'8735'0'0,"-4"0"-6089"0"0,-40-1 909 0 0,-188-35-124 0 0,73 8-2905 0 0,-27 8-69 0 0,-316 8 0 0 0,274 14-281 0 0,-524-10 455 0 0,173 1-150 0 0,-187 18 248 0 0,619-7-692 0 0,-390-14 94 0 0,1-29 53 0 0,148-2-8 0 0,368 39-174 0 0,-386-46-13 0 0,295 36 26 0 0,-259-32 34 0 0,-134-7 130 0 0,277 30-99 0 0,-748-45 722 0 0,854 60-776 0 0,-879-44 366 0 0,516 14-254 0 0,256 18-138 0 0,-361-36 40 0 0,-106-7 501 0 0,356 40-557 0 0,-402-33-96 0 0,646 45 121 0 0,-274-25-18 0 0,-2 24 63 0 0,158 14-161 0 0,-67 2 160 0 0,2 17-626 0 0,227-12-322 0 0,0 3-3825 0 0,3-1-4677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43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1 488 0 0,'0'0'2280'0'0,"-15"9"-2488"0"0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43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512 0 4880 0 0,'0'0'10737'0'0,"-2"2"-9372"0"0,-8 5-225 0 0,7-5-260 0 0,2 0-223 0 0,0 1-561 0 0,0-1-1 0 0,0 0 1 0 0,0 1-1 0 0,1-1 1 0 0,-1 1-1 0 0,1-1 1 0 0,0 1-1 0 0,-1-1 1 0 0,1 1-1 0 0,1 3 1 0 0,-1-2 57 0 0,2 1-3 0 0,3 8 10 0 0,0-1 1 0 0,1 0 0 0 0,1 0-1 0 0,0 0 1 0 0,9 11 0 0 0,11 11 101 0 0,-2 1 0 0 0,-2 1 1 0 0,-1 2-1 0 0,-2 0 1 0 0,-2 0-1 0 0,15 45 1 0 0,-20-45-363 0 0,-1 0 1 0 0,-2 0 0 0 0,7 54 0 0 0,-16-76 64 0 0,0-1 1 0 0,-1 1-1 0 0,0-1 0 0 0,-6 29 1 0 0,4-34 55 0 0,-1 0 1 0 0,0 0-1 0 0,0-1 0 0 0,-1 0 1 0 0,0 1-1 0 0,-1-1 0 0 0,0-1 1 0 0,-9 13-1 0 0,11-17 1 0 0,-1 1 0 0 0,0-1 0 0 0,0 0 0 0 0,-1 0 0 0 0,1-1 1 0 0,-1 1-1 0 0,0-1 0 0 0,0 0 0 0 0,0 0 0 0 0,0-1 0 0 0,-10 4 0 0 0,6-3-16 0 0,0-1 1 0 0,0 0-1 0 0,0-1 1 0 0,0 0-1 0 0,0 0 1 0 0,-17-2-1 0 0,2-2 20 0 0,0-1 0 0 0,0-1 0 0 0,1-1 0 0 0,-43-18 0 0 0,28 8 44 0 0,1-2 1 0 0,1-1 0 0 0,-43-31 0 0 0,56 34 101 0 0,1-1 1 0 0,1-2 0 0 0,0 0-1 0 0,1-1 1 0 0,-28-39 0 0 0,40 48-95 0 0,1 0-1 0 0,0 0 1 0 0,1-1-1 0 0,0 0 1 0 0,1-1-1 0 0,0 1 1 0 0,1-1-1 0 0,0 0 1 0 0,1 0 0 0 0,1 0-1 0 0,0 0 1 0 0,0-1-1 0 0,2 1 1 0 0,0-1-1 0 0,0 1 1 0 0,1 0 0 0 0,1-1-1 0 0,0 1 1 0 0,1 0-1 0 0,0 0 1 0 0,1 0-1 0 0,0 1 1 0 0,11-21-1 0 0,-6 16-85 0 0,2 0 0 0 0,-1 2-1 0 0,2-1 1 0 0,0 1-1 0 0,1 1 1 0 0,1 0 0 0 0,0 1-1 0 0,0 1 1 0 0,1 0-1 0 0,22-13 1 0 0,-17 14-186 0 0,0 0 1 0 0,0 1-1 0 0,1 1 1 0 0,1 1-1 0 0,-1 1 0 0 0,1 1 1 0 0,0 1-1 0 0,32-4 1 0 0,-38 8-434 0 0,-1 1-1 0 0,0 1 1 0 0,0 0 0 0 0,1 0 0 0 0,27 8 0 0 0,70 29-9320 0 0,-93-31 7822 0 0,19 8-4502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44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5376 0 0,'10'14'6537'0'0,"-2"8"-3129"0"0,1 2-1411 0 0,1 5-265 0 0,-4 0-348 0 0,0 1-444 0 0,-4 5-288 0 0,2-3-488 0 0,-2 2-336 0 0,-2 1-548 0 0,3-3-3676 0 0,-3-3 1251 0 0,0-7-727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44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 0 0,'1'3'11739'0'0,"6"6"-9084"0"0,-6-7-928 0 0,1 2-331 0 0,5 17-148 0 0,-1 0-1 0 0,-1 0 1 0 0,4 40-1 0 0,1 7-490 0 0,116 463-109 0 0,-81-366-3383 0 0,-4-11-9612 0 0,-31-126 5317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45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610 22 256 0 0,'0'0'22067'0'0,"9"5"-21475"0"0,26 17-136 0 0,-34-20-414 0 0,1-1 0 0 0,0 1-1 0 0,0 0 1 0 0,-1 0 0 0 0,1 0-1 0 0,-1 0 1 0 0,1 0 0 0 0,-1 0-1 0 0,0 0 1 0 0,0 1-1 0 0,0-1 1 0 0,0 0 0 0 0,0 5-1 0 0,2 2 74 0 0,18 50 45 0 0,-3 1 0 0 0,-2 0-1 0 0,14 119 1 0 0,-28-165-164 0 0,-2 0 0 0 0,0 0 0 0 0,0 0 0 0 0,-1 0 0 0 0,-1 0 0 0 0,-5 19-1 0 0,6-28 12 0 0,-1 0 0 0 0,0-1 0 0 0,1 1 0 0 0,-2-1 0 0 0,1 1 0 0 0,0-1-1 0 0,-1 0 1 0 0,0 0 0 0 0,0 0 0 0 0,0 0 0 0 0,-1 0 0 0 0,1-1 0 0 0,-1 0-1 0 0,0 1 1 0 0,0-1 0 0 0,0-1 0 0 0,0 1 0 0 0,0 0 0 0 0,-1-1 0 0 0,1 0-1 0 0,-9 3 1 0 0,-1-2-1 0 0,0 0 0 0 0,0-1-1 0 0,-1-1 1 0 0,1 0 0 0 0,0-1 0 0 0,-1 0-1 0 0,1-1 1 0 0,-19-4 0 0 0,0-2 9 0 0,0-1 0 0 0,-47-19 1 0 0,36 9-85 0 0,0-2 1 0 0,-42-26 0 0 0,63 33 158 0 0,2-2 0 0 0,0-1 0 0 0,0 0-1 0 0,2-1 1 0 0,-26-30 0 0 0,38 40-3 0 0,1-1 0 0 0,1 0 0 0 0,-1 0 1 0 0,2 0-1 0 0,-1-1 0 0 0,1 1 0 0 0,0-1 0 0 0,0 0 0 0 0,1-1 0 0 0,1 1 0 0 0,0 0 0 0 0,0-1 0 0 0,0 0 0 0 0,1 1 0 0 0,1-1 0 0 0,0 0 0 0 0,0 1 0 0 0,1-1 0 0 0,0 0 0 0 0,0 1 0 0 0,1-1 1 0 0,1 1-1 0 0,0 0 0 0 0,0 0 0 0 0,0 0 0 0 0,1 0 0 0 0,8-13 0 0 0,-5 12-155 0 0,1-1 0 0 0,1 1 1 0 0,0 0-1 0 0,0 1 0 0 0,1 0 0 0 0,0 0 0 0 0,0 1 1 0 0,1 0-1 0 0,0 1 0 0 0,0 1 0 0 0,1-1 1 0 0,0 2-1 0 0,0 0 0 0 0,0 0 0 0 0,1 1 1 0 0,-1 0-1 0 0,1 1 0 0 0,0 1 0 0 0,0 0 1 0 0,0 1-1 0 0,0 0 0 0 0,1 1 0 0 0,-1 1 0 0 0,0 0 1 0 0,0 0-1 0 0,0 2 0 0 0,22 5 0 0 0,-1 5-3631 0 0,0 1 0 0 0,39 24 0 0 0,-32-17-110 0 0,3 2-4327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46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3624 0 0,'15'10'7369'0'0,"-3"1"-3313"0"0,-3 0-2103 0 0,7 8-105 0 0,-4 2-292 0 0,-4 1-452 0 0,1 2-200 0 0,1 0-220 0 0,-4 4-244 0 0,-1-2-124 0 0,-5-1-312 0 0,3-7-248 0 0,-3 5-796 0 0,-3-5-848 0 0,0 1-2360 0 0,-9-2-2693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46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5440 0 0,'2'-4'1184'0'0,"1"0"0"0"0,-1 1 0 0 0,1-1 0 0 0,0 1 0 0 0,0 0 0 0 0,0 0 0 0 0,0 0 0 0 0,1 1 0 0 0,-1-1 0 0 0,1 1 0 0 0,0-1 0 0 0,7-2 0 0 0,-8 4-431 0 0,4 6-268 0 0,14 9-256 0 0,-1 2-1 0 0,28 26 1 0 0,39 45 14 0 0,-27-29 533 0 0,93 116 1 0 0,-139-156-641 0 0,-2 1 0 0 0,0 1 0 0 0,-2-1 1 0 0,0 2-1 0 0,-1-1 0 0 0,-1 1 0 0 0,8 36 0 0 0,-13-47-163 0 0,-1-1 0 0 0,-1 1-1 0 0,0 1 1 0 0,-1-1-1 0 0,0 0 1 0 0,0 0 0 0 0,-1 0-1 0 0,0 0 1 0 0,-1 0 0 0 0,0 0-1 0 0,0 0 1 0 0,-1-1-1 0 0,-1 1 1 0 0,0-1 0 0 0,0 0-1 0 0,0 0 1 0 0,-1 0-1 0 0,-1 0 1 0 0,-6 7 0 0 0,3-5-197 0 0,-1-1 1 0 0,0-1 0 0 0,-1 0 0 0 0,0 0 0 0 0,0-1-1 0 0,-1 0 1 0 0,0-1 0 0 0,-1-1 0 0 0,1 0 0 0 0,-1 0-1 0 0,-1-1 1 0 0,1-1 0 0 0,-23 5 0 0 0,34-9 239 0 0,0 0 1 0 0,0 1 0 0 0,0-1 0 0 0,1 0-1 0 0,-1 0 1 0 0,0 0 0 0 0,0 0 0 0 0,0 0-1 0 0,0-1 1 0 0,-2 0 0 0 0,-2 0 46 0 0,0 1 135 0 0,5 0-168 0 0,0 0 0 0 0,-1 0 1 0 0,1 0-1 0 0,0 0 1 0 0,0 0-1 0 0,-1-1 1 0 0,1 1-1 0 0,0 0 0 0 0,0-1 1 0 0,-1 1-1 0 0,1-1 1 0 0,-2 0-1 0 0,-4-3 398 0 0,6 3-384 0 0,-1 1 68 0 0,0-1 0 0 0,1 0 0 0 0,-1 0 1 0 0,1 1-1 0 0,-1-1 0 0 0,1 0 0 0 0,-1-1 1 0 0,1 1-1 0 0,0 0 0 0 0,-1 0 0 0 0,1-1 0 0 0,0 1 1 0 0,0 0-1 0 0,0-1 0 0 0,-1-2 0 0 0,6-1 189 0 0,-1 2-258 0 0,0 0-1 0 0,1-1 1 0 0,-1 1 0 0 0,1 1 0 0 0,0-1-1 0 0,0 0 1 0 0,0 1 0 0 0,0 0 0 0 0,0 0-1 0 0,0 0 1 0 0,7-2 0 0 0,16-2 9 0 0,-1 1 0 0 0,1 2 0 0 0,0 0 0 0 0,49 2 0 0 0,110 18-377 0 0,-179-16 308 0 0,296 56-1580 0 0,-6 22-5447 0 0,-124-32-726 0 0,-89-24 1133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47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0 2664 0 0,'17'8'5158'0'0,"26"16"-1"0"0,-26-12-2178 0 0,19 16 0 0 0,-16-10-1899 0 0,-2 1-1 0 0,0 0 0 0 0,17 25 0 0 0,-10-6-873 0 0,-1 1 0 0 0,-2 0 1 0 0,32 83-1 0 0,-39-81-113 0 0,15 63 1 0 0,-25-80-225 0 0,-1 0-1 0 0,-1 0 1 0 0,-1 1-1 0 0,-1 29 1 0 0,-2-50 146 0 0,1-1 0 0 0,0 1-1 0 0,-1 0 1 0 0,0-1 0 0 0,0 1 0 0 0,0-1 0 0 0,0 1 0 0 0,0-1 0 0 0,-1 1 0 0 0,0-1-1 0 0,1 0 1 0 0,-4 4 0 0 0,0-6 204 0 0,-10 0 22 0 0,2-4-29 0 0,-23-12 25 0 0,0-2 0 0 0,1-1 0 0 0,-33-24 0 0 0,20 9 100 0 0,-68-61-1 0 0,87 66-263 0 0,0-1 0 0 0,-45-62 0 0 0,60 72 25 0 0,2-1 1 0 0,0-1-1 0 0,1 0 1 0 0,1 0-1 0 0,1-1 1 0 0,-8-29-1 0 0,16 47-62 0 0,0 1 1 0 0,1-1-1 0 0,-1 0 0 0 0,1 0 0 0 0,0 0 1 0 0,0 1-1 0 0,0-1 0 0 0,0 0 0 0 0,1 0 1 0 0,-1 0-1 0 0,3-6 0 0 0,-2 9-49 0 0,0-1-1 0 0,-1 0 1 0 0,1 0-1 0 0,0 0 1 0 0,1 1-1 0 0,-1-1 1 0 0,0 1-1 0 0,0-1 1 0 0,1 1-1 0 0,-1-1 0 0 0,1 1 1 0 0,-1 0-1 0 0,1-1 1 0 0,-1 1-1 0 0,1 0 1 0 0,0 0-1 0 0,0 0 1 0 0,-1 1-1 0 0,1-1 1 0 0,0 0-1 0 0,0 1 1 0 0,0-1-1 0 0,3 0 1 0 0,4 0-173 0 0,1 1 1 0 0,-1-1 0 0 0,0 2-1 0 0,1-1 1 0 0,-1 1-1 0 0,13 3 1 0 0,54 19-1275 0 0,-75-23 1428 0 0,161 63-9999 0 0,-115-43 5789 0 0,-2-3-3049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4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8717 0 0,'0'0'11153'0'0,"10"14"-8185"0"0,-8 13-1988 0 0,2-7-340 0 0,-2 11-300 0 0,2 2-228 0 0,2-3-352 0 0,-1 4-516 0 0,5 4-1592 0 0,2-6-2116 0 0,-1-5 1367 0 0,1-2-851 0 0,4-7-3349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48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38 4112 0 0,'2'-3'845'0'0,"0"0"0"0"0,0 0-1 0 0,0 1 1 0 0,1-1 0 0 0,-1 1-1 0 0,1-1 1 0 0,-1 1 0 0 0,1 0-1 0 0,0 0 1 0 0,0 0 0 0 0,0 0 0 0 0,0 1-1 0 0,0-1 1 0 0,0 1 0 0 0,0 0-1 0 0,1 0 1 0 0,-1 0 0 0 0,0 0-1 0 0,4 0 1 0 0,-1 4-144 0 0,7 4-439 0 0,-1 1 1 0 0,0 1-1 0 0,0 0 0 0 0,-1 1 0 0 0,13 13 0 0 0,-3-1 165 0 0,30 43 0 0 0,-39-42-215 0 0,-11-21-82 0 0,-1 1 48 0 0,0 11 4 0 0,0-10 64 0 0,-1-4-234 0 0,0 0 1 0 0,1 0-1 0 0,-1 0 0 0 0,0 0 0 0 0,0 0 0 0 0,1 0 0 0 0,-1 0 0 0 0,0 0 0 0 0,1 1 1 0 0,-1-1-1 0 0,1 0 0 0 0,-1 0 0 0 0,0 1 0 0 0,1-1 0 0 0,-1 0 0 0 0,1 1 1 0 0,-2 0-1 0 0,2-1-5 0 0,-1 1 1 0 0,0-1-1 0 0,0 1 1 0 0,1-1-1 0 0,-1 1 1 0 0,0-1 0 0 0,0 0-1 0 0,0 0 1 0 0,0 1-1 0 0,1-1 1 0 0,-1 0-1 0 0,0 0 1 0 0,0 0 0 0 0,0 0-1 0 0,0 0 1 0 0,0 0-1 0 0,0 0 1 0 0,0 0-1 0 0,1 0 1 0 0,-1 0-1 0 0,-1-1 1 0 0,-43-5 315 0 0,31 3-255 0 0,-2 2-57 0 0,8 2-17 0 0,-30 5-275 0 0,33-3 115 0 0,-3 7-16 0 0,8-9 175 0 0,-1 0 0 0 0,1-1 0 0 0,0 1 0 0 0,-1 0 0 0 0,1-1 0 0 0,0 1 0 0 0,0 0 0 0 0,-1 0 0 0 0,1-1 0 0 0,0 1 0 0 0,0 0-1 0 0,0 0 1 0 0,0-1 0 0 0,0 1 0 0 0,0 0 0 0 0,0 0 0 0 0,0 0 0 0 0,0-1 0 0 0,0 1 0 0 0,0 0 0 0 0,1 1 0 0 0,-1-1-10 0 0,3 8-3 0 0,4 4 77 0 0,0-1-1 0 0,1 0 0 0 0,0-1 0 0 0,0 1 0 0 0,21 19 1 0 0,63 51 978 0 0,-56-52-631 0 0,-31-26-348 0 0,57 50 918 0 0,64 70 0 0 0,-116-113-868 0 0,0 0 0 0 0,-1 1 0 0 0,-1 1 0 0 0,1 0 0 0 0,6 15-1 0 0,-14-25-110 0 0,1 0 0 0 0,-1-1 0 0 0,0 1 0 0 0,0 0-1 0 0,-1 0 1 0 0,1 0 0 0 0,-1 0 0 0 0,1 0 0 0 0,-1 0-1 0 0,0 1 1 0 0,0-1 0 0 0,0 0 0 0 0,0 0 0 0 0,-1 0-1 0 0,1 0 1 0 0,-1 0 0 0 0,0 0 0 0 0,0 0 0 0 0,0 0-1 0 0,0 0 1 0 0,-1-1 0 0 0,1 1 0 0 0,-1 0 0 0 0,1-1-1 0 0,-1 1 1 0 0,0-1 0 0 0,0 1 0 0 0,0-1 0 0 0,0 0-1 0 0,-1 0 1 0 0,-4 3 0 0 0,-1 1-138 0 0,-1-1-1 0 0,1-1 1 0 0,-1 1 0 0 0,0-2 0 0 0,-1 1-1 0 0,1-1 1 0 0,0 0 0 0 0,-13 1 0 0 0,-84 7-3613 0 0,57-10-628 0 0,-1-1 1 0 0,-95-14-1 0 0,70 0-3952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49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663 1 2856 0 0,'-25'32'5011'0'0,"20"-25"-1686"0"0,4-5-783 0 0,-5 30 1151 0 0,4-24-3274 0 0,0 1 0 0 0,0-1 0 0 0,1 16 1 0 0,16 219 2320 0 0,-2-71-2021 0 0,-12-132-600 0 0,-8 54-1 0 0,7-91-102 0 0,-5 26 0 0 0,4-27 17 0 0,1 0 0 0 0,-1 0 0 0 0,0-1 0 0 0,0 1 0 0 0,0 0 0 0 0,0 0-1 0 0,0-1 1 0 0,0 1 0 0 0,0 0 0 0 0,-1-1 0 0 0,1 0 0 0 0,0 1 0 0 0,-4 2 0 0 0,-7 3 205 0 0,5-5-4 0 0,-2-3-151 0 0,-1-1 0 0 0,1 0 0 0 0,-1 0 0 0 0,1-1 0 0 0,0 0 0 0 0,0-1 0 0 0,0 0 0 0 0,-9-6 0 0 0,-68-47 234 0 0,76 49-284 0 0,-37-26 80 0 0,2-3-1 0 0,2-1 1 0 0,1-3 0 0 0,2-1 0 0 0,-50-67 0 0 0,72 83 6 0 0,2-1 0 0 0,1-1 1 0 0,0 0-1 0 0,-18-55 0 0 0,31 79-100 0 0,1-1 1 0 0,0 0-1 0 0,0 1 1 0 0,0-1-1 0 0,1 0 1 0 0,-1 0-1 0 0,1 0 0 0 0,0 1 1 0 0,1-1-1 0 0,-1 0 1 0 0,1 0-1 0 0,0 1 0 0 0,0-1 1 0 0,0 0-1 0 0,4-7 1 0 0,-3 9-43 0 0,0 0 1 0 0,0 0 0 0 0,0 1 0 0 0,0-1-1 0 0,1 0 1 0 0,-1 1 0 0 0,1-1 0 0 0,-1 1-1 0 0,1 0 1 0 0,0 0 0 0 0,0 0-1 0 0,0 0 1 0 0,0 1 0 0 0,1-1 0 0 0,-1 1-1 0 0,0-1 1 0 0,1 1 0 0 0,-1 0 0 0 0,1 1-1 0 0,-1-1 1 0 0,6 0 0 0 0,5 0-232 0 0,0 1-1 0 0,-1 1 1 0 0,1 0 0 0 0,0 0 0 0 0,18 5 0 0 0,66 24-2498 0 0,90 53-9115 0 0,-131-54 4815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49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0 4328 0 0,'0'0'17374'0'0,"-14"31"-16162"0"0,2-11-996 0 0,3-6-320 0 0,3 0-772 0 0,-3-1-3728 0 0,3 1 1355 0 0,-2 3-8288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0:50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1832 0 0,'0'0'19145'0'0,"0"13"-18653"0"0,0 0-376 0 0,0 12 135 0 0,-4 27 0 0 0,2-32-131 0 0,1 0 0 0 0,1 1 0 0 0,1-1 1 0 0,1 1-1 0 0,0-1 0 0 0,2 0 0 0 0,9 32 0 0 0,-9-38-44 0 0,2-1 1 0 0,-1 0-1 0 0,2 0 1 0 0,0 0 0 0 0,0-1-1 0 0,1 0 1 0 0,1-1-1 0 0,0 1 1 0 0,0-2 0 0 0,1 1-1 0 0,18 14 1 0 0,-6-8 64 0 0,1-2 1 0 0,42 23-1 0 0,-54-33-115 0 0,0 0-1 0 0,0 0 0 0 0,1-1 1 0 0,0-1-1 0 0,0 0 1 0 0,0 0-1 0 0,0-1 1 0 0,16 0-1 0 0,-22-2-38 0 0,0 0-1 0 0,0-1 0 0 0,0 1 0 0 0,10-4 1 0 0,-11 3-28 0 0,-3 0 17 0 0,0 1-1 0 0,0-1 1 0 0,0 0 0 0 0,0 0-1 0 0,-1 0 1 0 0,1 0 0 0 0,0 0-1 0 0,0 0 1 0 0,-1 0 0 0 0,1-1-1 0 0,-1 1 1 0 0,1 0 0 0 0,-1-1-1 0 0,0 0 1 0 0,2-2 0 0 0,0 0-15 0 0,-1 0 1 0 0,1-1-1 0 0,-1 1 1 0 0,0 0-1 0 0,-1-1 1 0 0,1 1-1 0 0,-1-1 1 0 0,0 0-1 0 0,0 1 1 0 0,0-10-1 0 0,-1 4 114 0 0,0 0 0 0 0,-1 1 0 0 0,-1-1 0 0 0,-3-15 1 0 0,-1 1 138 0 0,2 5 228 0 0,-1 0 0 0 0,-1 1 1 0 0,0-1-1 0 0,-14-26 0 0 0,18 43-293 0 0,2 1-104 0 0,-1 0 0 0 0,1 0-1 0 0,-1 0 1 0 0,1 0-1 0 0,-1 0 1 0 0,0 0-1 0 0,1 0 1 0 0,-1 0-1 0 0,0 1 1 0 0,0-1-1 0 0,0 0 1 0 0,0 0-1 0 0,-1 0 1 0 0,-4 4 65 0 0,3-1-95 0 0,0 0 0 0 0,0 0 0 0 0,0 0 0 0 0,0 0 0 0 0,0 1 1 0 0,1-1-1 0 0,-1 1 0 0 0,1 0 0 0 0,0 0 0 0 0,-1 0 0 0 0,1 0 0 0 0,0 0 0 0 0,1 0 0 0 0,-3 5 1 0 0,-10 33-7 0 0,3 0-1 0 0,1 1 1 0 0,-7 69 0 0 0,4 131-1536 0 0,20 64-9042 0 0,4-214 6035 0 0,7-4-3720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32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15601 346 5737 0 0,'-11'-30'11439'0'0,"7"23"-11468"0"0,-1 3 1142 0 0,-5 1-701 0 0,-1 1 0 0 0,1 0-1 0 0,-1 0 1 0 0,1 1 0 0 0,-1 1-1 0 0,1 0 1 0 0,-1 0-1 0 0,1 1 1 0 0,-15 3 0 0 0,-79 11 135 0 0,-269 29 30 0 0,-34-46-378 0 0,0-38 73 0 0,91 5-86 0 0,-325 7 0 0 0,409 31-119 0 0,-169-1-47 0 0,-1-18-124 0 0,-333-74 335 0 0,627 75-151 0 0,-32-4 56 0 0,-252-2 0 0 0,-31 50 10 0 0,410-27-139 0 0,-464 53-3 0 0,-3-39 17 0 0,111-39 310 0 0,-3 1-206 0 0,279 20-86 0 0,0 3-1 0 0,1 5 0 0 0,-1 4 0 0 0,2 4 0 0 0,0 4 1 0 0,-111 37-1 0 0,-102 60 25 0 0,48-17-84 0 0,-8-18 241 0 0,159-59-75 0 0,-1-4 0 0 0,0-5-1 0 0,-1-5 1 0 0,-117-6 0 0 0,23-14 148 0 0,-251-50 0 0 0,254 27-60 0 0,-610-99 155 0 0,528 95-383 0 0,-1028-154-320 0 0,524 83 188 0 0,636 98 53 0 0,-282 10 0 0 0,-146 60-47 0 0,288-10 368 0 0,-38 4-126 0 0,263-45-179 0 0,0-3 1 0 0,-64-6 0 0 0,0-8-1769 0 0,2-5-4265 0 0,107 13 3950 0 0,0-1 0 0 0,0 0 0 0 0,-26-10 0 0 0,3-5-6113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34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52 912 0 0,'-2'-4'638'0'0,"-5"-6"9322"0"0,11 6-8441 0 0,12-11-270 0 0,-11 11-380 0 0,-2 3-172 0 0,26-10 1915 0 0,-26 10-1815 0 0,1 1-117 0 0,0-1-508 0 0,-2 1-122 0 0,-1 0 1 0 0,0-1-1 0 0,0 1 0 0 0,1 0 1 0 0,-1 0-1 0 0,0 0 0 0 0,1 0 1 0 0,-1 0-1 0 0,0 0 0 0 0,0 1 0 0 0,1-1 1 0 0,-1 0-1 0 0,0 1 0 0 0,0-1 1 0 0,3 1-1 0 0,3 3 77 0 0,-1 0 0 0 0,1 1 1 0 0,0-1-1 0 0,-1 1 0 0 0,0 0 0 0 0,0 1 1 0 0,-1 0-1 0 0,1 0 0 0 0,-1 0 0 0 0,0 0 1 0 0,-1 1-1 0 0,0-1 0 0 0,5 11 0 0 0,-1-1-25 0 0,-1 0 0 0 0,0 0-1 0 0,-2 1 1 0 0,0 0 0 0 0,4 23-1 0 0,-7-29-105 0 0,-1 1-1 0 0,0 0 0 0 0,0-1 1 0 0,-1 1-1 0 0,-1 0 0 0 0,0-1 0 0 0,0 1 1 0 0,-1-1-1 0 0,-1 1 0 0 0,-4 13 0 0 0,5-22 2 0 0,1 0 0 0 0,0 1-1 0 0,-1-1 1 0 0,0 0 0 0 0,0 0-1 0 0,0 0 1 0 0,0 0 0 0 0,0-1-1 0 0,-4 4 1 0 0,4-4 2 0 0,2-1 3 0 0,-1 0 0 0 0,0 0 0 0 0,0 0 1 0 0,0 0-1 0 0,-1-1 0 0 0,1 1 0 0 0,0 0 1 0 0,0-1-1 0 0,0 1 0 0 0,0 0 0 0 0,-1-1 0 0 0,1 0 1 0 0,-3 1-1 0 0,0 0 6 0 0,3 0-2 0 0,0 0 1 0 0,0-1-1 0 0,0 1 0 0 0,0-1 0 0 0,-1 0 1 0 0,1 1-1 0 0,0-1 0 0 0,0 0 0 0 0,-1 1 0 0 0,1-1 1 0 0,0 0-1 0 0,-1 0 0 0 0,1 0 0 0 0,0 0 1 0 0,-2-1-1 0 0,-1 1 15 0 0,-3 0 8 0 0,1 0 0 0 0,0 0 0 0 0,0-1-1 0 0,0 0 1 0 0,-1 0 0 0 0,1 0 0 0 0,0-1-1 0 0,0 0 1 0 0,-10-5 0 0 0,0-1 114 0 0,-28-20 1 0 0,42 26-128 0 0,-4-2 53 0 0,0 0 1 0 0,0 0 0 0 0,1-1 0 0 0,-1 0 0 0 0,1 0 0 0 0,0 0 0 0 0,1-1 0 0 0,-1 0 0 0 0,1 1 0 0 0,1-2 0 0 0,-1 1 0 0 0,1 0 0 0 0,0-1-1 0 0,0 1 1 0 0,-2-11 0 0 0,5 8 166 0 0,1 3-153 0 0,1 0-1 0 0,0 0 0 0 0,1 0 0 0 0,-1 1 0 0 0,1-1 1 0 0,0 1-1 0 0,0 0 0 0 0,1 0 0 0 0,0 0 0 0 0,0 0 1 0 0,0 1-1 0 0,0-1 0 0 0,10-6 0 0 0,-5 4-44 0 0,0 1 0 0 0,1 1-1 0 0,0 0 1 0 0,1 0 0 0 0,-1 1 0 0 0,1 0-1 0 0,-1 1 1 0 0,1 0 0 0 0,0 1 0 0 0,22-2-1 0 0,-7 2-364 0 0,0 2 0 0 0,1 0-1 0 0,39 7 1 0 0,-44-2-1609 0 0,0 0 1 0 0,27 10-1 0 0,8 3-7359 0 0,-30-12 1580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34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0 3984 0 0,'0'0'7461'0'0,"-10"9"-1176"0"0,2 8-4321 0 0,5 0-488 0 0,3 3-284 0 0,-3 11-220 0 0,0 2-240 0 0,3 3-264 0 0,0 0-168 0 0,-3-1-172 0 0,3 1-300 0 0,-3-2-424 0 0,1-4-1440 0 0,-6-5-2568 0 0,8-9 1355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35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7233 0 0,'0'0'10125'0'0,"0"3"-8568"0"0,-1 18 204 0 0,1 20 0 0 0,0 2-1059 0 0,-1-17-378 0 0,-5 214-183 0 0,8-214-21 0 0,-2-25-112 0 0,0 0 1 0 0,0 0 0 0 0,0-1-1 0 0,0 1 1 0 0,0 0 0 0 0,1 0 0 0 0,-1 0-1 0 0,0 0 1 0 0,0 0 0 0 0,1-1 0 0 0,-1 1-1 0 0,1 0 1 0 0,-1 0 0 0 0,0 0 0 0 0,1-1-1 0 0,-1 1 1 0 0,1 0 0 0 0,1 0 0 0 0,-1 1 25 0 0,0-1-25 0 0,-1 0 1 0 0,1-1 0 0 0,-1 1 0 0 0,0-1 0 0 0,1 1 0 0 0,-1-1 0 0 0,1 1-1 0 0,-1-1 1 0 0,1 1 0 0 0,-1-1 0 0 0,1 0 0 0 0,0 1 0 0 0,-1-1 0 0 0,1 0-1 0 0,-1 1 1 0 0,1-1 0 0 0,0 0 0 0 0,-1 0 0 0 0,1 0 0 0 0,0 1 0 0 0,-1-1-1 0 0,2 0 1 0 0,-1 0 27 0 0,5 0 139 0 0,7-2-88 0 0,-1-1 1 0 0,0-1-1 0 0,1 0 0 0 0,-2-1 0 0 0,1 0 1 0 0,13-9-1 0 0,70-47 138 0 0,-83 52-234 0 0,217-136 223 0 0,-215 138-223 0 0,-11 6 56 0 0,-10 8-10 0 0,4-3-35 0 0,-12 10 64 0 0,1 1-1 0 0,0 1 1 0 0,-14 22 0 0 0,16-15 17 0 0,0 2 0 0 0,2-1 0 0 0,1 1 1 0 0,0 1-1 0 0,2 0 0 0 0,1 0 1 0 0,-3 36-1 0 0,-1 192-317 0 0,9-135-860 0 0,-3 38-2746 0 0,-6 0-7082 0 0,7-110 3331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37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496 329 1296 0 0,'2'-1'2154'0'0,"2"-3"-885"0"0,0 2 0 0 0,1-1 0 0 0,-1 0 0 0 0,1 1 0 0 0,0 0 0 0 0,5-2 0 0 0,13 0 1177 0 0,-19 4-1721 0 0,0 0-24 0 0,14 2-6 0 0,-13-1-11 0 0,-1 0-34 0 0,67 23 1647 0 0,-68-23-2070 0 0,7 3 275 0 0,-8-3-409 0 0,1 0 889 0 0,0 0-716 0 0,9 2 215 0 0,-11-3-376 0 0,0 0 1 0 0,-1 0 0 0 0,1 1-1 0 0,0-1 1 0 0,0 0 0 0 0,0 1 0 0 0,0-1-1 0 0,-1 0 1 0 0,1 1 0 0 0,0-1 0 0 0,0 1-1 0 0,-1-1 1 0 0,1 1 0 0 0,0 0-1 0 0,-1-1 1 0 0,1 1 0 0 0,-1 0 0 0 0,2 1-1 0 0,0 12-43 0 0,-1-11 164 0 0,-3 3-162 0 0,-19 48 94 0 0,-11 21 443 0 0,19-43-423 0 0,-1-1 0 0 0,-2 0 0 0 0,0 0 0 0 0,-26 33-1 0 0,30-48-155 0 0,-1-1 0 0 0,0 0 0 0 0,-2-1 0 0 0,-16 14 0 0 0,25-23-18 0 0,0-1 0 0 0,-1 0 1 0 0,1 0-1 0 0,-1-1 1 0 0,0 0-1 0 0,0 0 0 0 0,-1 0 1 0 0,1-1-1 0 0,0 0 0 0 0,-1 0 1 0 0,1-1-1 0 0,-1 0 0 0 0,0-1 1 0 0,-7 1-1 0 0,0-3-12 0 0,1 0-1 0 0,0 0 1 0 0,0-1-1 0 0,0-1 1 0 0,1-1-1 0 0,-1 0 1 0 0,1 0 0 0 0,0-1-1 0 0,1-1 1 0 0,-1 0-1 0 0,1-1 1 0 0,-14-12-1 0 0,10 7 9 0 0,1 0 0 0 0,1-1 0 0 0,0-1 1 0 0,1-1-1 0 0,0 0 0 0 0,2 0 0 0 0,0-1 0 0 0,-10-21 0 0 0,12 19 53 0 0,2-1-1 0 0,0 0 1 0 0,1 0 0 0 0,1 0 0 0 0,1-1 0 0 0,0 1 0 0 0,2-1 0 0 0,1 0-1 0 0,0 0 1 0 0,4-27 0 0 0,-2 30 49 0 0,2 1 0 0 0,0-1-1 0 0,1 1 1 0 0,1 0 0 0 0,0 1 0 0 0,1-1 0 0 0,1 1 0 0 0,1 0-1 0 0,0 0 1 0 0,1 1 0 0 0,0 1 0 0 0,20-24 0 0 0,-20 29-76 0 0,1 0 0 0 0,1 0 1 0 0,0 1-1 0 0,0 0 1 0 0,0 1-1 0 0,1 0 0 0 0,0 1 1 0 0,0 1-1 0 0,1-1 1 0 0,0 2-1 0 0,25-6 0 0 0,-17 6-3 0 0,-1 1 0 0 0,1 0 0 0 0,-1 2 0 0 0,1 1 0 0 0,0 0-1 0 0,-1 2 1 0 0,24 4 0 0 0,-28-3-18 0 0,-1 1-1 0 0,1 1 1 0 0,-1 1 0 0 0,0 0 0 0 0,-1 1-1 0 0,0 1 1 0 0,0 0 0 0 0,0 1-1 0 0,-1 0 1 0 0,19 18 0 0 0,-15-11-207 0 0,-1 1-1 0 0,-1 0 1 0 0,0 2 0 0 0,-1-1-1 0 0,-1 2 1 0 0,17 35 0 0 0,-25-44-387 0 0,0 0 0 0 0,-1 0-1 0 0,-1 0 1 0 0,4 19 0 0 0,-4-4-4138 0 0,-2 0-4977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37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1704 0 0,'19'9'8137'0'0,"-7"1"-3433"0"0,-1 2-2447 0 0,5 5-373 0 0,-2 5-376 0 0,-2 4-368 0 0,-3 1-172 0 0,0 1-372 0 0,-3 1-276 0 0,-3-2-408 0 0,-6-3-220 0 0,0 3-700 0 0,-3 1-3512 0 0,-6-6 1355 0 0,6-5-747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38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2704 0 0,'8'1'3021'0'0,"1"0"0"0"0,0 0 0 0 0,14 6 0 0 0,-20-6-2568 0 0,1 1 1 0 0,-1-1 0 0 0,0 1 0 0 0,1 0 0 0 0,-1 0 0 0 0,0 0 0 0 0,0 1 0 0 0,0-1 0 0 0,-1 1 0 0 0,1-1 0 0 0,3 6 0 0 0,1 2-97 0 0,-2 1 1 0 0,1-1-1 0 0,-1 1 1 0 0,-1 0 0 0 0,0 0-1 0 0,-1 0 1 0 0,4 20 0 0 0,6 82 702 0 0,-13-112-1052 0 0,5 110 867 0 0,-13 162 1 0 0,4-233-898 0 0,-2 1 0 0 0,-3-2 0 0 0,-13 43-1 0 0,14-63 134 0 0,8-18-98 0 0,0 0 0 0 0,-1 0 0 0 0,1 0 0 0 0,0-1 0 0 0,-1 1 0 0 0,1 0 0 0 0,-1 0 0 0 0,0-1 0 0 0,1 1 0 0 0,-1 0 0 0 0,1-1 0 0 0,-1 1 0 0 0,0-1 0 0 0,1 1 0 0 0,-1-1 0 0 0,0 1 0 0 0,0-1 0 0 0,0 1 0 0 0,1-1 0 0 0,-3 1 0 0 0,-1-6 58 0 0,1 2-64 0 0,-1-1-2 0 0,-1-1-1 0 0,0 0 0 0 0,1-1 0 0 0,0 1 0 0 0,1-1 0 0 0,-1 0 0 0 0,1 0 0 0 0,-3-6 0 0 0,2 1-62 0 0,1 0 0 0 0,0-1 1 0 0,1 1-1 0 0,0-1 0 0 0,0 1 0 0 0,2-1 0 0 0,-1 0 1 0 0,1 1-1 0 0,1-1 0 0 0,2-14 0 0 0,-2 20 51 0 0,1 0-1 0 0,0 0 1 0 0,0 0 0 0 0,0 0-1 0 0,0 1 1 0 0,1-1 0 0 0,0 1-1 0 0,0-1 1 0 0,1 1 0 0 0,0 0-1 0 0,0 0 1 0 0,0 0 0 0 0,0 1-1 0 0,0 0 1 0 0,1-1 0 0 0,0 2-1 0 0,0-1 1 0 0,0 0 0 0 0,1 1-1 0 0,-1 0 1 0 0,7-2 0 0 0,-1 1 14 0 0,1 0 1 0 0,-1 1-1 0 0,0 1 1 0 0,1 0-1 0 0,0 1 1 0 0,0 0-1 0 0,-1 1 0 0 0,1 0 1 0 0,0 0-1 0 0,0 2 1 0 0,-1-1-1 0 0,13 4 1 0 0,11 5-76 0 0,0 1 0 0 0,53 24 0 0 0,-62-23-389 0 0,-1 1 1 0 0,-1 1-1 0 0,38 29 0 0 0,-43-28-2343 0 0,-2 0 0 0 0,25 29-1 0 0,-17-14-1700 0 0,-1-3-3431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39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 1664 0 0,'0'0'9486'0'0,"3"0"-6755"0"0,28 4 1248 0 0,-14 1-2836 0 0,0 1-1 0 0,20 10 0 0 0,-34-15-923 0 0,11 5 754 0 0,22 6 0 0 0,-24-9-549 0 0,-1 1-1 0 0,1 0 1 0 0,15 9-1 0 0,-18-7-305 0 0,0 0-1 0 0,0 0 1 0 0,-1 1-1 0 0,0 0 1 0 0,0 1-1 0 0,-1-1 1 0 0,0 2-1 0 0,-1-1 1 0 0,0 1-1 0 0,0 0 1 0 0,0 0-1 0 0,-1 1 1 0 0,-1-1-1 0 0,0 1 1 0 0,0 0-1 0 0,3 15 1 0 0,-3-9-125 0 0,-1 0 0 0 0,-1 0 0 0 0,0 0 0 0 0,-1 1 0 0 0,-1-1 0 0 0,-1 1 0 0 0,0-1 0 0 0,-1 0 1 0 0,-1 0-1 0 0,-6 20 0 0 0,5-19-41 0 0,-2-1 0 0 0,0 0 0 0 0,-1-1 0 0 0,-1 1 1 0 0,0-2-1 0 0,-1 1 0 0 0,0-1 0 0 0,-1 0 0 0 0,-1-1 0 0 0,0 0 1 0 0,-20 16-1 0 0,-3 1 2 0 0,-94 86 23 0 0,104-91-91 0 0,1 0-1 0 0,-39 57 1 0 0,57-74-11 0 0,0-1 0 0 0,0 1 0 0 0,1 0-1 0 0,1 0 1 0 0,-1 0 0 0 0,-3 16 0 0 0,6-21 94 0 0,2 0 9 0 0,1 0 20 0 0,-2-2-1 0 0,1 0 1 0 0,-1 1 0 0 0,1-1-1 0 0,-1 0 1 0 0,0 0 0 0 0,1 0-1 0 0,-1 0 1 0 0,0 0 0 0 0,0 0 0 0 0,0 1-1 0 0,0 1 1 0 0,3-1-8 0 0,12 3-20 0 0,0 0 1 0 0,0-1-1 0 0,1 0 1 0 0,-1-1-1 0 0,21 1 0 0 0,-29-3-27 0 0,28 0-135 0 0,2-1 28 0 0,-33 0 123 0 0,0-1 8 0 0,12-1 1 0 0,-12 1 16 0 0,-1 1-2 0 0,8-2-2 0 0,-8 1 0 0 0,-1 0-17 0 0,0-1 21 0 0,0 1 0 0 0,-1-1 0 0 0,1 1-1 0 0,-1-1 1 0 0,0 1 0 0 0,1-1 0 0 0,-1 0 0 0 0,0 1 0 0 0,0-1 0 0 0,1-4 0 0 0,-1 4-15 0 0,-3-3-1619 0 0,-2-4 1306 0 0,-3-8-3824 0 0,-3-6-4631 0 0,3 1 2423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40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3 2880 0 0,'3'1'10179'0'0,"9"0"-7855"0"0,-10-1-731 0 0,3 0-309 0 0,53-4 2846 0 0,-55 3-3660 0 0,2 1-250 0 0,-1 1-130 0 0,1-1 1 0 0,-1 1-1 0 0,1 0 0 0 0,-1 0 1 0 0,0 0-1 0 0,0 0 0 0 0,0 1 0 0 0,0 0 1 0 0,0 0-1 0 0,0 0 0 0 0,0 0 1 0 0,0 1-1 0 0,-1-1 0 0 0,1 1 0 0 0,-1 0 1 0 0,4 4-1 0 0,0 2 6 0 0,-1 1 0 0 0,0-1 0 0 0,-1 2 0 0 0,0-1 0 0 0,0 0-1 0 0,4 16 1 0 0,0 5 108 0 0,4 33-1 0 0,-4-4-98 0 0,-2 0 0 0 0,-3 0 0 0 0,-2 1 1 0 0,-4 0-1 0 0,-2-1 0 0 0,-15 81 0 0 0,11-111-79 0 0,-1 0-1 0 0,-1 0 0 0 0,-1-1 1 0 0,-2-1-1 0 0,-1 0 1 0 0,-34 51-1 0 0,45-74-29 0 0,-1 0 1 0 0,0 0-1 0 0,0 0 0 0 0,0 0 0 0 0,-1-1 0 0 0,1 0 1 0 0,-1 0-1 0 0,0 0 0 0 0,0 0 0 0 0,0-1 0 0 0,-1 0 1 0 0,1 0-1 0 0,-1 0 0 0 0,0-1 0 0 0,0 0 0 0 0,0 0 1 0 0,0 0-1 0 0,0-1 0 0 0,0 0 0 0 0,0 0 0 0 0,-1 0 1 0 0,1-1-1 0 0,0 0 0 0 0,0 0 0 0 0,-1-1 0 0 0,1 0 1 0 0,0 0-1 0 0,-7-2 0 0 0,-2-2-26 0 0,1 0 1 0 0,0-1-1 0 0,0 0 0 0 0,1-1 0 0 0,0-1 1 0 0,0 0-1 0 0,1-1 0 0 0,0 0 0 0 0,-17-17 1 0 0,16 12 44 0 0,1-1 1 0 0,0 0 0 0 0,0-1-1 0 0,2-1 1 0 0,0 1-1 0 0,-14-35 1 0 0,14 25 102 0 0,1-1-1 0 0,1-1 1 0 0,2 1-1 0 0,1-1 1 0 0,1 0-1 0 0,1-1 1 0 0,1 1-1 0 0,2 0 1 0 0,1-1-1 0 0,5-35 1 0 0,-2 42 25 0 0,1 0 0 0 0,1 0 1 0 0,1 1-1 0 0,1-1 0 0 0,1 2 1 0 0,1-1-1 0 0,0 1 0 0 0,2 1 1 0 0,22-31-1 0 0,-24 38-100 0 0,0 0-1 0 0,1 1 1 0 0,0 0-1 0 0,1 0 1 0 0,0 1 0 0 0,1 1-1 0 0,0 0 1 0 0,0 1-1 0 0,1 0 1 0 0,0 1 0 0 0,0 1-1 0 0,1 0 1 0 0,0 1-1 0 0,26-6 1 0 0,-30 10-109 0 0,0 0 1 0 0,0 0-1 0 0,0 1 0 0 0,0 1 1 0 0,-1 0-1 0 0,1 0 0 0 0,0 1 1 0 0,0 0-1 0 0,-1 1 0 0 0,1 0 1 0 0,-1 1-1 0 0,0 0 0 0 0,0 1 1 0 0,0 0-1 0 0,11 8 0 0 0,-9-5-601 0 0,0 1-1 0 0,-1 0 1 0 0,0 1 0 0 0,14 17-1 0 0,-15-16-1354 0 0,-1 1 0 0 0,-1 0 0 0 0,0 1 1 0 0,8 17-1 0 0,-6-8-2476 0 0,1-1-3421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40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5208 0 0,'0'0'7329'0'0,"11"17"-1652"0"0,-5 8-3861 0 0,-2-8-440 0 0,-4 2-408 0 0,2 2-288 0 0,2 7-228 0 0,-4 1-220 0 0,0-4-252 0 0,3-5-308 0 0,-3 1-584 0 0,3-3-3772 0 0,-3-2 1351 0 0,3 7-8368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41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4840 0 0,'53'-26'11711'0'0,"-47"24"-10960"0"0,0-1 0 0 0,0 1 0 0 0,1 1 0 0 0,-1-1 0 0 0,0 1 1 0 0,11-1-1 0 0,-6 5 317 0 0,3 1-795 0 0,0 1 0 0 0,0 1 0 0 0,0 0-1 0 0,-1 1 1 0 0,21 14 0 0 0,-15-5-232 0 0,0 1 0 0 0,-2 1 0 0 0,0 0 0 0 0,-1 1 0 0 0,-1 1 0 0 0,18 30 0 0 0,1 10-57 0 0,27 68-1 0 0,-52-107 83 0 0,-1 0 1 0 0,-1 1-1 0 0,-1 0 0 0 0,-1 0 0 0 0,-1 0 0 0 0,2 31 0 0 0,-5-39-5 0 0,-1 1-1 0 0,-1-1 0 0 0,0 1 0 0 0,-1-1 1 0 0,0 1-1 0 0,-1-1 0 0 0,-1 0 0 0 0,-1 0 1 0 0,1-1-1 0 0,-2 1 0 0 0,-7 12 0 0 0,-44 60-376 0 0,34-54-97 0 0,-23 43 1 0 0,40-65 369 0 0,2 0 0 0 0,-1 0 0 0 0,2 0 0 0 0,-1 1-1 0 0,1-1 1 0 0,1 1 0 0 0,0 0 0 0 0,0 0 0 0 0,1 11 0 0 0,1-12 70 0 0,1 0 1 0 0,0 0 0 0 0,1 0-1 0 0,0 0 1 0 0,0 0 0 0 0,1-1 0 0 0,0 1-1 0 0,8 14 1 0 0,-9-21-14 0 0,1-10-427 0 0,0 0 380 0 0,0 0-1 0 0,-1 0 1 0 0,1 0-1 0 0,-1-1 1 0 0,-1 1-1 0 0,0 0 1 0 0,1-11-1 0 0,-5-33 8 0 0,-2 0 0 0 0,-12-53 1 0 0,13 81 29 0 0,-43-165 240 0 0,28 122-43 0 0,-16-104 0 0 0,33 159-272 0 0,2 0 1 0 0,-1 0-1 0 0,1 0 1 0 0,1 0-1 0 0,0 0 1 0 0,0 1-1 0 0,4-12 1 0 0,-3 15-600 0 0,1-1 0 0 0,0 0 0 0 0,7-13 0 0 0,-5 14-713 0 0,0 0-1 0 0,0 0 1 0 0,0 0-1 0 0,7-5 1 0 0,14-12-3032 0 0,3-1-2786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42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2152 0 0,'35'102'6582'0'0,"12"52"-2229"0"0,-22-72-2975 0 0,19 82 904 0 0,35 237 0 0 0,-13 176-848 0 0,-44-359-931 0 0,30 225 4 0 0,65 842 579 0 0,35 405-288 0 0,-94-1105-70 0 0,-22-2-108 0 0,-30 572-131 0 0,65 24 368 0 0,-22-840-415 0 0,-4-32-41 0 0,5 89-34 0 0,6 168 730 0 0,-31-276-499 0 0,-1-20-229 0 0,45 397 113 0 0,53 123-49 0 0,-24-48 80 0 0,-79-389-211 0 0,-16 2 85 0 0,-3-280-291 0 0,-39 782 168 0 0,32-753-255 0 0,-68 767-242 0 0,58-692-63 0 0,-99 696-928 0 0,92-717 849 0 0,-12 221 198 0 0,27-1-1066 0 0,9-362 934 0 0,0 19-534 0 0,0-32 707 0 0,0 0 0 0 0,0 1 0 0 0,0-1 0 0 0,0 0 0 0 0,1 0 1 0 0,-1 0-1 0 0,0 0 0 0 0,1 1 0 0 0,-1-1 0 0 0,1 0 1 0 0,-1 0-1 0 0,1 0 0 0 0,0 0 0 0 0,-1 0 0 0 0,1 0 1 0 0,0 0-1 0 0,0 0 0 0 0,1 1 0 0 0,1-3-909 0 0,5-9-423 0 0,18-22-1090 0 0,-2-2 0 0 0,25-45 0 0 0,15-50-1855 0 0,9-29-2757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43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7 5593 0 0,'-4'-1'4680'0'0,"-13"-5"436"0"0,10 11-3899 0 0,5-3-1116 0 0,-5 2 118 0 0,1 1 0 0 0,-1 0 0 0 0,1 0 0 0 0,1 0 0 0 0,-1 1 0 0 0,1 0 1 0 0,-6 9-1 0 0,1 1 153 0 0,2 2 1 0 0,0-1 0 0 0,-8 28-1 0 0,-11 58 291 0 0,14-41-496 0 0,4 0 0 0 0,-2 65 0 0 0,7 127 201 0 0,4-180-175 0 0,16 391 423 0 0,-11-364-508 0 0,94 1090 1515 0 0,-39-559-927 0 0,50 1224 265 0 0,-76-712-1528 0 0,59 452-140 0 0,65-6 693 0 0,-61-859 18 0 0,17 0-23 0 0,9 65 111 0 0,19 547-6 0 0,-44-363 125 0 0,-35-535 505 0 0,140 509 1 0 0,-144-733-313 0 0,77 312-172 0 0,-110-400-1516 0 0,10 171 0 0 0,-34-242-2171 0 0,-3-44-156 0 0,0 1 0 0 0,-8 32 0 0 0,1-21-3607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44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 6489 0 0,'-30'280'9992'0'0,"-27"318"-6330"0"0,21 483-2050 0 0,41-772-1281 0 0,7 1103 920 0 0,-15-1053-1237 0 0,-2 1658-101 0 0,7-1729 28 0 0,10 524 28 0 0,12 287-311 0 0,2 91 132 0 0,15 473 56 0 0,18-750-65 0 0,29-3 808 0 0,7 81 568 0 0,-35-210-634 0 0,14 152 211 0 0,19 5-213 0 0,-49-515-93 0 0,-19-107-524 0 0,-23-6-1351 0 0,-9-225-1824 0 0,4-65-312 0 0,-1-1 0 0 0,-7 23 0 0 0,8-28-4295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45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0 960 0 0,'16'95'11738'0'0,"-6"1"-6904"0"0,-2 97-2803 0 0,-6-129-972 0 0,25 486 928 0 0,3 91-1229 0 0,-30-640-757 0 0,2 535 198 0 0,-43 222 78 0 0,14-300-273 0 0,-6 390 1 0 0,30-706-101 0 0,-4 207-120 0 0,2 179 201 0 0,-3 76-25 0 0,4-245 161 0 0,16 954 230 0 0,123 457-356 0 0,-26-969-541 0 0,-82-609 364 0 0,52 384-2834 0 0,-9 1-7913 0 0,-48-390 4409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50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74 320 0 0,'0'0'3484'0'0,"4"-1"-669"0"0,10-3-1263 0 0,-11 2-621 0 0,1 1-207 0 0,40-25 971 0 0,-41 24-1982 0 0,0 0-257 0 0,7-6-366 0 0,-8 6-487 0 0,1 0-1007 0 0,-1-1 1676 0 0,10-9-1912 0 0,-2 4 1701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51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 1576 0 0,'11'-9'1395'0'0,"0"1"-1"0"0,1 1 0 0 0,19-10 1 0 0,36-11-1687 0 0,-55 25 376 0 0,1 0 0 0 0,0 1-1 0 0,0 1 1 0 0,0 0 0 0 0,13 2 0 0 0,-8-2 600 0 0,54-2 3357 0 0,85-14 0 0 0,100-12-2276 0 0,-228 28-1732 0 0,1 2 0 0 0,-1 1 1 0 0,0 1-1 0 0,-1 1 0 0 0,1 2 1 0 0,-1 1-1 0 0,43 16 0 0 0,-18-1 39 0 0,-1 3-1 0 0,-1 2 0 0 0,61 43 0 0 0,-8 4-299 0 0,42 27-455 0 0,-40-38 699 0 0,-77-44 330 0 0,-1 0 0 0 0,-1 2 0 0 0,-2 1-1 0 0,26 27 1 0 0,-26-21-323 0 0,-1 1 0 0 0,27 41 1 0 0,32 68 310 0 0,-66-109-149 0 0,41 78 227 0 0,72 183 1 0 0,5 128-1063 0 0,-111-319 505 0 0,12 105 1 0 0,-10 106-118 0 0,-13-41 4 0 0,10 195 539 0 0,-12-280-815 0 0,18 217-347 0 0,61 92 373 0 0,-9-88-128 0 0,-45-101-104 0 0,-31-225-651 0 0,-11 152 1 0 0,-6-38-7291 0 0,6-128 6685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52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3432 8361 4672 0 0,'-3'58'5494'0'0,"1"-16"-2033"0"0,-11 74 0 0 0,-3-52-1849 0 0,-24 66 0 0 0,-32 56-1028 0 0,54-146-815 0 0,-2 0 0 0 0,-1-2 0 0 0,-2 0-1 0 0,-1-2 1 0 0,-56 64 0 0 0,47-59 371 0 0,-42 69 0 0 0,-9 13 207 0 0,71-107-470 0 0,-1 0 0 0 0,0-1 0 0 0,-1 0 0 0 0,0-1 0 0 0,-1-1 0 0 0,-1-1 0 0 0,0 0 0 0 0,-1-1 0 0 0,0-1-1 0 0,-1 0 1 0 0,0-2 0 0 0,-21 7 0 0 0,6-4 108 0 0,-1-3-1 0 0,0 0 1 0 0,0-3 0 0 0,-1-1-1 0 0,-53 0 1 0 0,62-5 129 0 0,-1-1 0 0 0,1-1 0 0 0,0-2 0 0 0,0 0 1 0 0,0-2-1 0 0,0-1 0 0 0,-43-20 0 0 0,-50-36-99 0 0,-116-82-1 0 0,179 109 226 0 0,-32-24-298 0 0,2-3 0 0 0,3-4-1 0 0,-94-99 1 0 0,171 159-9 0 0,-193-210-727 0 0,168 178 937 0 0,1-2 0 0 0,2-1 0 0 0,-39-79 0 0 0,20 12 208 0 0,-35-117 0 0 0,-44-131 899 0 0,-6-21-89 0 0,-44-252-524 0 0,95 287-20 0 0,0 2 107 0 0,21-4-80 0 0,-30-475-915 0 0,45-4-73 0 0,48 384 1050 0 0,2 136-883 0 0,-4 230 297 0 0,4-402 67 0 0,24 2-735 0 0,-23 430 574 0 0,20-166 122 0 0,-17 162-110 0 0,29-150-261 0 0,70-174-26 0 0,-31 113 491 0 0,-16-36 21 0 0,-8 29-217 0 0,-41 224 228 0 0,2 1 0 0 0,2 0 0 0 0,2 1 0 0 0,24-43-1 0 0,-23 52-162 0 0,-3 4-9 0 0,1 1 0 0 0,1 1 0 0 0,29-34 0 0 0,-26 37-281 0 0,2 1-1 0 0,1 2 1 0 0,1 0 0 0 0,0 1 0 0 0,32-17-1 0 0,-30 22-774 0 0,0 1 0 0 0,1 1 0 0 0,31-9 0 0 0,123-28-7038 0 0,-83 24 3987 0 0,39-11-3037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59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866 228 4416 0 0,'2'-2'3542'0'0,"28"-29"3208"0"0,-17 20-6355 0 0,2 1 303 0 0,26-13-1 0 0,-10 7-227 0 0,-1 1 128 0 0,1 1 1 0 0,1 2 0 0 0,60-15-1 0 0,-59 20-268 0 0,63-4-1 0 0,-28 4-60 0 0,41-6 464 0 0,109 1 0 0 0,-169 12-321 0 0,0 3 0 0 0,-1 2 0 0 0,1 2 0 0 0,79 22 0 0 0,-62-7-255 0 0,-1 2 1 0 0,-1 3 0 0 0,-2 3 0 0 0,72 45-1 0 0,-115-63-183 0 0,-1 1 1 0 0,0 1-1 0 0,0 1 0 0 0,-2 1 0 0 0,21 23 1 0 0,-27-26 55 0 0,0 0 1 0 0,-1 0-1 0 0,-1 1 1 0 0,0 1 0 0 0,-1-1-1 0 0,-1 1 1 0 0,0 0-1 0 0,5 22 1 0 0,0 25 37 0 0,-2 0 0 0 0,1 93 0 0 0,-4-45-338 0 0,9 36 60 0 0,2 28 357 0 0,-16-160-133 0 0,-1-1 0 0 0,-1 1 0 0 0,0 0 0 0 0,-1-1 0 0 0,0 0 0 0 0,-6 20 1 0 0,6-26-31 0 0,0-1 0 0 0,-1 0 0 0 0,0 0 0 0 0,0 0 0 0 0,-1 0 0 0 0,1 0 0 0 0,-1-1 0 0 0,0 0 0 0 0,-1 0 0 0 0,1 0 0 0 0,-1 0 0 0 0,0-1 0 0 0,0 1 1 0 0,-11 5-1 0 0,1-1-3 0 0,-1-2 1 0 0,0 0-1 0 0,-32 9 1 0 0,-54 6 32 0 0,55-12-2 0 0,-346 91-218 0 0,100-9-108 0 0,253-80 329 0 0,0-1 0 0 0,0-2 1 0 0,-1-1-1 0 0,0-3 0 0 0,0-1 0 0 0,-1-2 0 0 0,1-2 0 0 0,-78-9 0 0 0,37-5-105 0 0,1-3 0 0 0,0-4-1 0 0,1-3 1 0 0,2-3-1 0 0,0-4 1 0 0,2-3 0 0 0,-136-85-1 0 0,188 102 41 0 0,0 0-1 0 0,1-1 1 0 0,2-2-1 0 0,0 0 1 0 0,0-1-1 0 0,2-2 1 0 0,-21-31-1 0 0,30 39 93 0 0,0-1-1 0 0,2 0 1 0 0,0 0-1 0 0,1-1 1 0 0,0 0-1 0 0,1-1 1 0 0,1 1-1 0 0,1-1 1 0 0,1 0-1 0 0,0 0 1 0 0,1 0-1 0 0,1-36 1 0 0,5 25 20 0 0,0-1 1 0 0,2 1 0 0 0,1 0-1 0 0,1 1 1 0 0,2 0 0 0 0,0 0-1 0 0,2 1 1 0 0,1 0 0 0 0,2 1-1 0 0,22-31 1 0 0,-12 22-103 0 0,3 0 1 0 0,1 3-1 0 0,1 0 1 0 0,2 2-1 0 0,1 1 0 0 0,50-34 1 0 0,-36 34 84 0 0,1 1 0 0 0,2 3 1 0 0,92-34-1 0 0,166-33 545 0 0,-173 55-465 0 0,-105 29-75 0 0,328-84 353 0 0,-328 86-369 0 0,1 2 0 0 0,-1 1 1 0 0,49 2-1 0 0,-57 2 0 0 0,-1 2 0 0 0,1 0-1 0 0,-1 2 1 0 0,1 0 0 0 0,35 14 0 0 0,-22-3-57 0 0,0 1 0 0 0,-2 1 0 0 0,0 2 0 0 0,32 26 0 0 0,-24-13-119 0 0,-1 1 0 0 0,47 56 0 0 0,57 94-218 0 0,-16 9 446 0 0,-89-130-172 0 0,-3 1 0 0 0,-2 2 0 0 0,45 129 0 0 0,-73-175 97 0 0,-1 1 0 0 0,0 0 0 0 0,-2-1 1 0 0,0 1-1 0 0,-1 41 0 0 0,-2-49 1 0 0,-1 0 0 0 0,-1-1 1 0 0,0 1-1 0 0,-1-1 0 0 0,0 1 0 0 0,-1-1 1 0 0,0 0-1 0 0,-1 0 0 0 0,0 0 0 0 0,-1-1 1 0 0,-7 12-1 0 0,-4-2-51 0 0,0 0 0 0 0,-2-1 1 0 0,0-1-1 0 0,-1-1 0 0 0,-1 0 0 0 0,0-2 0 0 0,-2 0 1 0 0,-28 14-1 0 0,2-4-185 0 0,-2-2 0 0 0,-104 33 1 0 0,-109 4-532 0 0,-5-25 387 0 0,136-25 592 0 0,-1-6-1 0 0,1-6 1 0 0,-1-5 0 0 0,1-7-1 0 0,-187-41 1 0 0,243 35-107 0 0,2-3 0 0 0,-103-45 1 0 0,124 43-104 0 0,2-4 1 0 0,0-1 0 0 0,-87-67 0 0 0,115 76-20 0 0,1 0 0 0 0,1-1 0 0 0,1-2 0 0 0,0 0 0 0 0,2-1 1 0 0,-25-42-1 0 0,35 51 58 0 0,1-1 1 0 0,0 1-1 0 0,2-2 1 0 0,0 1-1 0 0,1-1 1 0 0,0 0-1 0 0,1 0 1 0 0,1 0 0 0 0,1 0-1 0 0,1-1 1 0 0,0 1-1 0 0,1-1 1 0 0,3-19-1 0 0,1 10 26 0 0,2 1-1 0 0,1-1 1 0 0,1 2-1 0 0,1-1 1 0 0,1 1-1 0 0,2 0 1 0 0,0 1-1 0 0,1 1 1 0 0,2 0-1 0 0,23-29 1 0 0,-13 22-28 0 0,2 2-1 0 0,0 1 1 0 0,1 1-1 0 0,2 1 1 0 0,1 2-1 0 0,61-36 1 0 0,-40 32-644 0 0,1 2 0 0 0,66-21 1 0 0,119-20-8349 0 0,-146 44 4420 0 0,1-4-3615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38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1296 0 2752 0 0,'-57'124'12632'0'0,"-9"-6"-7268"0"0,-83 111-2992 0 0,89-139-679 0 0,46-69-1513 0 0,-226 327 2257 0 0,178-267-2323 0 0,-3-3 1 0 0,-87 80-1 0 0,34-59-957 0 0,98-85 255 0 0,0 0 1 0 0,-1-2 0 0 0,-1 0 0 0 0,-26 10 0 0 0,40-19-220 0 0,0 0-1 0 0,0 0 0 0 0,0-1 1 0 0,0 0-1 0 0,0 0 0 0 0,0-1 1 0 0,-1 0-1 0 0,1-1 0 0 0,0 0 1 0 0,-1 0-1 0 0,1 0 0 0 0,0-1 1 0 0,-1-1-1 0 0,1 1 0 0 0,-11-5 1 0 0,-20-13-7505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38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4944 0 0,'14'-3'2442'0'0,"0"1"0"0"0,1 0 0 0 0,15 0 0 0 0,-16 2-1541 0 0,0 1-1 0 0,0 0 0 0 0,0 2 0 0 0,0-1 0 0 0,25 9 0 0 0,-6 2-299 0 0,-2 1 1 0 0,1 2-1 0 0,-2 0 0 0 0,0 3 0 0 0,-2 0 0 0 0,30 26 1 0 0,10 15 227 0 0,68 75 0 0 0,150 226-408 0 0,-144-172-992 0 0,-124-166 510 0 0,144 179-2033 0 0,14-12-6970 0 0,-114-136 4625 0 0,-1-9-2973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38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2664 0 0,'0'0'11967'0'0,"6"-2"-9448"0"0,16-10-641 0 0,-17 10-427 0 0,3 5-345 0 0,4 5-670 0 0,0-1 1 0 0,-1 2-1 0 0,0-1 0 0 0,19 20 1 0 0,-18-13-207 0 0,0 0 0 0 0,-1 1 1 0 0,0 1-1 0 0,-1-1 0 0 0,-1 2 0 0 0,-1-1 0 0 0,10 31 1 0 0,-11-25-78 0 0,-1-1 0 0 0,-2 1 1 0 0,0 1-1 0 0,-1-1 0 0 0,-2 47 0 0 0,-1-60-233 0 0,-1-1 0 0 0,-1 1-1 0 0,0-1 1 0 0,0 0-1 0 0,0 1 1 0 0,-1-1 0 0 0,-1 0-1 0 0,0-1 1 0 0,0 1-1 0 0,0-1 1 0 0,-1 0 0 0 0,-1 0-1 0 0,1 0 1 0 0,-1 0 0 0 0,0-1-1 0 0,-1 0 1 0 0,0-1-1 0 0,-13 10 1 0 0,18-14 57 0 0,0-1 1 0 0,0 1-1 0 0,0-1 0 0 0,-1 0 0 0 0,1 0 1 0 0,0 0-1 0 0,-1-1 0 0 0,1 1 1 0 0,-5 0-1 0 0,-2 1-19 0 0,-26 7-8 0 0,33-9 396 0 0,13 2-210 0 0,234 22 837 0 0,47 10-410 0 0,41 5-1362 0 0,-110-22-5185 0 0,-165-14 1647 0 0,98-9 0 0 0,-54-8-4146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39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11372 226 1664 0 0,'12'9'17232'0'0,"-21"-7"-15725"0"0,-146 34 1613 0 0,31-9-2282 0 0,-72 24-420 0 0,-75 18-294 0 0,-3-18-147 0 0,-270-6 233 0 0,0-34 756 0 0,-479-22 517 0 0,-31 0-683 0 0,314 26-563 0 0,-554-1 76 0 0,-242-102 1586 0 0,5-80-1027 0 0,971 99-753 0 0,-111-13-1229 0 0,231 30-2813 0 0,397 47 2139 0 0,-54-6-4605 0 0,-98-24 0 0 0,113 12-3035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40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1115 4328 0 0,'0'0'10833'0'0,"-2"0"-8437"0"0,1 1-1739 0 0,-1-1 1 0 0,1 1-1 0 0,0 0 1 0 0,0-1-1 0 0,0 1 0 0 0,-1 0 1 0 0,1 0-1 0 0,0 0 1 0 0,0 0-1 0 0,-1 1 1 0 0,-2 3-1121 0 0,3-3 1215 0 0,0-8-429 0 0,-16-108 849 0 0,-10-65-37 0 0,-1 38-69 0 0,-72-223 0 0 0,88 332-979 0 0,-39-101-102 0 0,42 112-223 0 0,-2 1-1 0 0,0 0 1 0 0,-1 0 0 0 0,-17-20 0 0 0,26 36 125 0 0,0 1 1 0 0,0-1-1 0 0,0 1 1 0 0,0 0-1 0 0,-1 0 1 0 0,1 0 0 0 0,-1 0-1 0 0,0 1 1 0 0,0-1-1 0 0,0 1 1 0 0,0 0-1 0 0,0 0 1 0 0,-7-2-1 0 0,8 4-6 0 0,-14 1 342 0 0,13-1 560 0 0,9 7-664 0 0,4 3-81 0 0,-1 1 0 0 0,1-1 0 0 0,1-1 0 0 0,0 0 0 0 0,17 12 0 0 0,34 14 13 0 0,1-3 1 0 0,2-2-1 0 0,0-3 1 0 0,2-4-1 0 0,75 18 1 0 0,-8-12-150 0 0,225 20 0 0 0,-257-42 101 0 0,1-3 1 0 0,0-6 0 0 0,0-4 0 0 0,180-33 0 0 0,-130-3 613 0 0,-150 42-451 0 0,1 3-116 0 0,-3-3-50 0 0,2 1 7 0 0,-1 0-1 0 0,0 0 1 0 0,0 0 0 0 0,0 0-1 0 0,0 1 1 0 0,-1-1 0 0 0,1 0 0 0 0,0 1-1 0 0,0-1 1 0 0,-1 1 0 0 0,1-1-1 0 0,-1 0 1 0 0,1 1 0 0 0,-1-1 0 0 0,0 1-1 0 0,0 0 1 0 0,1-1 0 0 0,-1 1-1 0 0,0-1 1 0 0,0 1 0 0 0,-1-1 0 0 0,1 1-1 0 0,0-1 1 0 0,-1 3 0 0 0,-10 62 171 0 0,-7 39 85 0 0,-18 66-808 0 0,-17 220-1 0 0,49-191-1924 0 0,15-101-1504 0 0,-6-71 139 0 0,13 39 1 0 0,-1-27-620 0 0,2-7-3082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41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3587 3920 0 0,'56'11'13104'0'0,"-48"-9"-11768"0"0,0-2 0 0 0,0 1 0 0 0,1-1 0 0 0,12-2 0 0 0,-14-1-620 0 0,-5 0-580 0 0,1 0 0 0 0,-1-1 0 0 0,0 1-1 0 0,0 0 1 0 0,0-1 0 0 0,0 0 0 0 0,-1 1 0 0 0,1-1-1 0 0,-1 0 1 0 0,0 0 0 0 0,0 0 0 0 0,0 0 0 0 0,-1 0-1 0 0,1-7 1 0 0,1-32 307 0 0,-2 1 0 0 0,-9-72 0 0 0,6 85-370 0 0,-14-152 421 0 0,-52-440 806 0 0,-53-104-986 0 0,43 213-333 0 0,-16-383 1017 0 0,90 840-977 0 0,-17-166 208 0 0,11 126-3152 0 0,20 101 2918 0 0,60 47 10 0 0,15 4 330 0 0,161 84 1 0 0,107 14 79 0 0,-48-45-303 0 0,-207-81-57 0 0,118 19 1 0 0,-170-43-16 0 0,1 0 1 0 0,75-4-1 0 0,85-20 391 0 0,-184 15-649 0 0,-21 8 203 0 0,0 2 13 0 0,-1-1 0 0 0,1 0 0 0 0,-1 0-1 0 0,0 0 1 0 0,0 0 0 0 0,-1 0 0 0 0,1 0-1 0 0,-3 7 1 0 0,-14 46 49 0 0,10-37-50 0 0,-85 288 97 0 0,25 8 309 0 0,49-158 114 0 0,3 256 1 0 0,43 159-152 0 0,-2-67-1451 0 0,-23-217-2248 0 0,-3-155-2214 0 0,2 1-4163 0 0,0-86 322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42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1086 3856 0 0,'79'46'18351'0'0,"-77"-44"-17397"0"0,0-1-201 0 0,6 3-143 0 0,-6-3 1663 0 0,-1-6-1961 0 0,2-29 132 0 0,-2 0 0 0 0,-1 1 0 0 0,-6-43-1 0 0,1 11 89 0 0,-17-216 751 0 0,-4-78 269 0 0,24 318-1618 0 0,0 16-45 0 0,1 0 1 0 0,2 0 0 0 0,0 0-1 0 0,6-29 1 0 0,-5 48 90 0 0,0 1 0 0 0,1-1 0 0 0,0 1 0 0 0,0-1 0 0 0,0 1 0 0 0,6-7 0 0 0,-7 10-29 0 0,7-7-35 0 0,-7 8-6 0 0,1 6-188 0 0,9 15 246 0 0,-9-15 73 0 0,-2-2 47 0 0,0 1-81 0 0,1-1-1 0 0,-1 0 1 0 0,1 0 0 0 0,-1 1 0 0 0,1-1-1 0 0,0 0 1 0 0,0 0 0 0 0,1-1 0 0 0,-1 1 0 0 0,1 0-1 0 0,-1-1 1 0 0,4 3 0 0 0,15 8-20 0 0,0-1 1 0 0,1 0-1 0 0,1-2 0 0 0,-1-1 1 0 0,2 0-1 0 0,38 8 0 0 0,-1-6 21 0 0,91 7 0 0 0,-91-14-1 0 0,1-3 0 0 0,0-2 0 0 0,-1-3 0 0 0,1-3 0 0 0,-1-2 0 0 0,70-20 0 0 0,-63 12 28 0 0,-66 16-29 0 0,0 6-78 0 0,0-1 72 0 0,-1-2 2 0 0,0 1 1 0 0,0-1-1 0 0,0 1 0 0 0,0 0 1 0 0,-1-1-1 0 0,1 1 1 0 0,-1 0-1 0 0,0-1 1 0 0,0 1-1 0 0,0 0 1 0 0,0 0-1 0 0,-1 3 1 0 0,-46 218 252 0 0,-4 21-335 0 0,48-217-57 0 0,-29 248 40 0 0,10-93-5022 0 0,19-146-4345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42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3632 3584 0 0,'26'-2'8705'0'0,"-8"1"-4544"0"0,0-1 1 0 0,24-6-1 0 0,-37 7-3795 0 0,-1 1 140 0 0,0-1 0 0 0,-1 0 0 0 0,1 0-1 0 0,0-1 1 0 0,6-2 0 0 0,-9 3-409 0 0,1 0-1 0 0,-1 0 1 0 0,0 0 0 0 0,1 0 0 0 0,-1 0 0 0 0,0-1-1 0 0,0 1 1 0 0,0 0 0 0 0,1-1 0 0 0,-2 1 0 0 0,1-1-1 0 0,0 1 1 0 0,0-1 0 0 0,0 1 0 0 0,-1-1 0 0 0,1 1 0 0 0,0-1-1 0 0,-1 0 1 0 0,0 0 0 0 0,1-2 0 0 0,1-50 121 0 0,-1 0 1 0 0,-9-65-1 0 0,6 95-213 0 0,-57-566 853 0 0,-4-40 75 0 0,48 446-950 0 0,-16-258-116 0 0,24-1-22 0 0,51-54 473 0 0,-14 278-222 0 0,-24 155-96 0 0,-3 24 0 0 0,-2 12 0 0 0,2 1 0 0 0,-2 21-5 0 0,0 1 1 0 0,1-1-1 0 0,0 0 1 0 0,0 1-1 0 0,0 0 1 0 0,1 0-1 0 0,0-1 1 0 0,0 1-1 0 0,0 1 1 0 0,1-1-1 0 0,-1 0 1 0 0,1 1-1 0 0,0 0 1 0 0,1 0-1 0 0,-1 0 1 0 0,1 1-1 0 0,-1-1 1 0 0,1 1-1 0 0,9-5 1 0 0,7-1-45 0 0,-1 0 1 0 0,1 2 0 0 0,41-10 0 0 0,-22 9 14 0 0,0 2 1 0 0,1 1-1 0 0,0 2 1 0 0,0 2 0 0 0,51 5-1 0 0,-10 5-171 0 0,130 32 1 0 0,-132-19 192 0 0,98 41 0 0 0,74 46 343 0 0,-250-108-323 0 0,31 14 78 0 0,-1 0-1 0 0,0 2 1 0 0,-2 2-1 0 0,50 38 1 0 0,-74-52-98 0 0,-1 0 0 0 0,0 0 0 0 0,-1 1 1 0 0,1-1-1 0 0,-1 1 0 0 0,0 0 0 0 0,-1 1 0 0 0,1-1 0 0 0,3 12 1 0 0,-4-8 9 0 0,0 0 1 0 0,-1 0 0 0 0,0 1 0 0 0,0-1 0 0 0,-1 21-1 0 0,-3 0-1 0 0,-1 0 0 0 0,-2 0 0 0 0,-11 43 0 0 0,-41 133 141 0 0,-1 11-2 0 0,17 6-122 0 0,31-101-5 0 0,12 237 0 0 0,45 123-47 0 0,-8-109-1729 0 0,-35-320 319 0 0,12 118-6680 0 0,-8-115 3654 0 0,15 56 0 0 0,-2-36-5222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43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1518 1 9009 0 0,'-6'131'10345'0'0,"-11"-2"-6529"0"0,-42 123-944 0 0,26-141-1836 0 0,-5-2 1 0 0,-4-2-1 0 0,-106 190 1 0 0,110-234-958 0 0,-3-2 0 0 0,-2-1 1 0 0,-3-3-1 0 0,-2-1 0 0 0,-3-3 1 0 0,-2-2-1 0 0,-70 52 0 0 0,92-80-280 0 0,0-2 0 0 0,-2-2 1 0 0,-67 31-1 0 0,81-43-129 0 0,0-1 1 0 0,0 0 0 0 0,0-1-1 0 0,-1-2 1 0 0,1 0 0 0 0,-1 0-1 0 0,0-2 1 0 0,0-1-1 0 0,-25-2 1 0 0,26 0-821 0 0,0-1 0 0 0,1-1 0 0 0,-1-1 0 0 0,1 0 0 0 0,0-1 0 0 0,1-1 0 0 0,-1-1 0 0 0,2 0 0 0 0,-1-1 0 0 0,1-1 0 0 0,0-1 0 0 0,1 0 0 0 0,-23-23 0 0 0,-14-24-6715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44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8945 0 0,'50'27'5916'0'0,"11"6"-2979"0"0,3 12-573 0 0,6 11-696 0 0,8 9-484 0 0,29 31-256 0 0,3 8-508 0 0,-1 5-180 0 0,-2 4-220 0 0,-2-1-260 0 0,3 4-624 0 0,-1-3-960 0 0,-2-4-2672 0 0,-4-12 1367 0 0,-2-11-803 0 0,-23-28-3445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44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431 2 8737 0 0,'24'-1'9768'0'0,"-19"1"-9112"0"0,-1-1 0 0 0,0 1 0 0 0,1 0 0 0 0,-1 1 0 0 0,0-1 0 0 0,1 1 0 0 0,-1 0 0 0 0,0 0 1 0 0,8 3-1 0 0,-11-4-600 0 0,-1 0 1 0 0,1 1-1 0 0,0-1 1 0 0,-1 0-1 0 0,1 1 0 0 0,-1-1 1 0 0,1 0-1 0 0,-1 1 1 0 0,1-1-1 0 0,-1 1 1 0 0,1-1-1 0 0,-1 1 1 0 0,1-1-1 0 0,-1 1 1 0 0,0-1-1 0 0,1 1 1 0 0,-1 0-1 0 0,0-1 1 0 0,1 1-1 0 0,-1 1 1 0 0,1-1 105 0 0,-1 0-139 0 0,1 0-1 0 0,-1 0 1 0 0,1 0 0 0 0,-1-1 0 0 0,1 1 0 0 0,-1 0 0 0 0,0 0-1 0 0,1 0 1 0 0,-1 0 0 0 0,0 0 0 0 0,0 0 0 0 0,0 0-1 0 0,0 0 1 0 0,0 0 0 0 0,0 0 0 0 0,0 0 0 0 0,0 2 0 0 0,-1-1 16 0 0,-1 8 12 0 0,-27 56-351 0 0,24-56 178 0 0,-1 0 0 0 0,0 0 0 0 0,-1 0 0 0 0,0-1 0 0 0,-8 9-1 0 0,2-6-53 0 0,0-2 0 0 0,-1 1 0 0 0,0-2 0 0 0,-1 0-1 0 0,0-1 1 0 0,-18 8 0 0 0,30-14 219 0 0,0 0 1 0 0,0-1-1 0 0,0 1 0 0 0,0 1 1 0 0,0-1-1 0 0,0 0 1 0 0,1 1-1 0 0,0-1 0 0 0,-1 1 1 0 0,1 0-1 0 0,0 0 1 0 0,-3 5-1 0 0,5-7-28 0 0,0-1 0 0 0,0 0 0 0 0,-1 1 0 0 0,1-1 0 0 0,0 1 0 0 0,0-1 0 0 0,0 1 0 0 0,0-1 0 0 0,0 0 0 0 0,0 1 0 0 0,0-1 0 0 0,0 1 0 0 0,0-1 0 0 0,0 1 0 0 0,0-1 0 0 0,0 0 0 0 0,0 1 0 0 0,0-1 0 0 0,1 1 0 0 0,-1-1 0 0 0,0 0 0 0 0,0 1 0 0 0,6 18 191 0 0,1-1 1 0 0,1 0 0 0 0,0 0 0 0 0,14 21 0 0 0,114 144 1566 0 0,16-8-37 0 0,-31-35-325 0 0,-100-115-1181 0 0,33 52 0 0 0,-53-75-304 0 0,1 1 0 0 0,-1-1 0 0 0,0 1-1 0 0,0 0 1 0 0,0-1 0 0 0,0 1 0 0 0,0 0 0 0 0,-1 0 0 0 0,1 0-1 0 0,-1 0 1 0 0,0 0 0 0 0,0-1 0 0 0,0 1 0 0 0,0 0-1 0 0,0 0 1 0 0,0 0 0 0 0,-2 3 0 0 0,2-6 56 0 0,0 0 0 0 0,0 1 0 0 0,0-1 0 0 0,0 0 0 0 0,-1 1 0 0 0,1-1 0 0 0,0 0 0 0 0,0 0 0 0 0,-1 0 0 0 0,1 1 1 0 0,0-1-1 0 0,0 0 0 0 0,-1 0 0 0 0,1 0 0 0 0,0 0 0 0 0,0 1 0 0 0,-1-1 0 0 0,1 0 0 0 0,0 0 0 0 0,-1 0 0 0 0,1 0 0 0 0,0 0 0 0 0,0 0 0 0 0,-1 0 0 0 0,1 0 1 0 0,0 0-1 0 0,-1 0 0 0 0,1 0 0 0 0,-1 0 0 0 0,-7 2-105 0 0,0 0 0 0 0,0-1 1 0 0,0 0-1 0 0,0-1 0 0 0,0 0 1 0 0,0 0-1 0 0,0-1 0 0 0,0 0 1 0 0,-8-2-1 0 0,-22-6-453 0 0,2-2 0 0 0,-40-17 1 0 0,-75-41-2055 0 0,113 51 1705 0 0,-282-154-11836 0 0,243 119 4692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45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10872 1 1832 0 0,'1'3'1189'0'0,"0"1"0"0"0,0 0 0 0 0,-1 0-1 0 0,1 0 1 0 0,-1 0 0 0 0,0-1 0 0 0,0 1-1 0 0,0 0 1 0 0,-1 5 0 0 0,-1-3-401 0 0,1 1 0 0 0,-1 0 1 0 0,0-1-1 0 0,-6 11 0 0 0,1-4-368 0 0,0-1 1 0 0,-2 1-1 0 0,1-2 0 0 0,-13 14 0 0 0,7-10-228 0 0,-2-1-1 0 0,1-1 0 0 0,-2 0 0 0 0,0-1 0 0 0,0-1 0 0 0,-23 11 0 0 0,0-3-251 0 0,-78 25 1 0 0,37-21 93 0 0,-1-4-1 0 0,-136 15 1 0 0,-180-9 1220 0 0,322-22-1001 0 0,-879 23 2020 0 0,367-13-925 0 0,-2118-62 1121 0 0,2443 33-2380 0 0,-1281-70 841 0 0,380 60 834 0 0,7 30-529 0 0,703-2-2843 0 0,400-2 1429 0 0,-245-1-4028 0 0,9-25-6157 0 0,190 5 5757 0 0,16-3-4365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46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55 909 4072 0 0,'0'4'6396'0'0,"3"23"261"0"0,-1-14-5229 0 0,1 8 976 0 0,-3-18-1596 0 0,0 1-161 0 0,0 8-140 0 0,0-9 676 0 0,-2-14-987 0 0,-23-199 364 0 0,14 88-353 0 0,-9-130 143 0 0,16 0 579 0 0,5 234-883 0 0,0 0 1 0 0,5-25 0 0 0,-5 39-77 0 0,0 0 1 0 0,0 0 0 0 0,0 0 0 0 0,1 0-1 0 0,-1 0 1 0 0,1 0 0 0 0,0 1-1 0 0,0-1 1 0 0,0 0 0 0 0,1 1 0 0 0,-1 0-1 0 0,1-1 1 0 0,0 1 0 0 0,0 0-1 0 0,6-4 1 0 0,-8 6 11 0 0,1 0 0 0 0,-1 0 0 0 0,1 1 0 0 0,-1-1 0 0 0,1 0 0 0 0,-1 1 0 0 0,1-1 0 0 0,0 1 0 0 0,-1 0 0 0 0,1-1 0 0 0,0 1 0 0 0,-1 0-1 0 0,3 0 1 0 0,1 0-19 0 0,1 0 28 0 0,-1 0-1 0 0,0 0 1 0 0,1 0 0 0 0,-1 1 0 0 0,0 0-1 0 0,0 0 1 0 0,9 3 0 0 0,34 16 130 0 0,-34-14-87 0 0,31 17 181 0 0,-1 2 0 0 0,48 37-1 0 0,-39-26 82 0 0,123 98 297 0 0,-9 12-342 0 0,-155-135-248 0 0,100 99 49 0 0,-10-9-55 0 0,-76-79 29 0 0,0-1 0 0 0,2-1 1 0 0,0-1-1 0 0,1-2 0 0 0,1 0 0 0 0,1-2 1 0 0,51 17-1 0 0,-73-29-658 0 0,-3-1 246 0 0,-29-50-15533 0 0,-3 19 7764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47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503 2773 448 0 0,'0'0'25860'0'0,"1"-12"-25754"0"0,2-14-52 0 0,-2-1-1 0 0,-2 1 0 0 0,-4-40 0 0 0,-72-255 416 0 0,-25 4 493 0 0,70 222-635 0 0,-2-6-90 0 0,-159-521 1812 0 0,171 526-1862 0 0,-9-117 0 0 0,24 138-90 0 0,4 0-1 0 0,3 0 1 0 0,3 0 0 0 0,3 0 0 0 0,4 0-1 0 0,21-80 1 0 0,16-35-92 0 0,-44 170-327 0 0,-3 17 94 0 0,1 0-76 0 0,1-11-142 0 0,-1 13 380 0 0,-1 0 0 0 0,0 0-1 0 0,0 0 1 0 0,0 0 0 0 0,1 0 0 0 0,-1-1-1 0 0,1 1 1 0 0,-1 0 0 0 0,1 0-1 0 0,-1 0 1 0 0,1 0 0 0 0,1-1-1 0 0,4 4 67 0 0,93 31 430 0 0,181 34-1 0 0,115-7-48 0 0,347 10-555 0 0,-611-55 531 0 0,-127-14-363 0 0,-1 0-1 0 0,0-1 0 0 0,0 2 1 0 0,0-1-1 0 0,0 0 1 0 0,0 0-1 0 0,0 1 0 0 0,0 0 1 0 0,0 0-1 0 0,-1 0 1 0 0,1 0-1 0 0,0 0 0 0 0,-1 0 1 0 0,0 0-1 0 0,0 1 1 0 0,0-1-1 0 0,0 1 0 0 0,0 0 1 0 0,0 0-1 0 0,0 0 1 0 0,-1 0-1 0 0,0 0 0 0 0,1 0 1 0 0,-1 0-1 0 0,0 0 1 0 0,-1 0-1 0 0,1 0 0 0 0,0 1 1 0 0,-1-1-1 0 0,0 4 1 0 0,0 7-33 0 0,0 0 1 0 0,-1-1-1 0 0,-1 1 1 0 0,0-1-1 0 0,-8 26 1 0 0,-109 305 35 0 0,12-43-138 0 0,36-53 11 0 0,10 4-1 0 0,12 1 1 0 0,-27 427-1 0 0,72-480-1293 0 0,14-70-2628 0 0,-9-121 2883 0 0,6 30-3419 0 0,-7-37 4017 0 0,1 1 0 0 0,0-1-1 0 0,0 1 1 0 0,0-1 0 0 0,0 0 0 0 0,1 0-1 0 0,-1 1 1 0 0,1-1 0 0 0,-1 0 0 0 0,1 0-1 0 0,0-1 1 0 0,2 4 0 0 0,11 2-7897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48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156 772 6209 0 0,'-2'5'5069'0'0,"-2"5"-3764"0"0,0 1 1 0 0,-1-1 0 0 0,0 0-1 0 0,-1 0 1 0 0,-7 9 0 0 0,-41 51-372 0 0,20-29-846 0 0,28-33 315 0 0,4-6 651 0 0,0-1-466 0 0,-2 2-506 0 0,4-3-26 0 0,0 0 0 0 0,0 0 0 0 0,0 1-1 0 0,-1-1 1 0 0,1 0 0 0 0,0 0 0 0 0,0 0 0 0 0,0 0-1 0 0,0 0 1 0 0,-1 0 0 0 0,1 0 0 0 0,0 0 0 0 0,0 0 0 0 0,0 0-1 0 0,0 0 1 0 0,-1 0 0 0 0,1 0 0 0 0,0 0 0 0 0,0 0-1 0 0,0 0 1 0 0,0 0 0 0 0,-1 0 0 0 0,1 0 0 0 0,0 0 0 0 0,0-1-1 0 0,0 1 1 0 0,0 0 0 0 0,0 0 0 0 0,-1 0 0 0 0,1 0-1 0 0,0 0 1 0 0,0 0 0 0 0,0 0 0 0 0,0-1 0 0 0,0 1 0 0 0,0 0-1 0 0,-1 0 1 0 0,1 0 0 0 0,0 0 0 0 0,0 0 0 0 0,0-1-1 0 0,0 1 1 0 0,0 0 0 0 0,0 0 0 0 0,0 0 0 0 0,0 0 0 0 0,0-1-1 0 0,0 1 1 0 0,0 0 0 0 0,0 0 0 0 0,0-1 0 0 0,-1-6 66 0 0,-1-23 528 0 0,-3-295 443 0 0,10 67-221 0 0,-4 241-789 0 0,6-67 691 0 0,0-23 633 0 0,-3 75-1325 0 0,-4 18-153 0 0,0 11-104 0 0,0-1-12 0 0,11-42-540 0 0,-10 43 677 0 0,-1 2 50 0 0,0 0 1 0 0,0-1-1 0 0,0 1 0 0 0,1 0 0 0 0,-1 0 0 0 0,0 0 0 0 0,1-1 0 0 0,-1 1 1 0 0,1 0-1 0 0,-1 0 0 0 0,2-2 0 0 0,4-12 455 0 0,-3 14-370 0 0,9-3-7 0 0,-9 3-22 0 0,2 2-74 0 0,19 5 61 0 0,-6 2-102 0 0,-1 1 0 0 0,0 0 0 0 0,16 12 0 0 0,27 14 89 0 0,-53-31-60 0 0,11 5 21 0 0,0-1 0 0 0,0 0 0 0 0,1-1 0 0 0,23 5 0 0 0,-5-4-213 0 0,-25-4 194 0 0,-9-4 1 0 0,-1 1 90 0 0,8 1-6 0 0,-7-1 76 0 0,0-1-105 0 0,9 1 1 0 0,-9 0 178 0 0,0-2-115 0 0,11 0-26 0 0,-10 1-14 0 0,-2 0 8 0 0,0 1-58 0 0,1 0 0 0 0,-1 0-1 0 0,0 0 1 0 0,1 0 0 0 0,-1 0 0 0 0,0 0 0 0 0,0 1 0 0 0,0-1 0 0 0,0 1 0 0 0,0-1 0 0 0,-1 1 0 0 0,1 0-1 0 0,1 2 1 0 0,1 2-31 0 0,0-1-1 0 0,0 1 0 0 0,4 10 1 0 0,-1 2 18 0 0,0-1 1 0 0,-1 2 0 0 0,5 28-1 0 0,3 57-113 0 0,-7-50 174 0 0,59 543 343 0 0,-64-575-408 0 0,5 145-1809 0 0,-11-119-3708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49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84 424 0 0,'-3'10'1308'0'0,"0"-1"0"0"0,0 1 0 0 0,-1-1 0 0 0,0 0 0 0 0,-18 20 18369 0 0,44-49-19654 0 0,-17 16 28 0 0,-5 2-46 0 0,1 1 0 0 0,-1 0 0 0 0,0 0 0 0 0,1 0-1 0 0,-1 0 1 0 0,1 0 0 0 0,0 0 0 0 0,-1 0 0 0 0,1 0 0 0 0,0 0 0 0 0,-1 0 0 0 0,3-1-1 0 0,-2 1 4 0 0,2-5-5 0 0,-1 1 0 0 0,1-1 0 0 0,-1 0 0 0 0,2-8 0 0 0,-2 5-215 0 0,-1 6-268 0 0,0-1-326 0 0,1-10-1098 0 0,-1 10-2321 0 0,-1-1 296 0 0,3-19-574 0 0,2 4-3479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5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3804 3520 0 0,'10'7'3160'0'0,"1"0"0"0"0,13 6 1 0 0,7 5 2632 0 0,-15-8-3378 0 0,22 10 1090 0 0,-36-19-2745 0 0,-1-1-708 0 0,0 0 1 0 0,0 1 0 0 0,0-1-1 0 0,0 0 1 0 0,-1 1 0 0 0,1-1-1 0 0,0 0 1 0 0,0 1 0 0 0,0-1-1 0 0,0 1 1 0 0,0-1 0 0 0,1 2-1 0 0,-1-1 57 0 0,2 1 677 0 0,-1-5-587 0 0,6-10 32 0 0,-8 13-221 0 0,1-1 0 0 0,-1 1 0 0 0,0 0 0 0 0,0-1 0 0 0,1 1 0 0 0,-1 0 0 0 0,0-1 1 0 0,0 1-1 0 0,0-1 0 0 0,0 1 0 0 0,0-1 0 0 0,0 1 0 0 0,0 0 0 0 0,0-1 1 0 0,0 1-1 0 0,0-1 0 0 0,0 1 0 0 0,0-1 0 0 0,0 0 0 0 0,-12-97 642 0 0,-26-106-1 0 0,17 103-386 0 0,-72-310 674 0 0,32 150-798 0 0,-76-406 228 0 0,30-211 153 0 0,86 598-293 0 0,3 50-32 0 0,-3-11 269 0 0,-3-58-575 0 0,21 241 79 0 0,-3-61-536 0 0,6 116 354 0 0,8-8-418 0 0,-6 9 400 0 0,3 10-34 0 0,157 294 434 0 0,-78-156-97 0 0,6-5-1 0 0,173 209 0 0 0,-194-276-73 0 0,2-3-1 0 0,4-4 1 0 0,3-2 0 0 0,2-5-1 0 0,117 69 1 0 0,-48-47 58 0 0,3-7-1 0 0,218 77 1 0 0,-71-60-26 0 0,-267-82 5 0 0,296 77-158 0 0,-327-87 124 0 0,0 0 1 0 0,0 1-1 0 0,1-1 0 0 0,-1 1 1 0 0,0-1-1 0 0,0 1 1 0 0,0-1-1 0 0,-1 1 1 0 0,1 0-1 0 0,0-1 0 0 0,0 1 1 0 0,1 1-1 0 0,1 1-4 0 0,-3-3 3 0 0,1 0 0 0 0,0 1 0 0 0,-1-1-1 0 0,1 0 1 0 0,-1 1 0 0 0,0-1 0 0 0,1 1 0 0 0,-1-1-1 0 0,1 1 1 0 0,-1-1 0 0 0,0 1 0 0 0,1-1 0 0 0,-1 1-1 0 0,0 0 1 0 0,1-1 0 0 0,-1 1 0 0 0,0-1 0 0 0,0 1-1 0 0,0 0 1 0 0,0-1 0 0 0,0 1 0 0 0,1 1 0 0 0,-1-1 17 0 0,-1 6 179 0 0,-2 2-123 0 0,-1 0-1 0 0,0 0 1 0 0,0 0 0 0 0,-1-1-1 0 0,-1 1 1 0 0,1-1-1 0 0,-10 9 1 0 0,-55 54 212 0 0,51-53-193 0 0,-276 283 431 0 0,237-235-377 0 0,4 3 1 0 0,-85 138 0 0 0,83-99-148 0 0,-63 172 0 0 0,65-123 158 0 0,8 1 0 0 0,-44 271-1 0 0,45-47-2105 0 0,23 0-6599 0 0,30 24-1271 0 0,16-220-349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25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0 80 0 0,'-16'16'2432'0'0,"1"1"-168"0"0,-3 0-447 0 0,1 2-201 0 0,-1 1-592 0 0,-1-1-144 0 0,1 3-36 0 0,1-1-72 0 0,-1 2-236 0 0,3 0 8 0 0,-3 1-244 0 0,-3 6-664 0 0,6-8-1132 0 0,-7 9-1524 0 0,11-9 231 0 0,-3 4 933 0 0,1-5 1032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26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4261 13947 4816 0 0,'3'-1'5799'0'0,"2"-1"-4719"0"0,4 5 6293 0 0,9 8-6790 0 0,-12-5-146 0 0,-1 5-54 0 0,-2-5-174 0 0,0 0-1 0 0,0 0 1 0 0,0 1-1 0 0,-1-1 1 0 0,2 10-1 0 0,-2 1-21 0 0,-1-1-1 0 0,-2 27 1 0 0,-1-31-136 0 0,0 1 0 0 0,-1-1-1 0 0,-1 0 1 0 0,0 0 0 0 0,0-1 0 0 0,-1 1 0 0 0,-1-1 0 0 0,-7 12-1 0 0,-8 9 81 0 0,-32 36-1 0 0,50-64-123 0 0,-30 32-21 0 0,-1-2 1 0 0,-48 37 0 0 0,66-58-55 0 0,-35 27-141 0 0,-1-4-1 0 0,-2-1 1 0 0,-78 37 0 0 0,89-53 132 0 0,-1-1-1 0 0,0-3 1 0 0,-1-1-1 0 0,-1-2 1 0 0,-53 6-1 0 0,44-12 205 0 0,0-3 0 0 0,0-2 0 0 0,0-3 0 0 0,0-2-1 0 0,0-2 1 0 0,-79-20 0 0 0,24-3-80 0 0,2-6-1 0 0,-115-52 1 0 0,188 72 30 0 0,1-2-1 0 0,1-1 1 0 0,0-1 0 0 0,2-2 0 0 0,0-2 0 0 0,1 0 0 0 0,2-2 0 0 0,0-1 0 0 0,-46-58-1 0 0,30 24-128 0 0,-67-126-1 0 0,-17-77-139 0 0,118 240 190 0 0,-117-260-167 0 0,-52-109 119 0 0,-233-539-2552 0 0,282 613 2814 0 0,-180-479 84 0 0,74 75-1920 0 0,60-44-2122 0 0,42-123 4216 0 0,77-217-1107 0 0,52 989 382 0 0,-17-337 210 0 0,0-6 502 0 0,14 252 150 0 0,-8-274-793 0 0,40-420-400 0 0,-16 193 2840 0 0,-38 1-1393 0 0,20 513-580 0 0,-3-290 797 0 0,1 2-34 0 0,2-248-1800 0 0,75 3-946 0 0,0 330 258 0 0,6 2-8630 0 0,-49 285 6056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27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1 809 3176 0 0,'94'-201'10136'0'0,"-64"145"-8873"0"0,54-77 0 0 0,-49 85-902 0 0,3 2-1 0 0,2 1 1 0 0,68-60 0 0 0,-82 84-57 0 0,1 0 1 0 0,1 2-1 0 0,0 1 0 0 0,1 1 1 0 0,1 1-1 0 0,1 2 0 0 0,56-19 1 0 0,-68 29-483 0 0,0 0 1 0 0,1 1-1 0 0,-1 0 1 0 0,1 2-1 0 0,-1 0 0 0 0,1 1 1 0 0,0 2-1 0 0,-1 0 1 0 0,22 5-1 0 0,-9 1-1931 0 0,-1 1 0 0 0,0 1 0 0 0,0 2 0 0 0,48 27 0 0 0,-20-7-2526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27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1408 0 0,'128'385'8905'0'0,"-10"-32"-5313"0"0,-111-330-3430 0 0,93 313 1394 0 0,-19 45-1172 0 0,2 119 218 0 0,-26 273-1028 0 0,-53-53 811 0 0,-69 393-183 0 0,-41 387 520 0 0,94-1322-402 0 0,-7 165 174 0 0,2 811 371 0 0,39-271-210 0 0,-2-111-549 0 0,-19 1-276 0 0,-44 518-555 0 0,17-739-3331 0 0,13-285-124 0 0,5-44 746 0 0,4-5-1173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33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 1936 0 0,'21'-14'2352'0'0,"-3"2"-583"0"0,3 1-1785 0 0,-7-1-2041 0 0,-1 3 697 0 0,-1-3 464 0 0,2-4 304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35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13946 787 1936 0 0,'9'-5'1158'0'0,"-1"0"0"0"0,0 1-1 0 0,1 0 1 0 0,0 1 0 0 0,0 0-1 0 0,12-3 1 0 0,-6 3-255 0 0,0 1 0 0 0,0 0 0 0 0,21 2 0 0 0,2 2-112 0 0,-1 2-1 0 0,49 13 0 0 0,246 84 1036 0 0,-204-57-1600 0 0,-68-24-103 0 0,-1 3 0 0 0,85 45 0 0 0,-121-55-102 0 0,-1 1 0 0 0,0 1 0 0 0,-1 1 0 0 0,0 1 0 0 0,-2 1 0 0 0,0 0 1 0 0,-1 2-1 0 0,26 37 0 0 0,180 336-2592 0 0,-131-219 4190 0 0,-47-82-776 0 0,-4 1 0 0 0,54 181 0 0 0,-15-15-333 0 0,38 136 280 0 0,-61-161-914 0 0,46 377 1 0 0,-82-309 224 0 0,-15-170-85 0 0,-5-112-10 0 0,15 296 632 0 0,-12-220-383 0 0,1 34-118 0 0,-5-58-216 0 0,-2 67 107 0 0,-44 429 941 0 0,38-511-1078 0 0,-27 178 35 0 0,26-202 110 0 0,-1 0-1 0 0,-1 0 1 0 0,-2-1-1 0 0,-31 59 0 0 0,23-58 91 0 0,-1-1 0 0 0,-1-1 0 0 0,-2-1 1 0 0,-1-1-1 0 0,-1-1 0 0 0,-2-2 0 0 0,-60 46 0 0 0,-1-11-20 0 0,-2-4 0 0 0,-135 61 0 0 0,-147 41 66 0 0,293-128-161 0 0,-322 109 168 0 0,218-85-72 0 0,-623 154-75 0 0,738-192-49 0 0,-269 79 308 0 0,73-19-59 0 0,-5-17-200 0 0,-241 11 167 0 0,217-34-127 0 0,-15 0-137 0 0,-432-2 0 0 0,214-52 5 0 0,-29 1-9 0 0,203 14 155 0 0,-367-4-11 0 0,1-25 537 0 0,420 9-325 0 0,-674-38-404 0 0,-282 37-170 0 0,1206 22 259 0 0,-644-20-123 0 0,11 0 71 0 0,112 0 110 0 0,2-41-141 0 0,-476-141 139 0 0,947 179-166 0 0,1-5-1 0 0,2-3 1 0 0,-149-74 0 0 0,188 75 68 0 0,2-3 0 0 0,1-1 0 0 0,1-3 0 0 0,-88-87 0 0 0,86 69 172 0 0,3-2-1 0 0,2-2 1 0 0,-69-114-1 0 0,78 101 25 0 0,2-2-1 0 0,4-1 1 0 0,-34-114-1 0 0,-35-251 1482 0 0,39 118-972 0 0,-24-141-578 0 0,28-87-82 0 0,67 214-247 0 0,-5 293 239 0 0,8-80 187 0 0,5 0 0 0 0,42-158-1 0 0,-14 128-190 0 0,84-201-1 0 0,318-579-120 0 0,-392 839 171 0 0,72-96-1 0 0,-69 115 137 0 0,102-104 1 0 0,151-99-100 0 0,-184 186-247 0 0,198-110 1 0 0,156-31 258 0 0,-67 90-81 0 0,93 26-376 0 0,-7 51 17 0 0,37 31 291 0 0,417 37 170 0 0,-16 50 95 0 0,108 59-49 0 0,-13 48 26 0 0,-726-108-146 0 0,100 15 101 0 0,441 40-21 0 0,-416-66 29 0 0,317 35 15 0 0,-438-40-74 0 0,90 8 81 0 0,-109-12-159 0 0,508 47-53 0 0,-247-28 375 0 0,-4 27-31 0 0,111 66-73 0 0,-13 32-505 0 0,-603-161 320 0 0,12 3-3446 0 0,110 18-1 0 0,-148-32 2445 0 0,0-1-1 0 0,0-1 0 0 0,-1 0 1 0 0,1-1-1 0 0,0-1 1 0 0,0 0-1 0 0,-1-1 0 0 0,1-1 1 0 0,-1-1-1 0 0,31-13 1 0 0,30-27-7344 0 0,-75 44 8152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1:59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11937 381 2240 0 0,'-6'0'3333'0'0,"-173"7"5184"0"0,-7 15-7314 0 0,120-13-751 0 0,-640 105 640 0 0,509-78 0 0 0,-2-9 0 0 0,-339 2 0 0 0,-296-49-23 0 0,158-26-366 0 0,255 11-443 0 0,-22-1-108 0 0,-4-2-68 0 0,17 4-7 0 0,11 2-32 0 0,-16 5 45 0 0,7 2-26 0 0,288 19-61 0 0,-469-33-30 0 0,171-8 108 0 0,421 45-76 0 0,-544-63 160 0 0,3 21-178 0 0,-192 23-40 0 0,-77-3 136 0 0,463 0-99 0 0,-82-6-493 0 0,150 18-4537 0 0,75 2-2785 0 0,122 3 1092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01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38 1216 0 0,'-14'-9'3344'0'0,"-1"-1"-3920"0"0,-3-1-1680 0 0,3 3 1272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01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16 3712 0 0,'-13'-15'12538'0'0,"21"19"-12140"0"0,-1 0-283 0 0,0-1 10 0 0,-1 1 0 0 0,0 0 0 0 0,0 0 0 0 0,0 0 0 0 0,-1 1 0 0 0,10 10 0 0 0,7 10 565 0 0,-2 2 1 0 0,-1 0 0 0 0,27 53-1 0 0,-36-59-501 0 0,-1 0 0 0 0,0 1 0 0 0,-2 0 0 0 0,-1 1 0 0 0,0 0 0 0 0,2 28 0 0 0,-7-40-129 0 0,-1 0 0 0 0,1 0 0 0 0,-2 0 0 0 0,-1 13 0 0 0,1-20-40 0 0,0 0 1 0 0,1 0-1 0 0,-1-1 0 0 0,-1 1 0 0 0,1 0 1 0 0,-1-1-1 0 0,1 1 0 0 0,-1-1 0 0 0,0 0 0 0 0,0 1 1 0 0,0-1-1 0 0,-1 0 0 0 0,1 0 0 0 0,-6 4 1 0 0,5-5 9 0 0,0 0 1 0 0,0 0 0 0 0,0 0-1 0 0,0-1 1 0 0,0 0 0 0 0,0 1-1 0 0,-1-1 1 0 0,1 0 0 0 0,0-1-1 0 0,-1 1 1 0 0,-3 0 0 0 0,4-1 11 0 0,-7-2 91 0 0,-15-6-21 0 0,1-2-1 0 0,1 0 1 0 0,-1-2-1 0 0,-27-19 0 0 0,-100-85 233 0 0,127 94-320 0 0,0-1 1 0 0,2-1 0 0 0,-35-49 0 0 0,51 62 98 0 0,-1 0 1 0 0,2 0 0 0 0,-6-13 0 0 0,10 17 77 0 0,3-12-13 0 0,-2 19-182 0 0,0-1 0 0 0,0 1 0 0 0,0 0-1 0 0,0-1 1 0 0,0 1 0 0 0,0-1 0 0 0,0 1 0 0 0,0 0 0 0 0,1-1-1 0 0,-1 1 1 0 0,0 0 0 0 0,0-1 0 0 0,0 1 0 0 0,0 0-1 0 0,1-1 1 0 0,-1 1 0 0 0,0 0 0 0 0,1-1 0 0 0,-1 1-1 0 0,0 0 1 0 0,0-1 0 0 0,1 1 0 0 0,-1 0 0 0 0,5-4 5 0 0,-1 0 1 0 0,1 1 0 0 0,0 0 0 0 0,-1 0 0 0 0,1 0 0 0 0,1 0 0 0 0,-1 1-1 0 0,0 0 1 0 0,0 0 0 0 0,1 0 0 0 0,0 1 0 0 0,6-1 0 0 0,2 1-130 0 0,-1 0 0 0 0,1 2 0 0 0,0 0 1 0 0,20 3-1 0 0,57 17-1527 0 0,-46-9 111 0 0,10 2-1600 0 0,79 17-5400 0 0,-81-22 1682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02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450 0 192 0 0,'0'0'14795'0'0,"4"1"-13015"0"0,13 3-375 0 0,-12-3 2676 0 0,-12 4-3823 0 0,-21 17-24 0 0,28-22-222 0 0,-1 1 0 0 0,1-1 1 0 0,-1 1-1 0 0,0-1 0 0 0,1 1 0 0 0,-1-1 1 0 0,0 1-1 0 0,0-1 0 0 0,1 0 0 0 0,-1 1 1 0 0,0-1-1 0 0,0 0 0 0 0,0 0 0 0 0,-1 1 1 0 0,-74 3 729 0 0,24-4-83 0 0,17 2-565 0 0,0 1 1 0 0,0 2 0 0 0,0 1 0 0 0,-39 12 0 0 0,29-3-3428 0 0,3 2-3465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04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42 4416 0 0,'0'0'15215'0'0,"5"-7"-14952"0"0,17-20-46 0 0,-16 20 405 0 0,-1 10-326 0 0,14 11 62 0 0,-17-14-308 0 0,-1 1-1 0 0,1 0 1 0 0,-1 0-1 0 0,1 0 1 0 0,-1 0-1 0 0,0 1 0 0 0,0-1 1 0 0,1 0-1 0 0,-1 1 1 0 0,0-1-1 0 0,0 0 1 0 0,-1 1-1 0 0,2 1 1 0 0,2 4 83 0 0,5 5 70 0 0,0 1 0 0 0,-1 0 0 0 0,-1 0 0 0 0,0 1 0 0 0,-1 0-1 0 0,0 0 1 0 0,6 27 0 0 0,-6-16-55 0 0,-2 1-1 0 0,0 0 1 0 0,-1 43-1 0 0,-3-50-122 0 0,-1-1 0 0 0,-1 1 0 0 0,-6 26 0 0 0,7-38-52 0 0,-1 0-1 0 0,0 0 1 0 0,-1-1 0 0 0,1 1 0 0 0,-1-1 0 0 0,-1 0 0 0 0,1 1 0 0 0,-1-1 0 0 0,0-1-1 0 0,0 1 1 0 0,-10 9 0 0 0,13-14 20 0 0,0 0 0 0 0,0 0 0 0 0,0 0 0 0 0,0 0 0 0 0,0-1 0 0 0,-1 1-1 0 0,1 0 1 0 0,0-1 0 0 0,0 1 0 0 0,-1-1 0 0 0,1 0 0 0 0,-2 1 0 0 0,-1 0-6 0 0,-5 1-26 0 0,-12-3 11 0 0,10-3-14 0 0,2 0 47 0 0,1-2 0 0 0,-1 1 1 0 0,1-1-1 0 0,0 0 0 0 0,1-1 1 0 0,-13-13-1 0 0,8 5 52 0 0,1-1 0 0 0,0 0-1 0 0,1-1 1 0 0,1 0 0 0 0,1 0 0 0 0,0-1 0 0 0,1 0-1 0 0,-6-26 1 0 0,7 20-14 0 0,4 14-75 0 0,0 1 0 0 0,0 0 1 0 0,1 0-1 0 0,0-1 0 0 0,0 1 0 0 0,1-13 0 0 0,1 14-206 0 0,0-1 0 0 0,1 1 0 0 0,-1 0 0 0 0,5-13 0 0 0,-5 18-459 0 0,1-1 0 0 0,0 0 0 0 0,0 0 0 0 0,0 1 0 0 0,0-1 0 0 0,0 1-1 0 0,1 0 1 0 0,-1-1 0 0 0,1 1 0 0 0,0 0 0 0 0,0 1 0 0 0,0-1 0 0 0,5-3 0 0 0,6-2-3520 0 0,1-1-2211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04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1408 0 0,'11'7'15894'0'0,"-2"10"-12294"0"0,-6 11-2504 0 0,-3-12-316 0 0,0 6-284 0 0,-3 10-304 0 0,-3-1-408 0 0,3 4-460 0 0,-6-3-668 0 0,7-1-3036 0 0,-2-9 1219 0 0,2-5-687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05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6185 0 0,'0'0'11107'0'0,"5"0"-9556"0"0,13-2-311 0 0,-18 2-1217 0 0,0-1 1 0 0,0 1-1 0 0,1 0 0 0 0,-1 0 1 0 0,0 0-1 0 0,0 0 0 0 0,1 0 1 0 0,-1 0-1 0 0,0 0 0 0 0,0 0 0 0 0,1 0 1 0 0,-1 0-1 0 0,0 0 0 0 0,0 0 1 0 0,1 0-1 0 0,-1 1 0 0 0,0-1 1 0 0,0 0-1 0 0,0 0 0 0 0,1 0 0 0 0,-1 0 1 0 0,0 0-1 0 0,0 0 0 0 0,0 1 1 0 0,1-1-1 0 0,-1 0 0 0 0,0 0 1 0 0,0 0-1 0 0,0 0 0 0 0,0 1 0 0 0,1-1 1 0 0,-1 0-1 0 0,0 0 0 0 0,0 0 1 0 0,0 1-1 0 0,0-1 0 0 0,0 0 1 0 0,18 28 362 0 0,-1 0 0 0 0,-1 2 0 0 0,-2-1 1 0 0,-1 2-1 0 0,-1 0 0 0 0,-2 0 0 0 0,-1 1 0 0 0,-2 0 1 0 0,6 45-1 0 0,-13-65-359 0 0,1 1-1 0 0,-2-1 1 0 0,-3 23 0 0 0,3-29-30 0 0,0 0 0 0 0,-1 0 0 0 0,1 0 0 0 0,-1-1 0 0 0,-1 1 1 0 0,1 0-1 0 0,-1-1 0 0 0,0 1 0 0 0,-1-1 0 0 0,-5 8 0 0 0,-25 18-307 0 0,31-29 184 0 0,0-1 10 0 0,-8 5 20 0 0,8-5 216 0 0,12-4 23 0 0,28-8-48 0 0,1 2 1 0 0,55-7 0 0 0,47 8 224 0 0,-70 13-1467 0 0,-51-2-1484 0 0,30 9 1 0 0,-17-3-5654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05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6913 0 0,'6'15'7316'0'0,"0"0"-6324"0"0,-3 13-7744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06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3354 3491 5312 0 0,'9'14'7877'0'0,"-8"-11"-6161"0"0,3 7-614 0 0,-3-7-262 0 0,1-1-241 0 0,3 10-152 0 0,-4-10 78 0 0,0 1-323 0 0,3 2 4140 0 0,-2-12-3132 0 0,0-18-1924 0 0,-2 21 1202 0 0,1 2-455 0 0,-1 0 1 0 0,0 0 0 0 0,1 1 0 0 0,-1-1 0 0 0,0 0 0 0 0,0 0 0 0 0,0 0 0 0 0,-1 0 0 0 0,1 0 0 0 0,0 1 0 0 0,-2-4 0 0 0,-3-14 288 0 0,-8-52 134 0 0,-29-200 83 0 0,35 203-711 0 0,3 0 0 0 0,5-73 0 0 0,36-174 865 0 0,-18 191-297 0 0,3-169 0 0 0,-43-217-868 0 0,9 293 731 0 0,-30-197-1087 0 0,27 322 841 0 0,-12-66 378 0 0,-4 36-230 0 0,17 72-93 0 0,-9-55 0 0 0,16 54-119 0 0,7 49 49 0 0,0 0 0 0 0,-1 0 0 0 0,1 0 0 0 0,0 0 0 0 0,0 0 0 0 0,0 1 0 0 0,0-1 0 0 0,0 0-1 0 0,1 0 1 0 0,-1 0 0 0 0,1-2 0 0 0,1-4-2 0 0,-2 1 8 0 0,1-1 0 0 0,-1 1 0 0 0,1 0 0 0 0,0 0 0 0 0,1-1 0 0 0,0 1 0 0 0,5-12-1 0 0,2-9-57 0 0,-8 26 14 0 0,0-1-14 0 0,3-3 146 0 0,-5 6-116 0 0,1 0 0 0 0,0 0-1 0 0,0 0 1 0 0,0 0 0 0 0,0 0-1 0 0,0 0 1 0 0,0 0-1 0 0,0 0 1 0 0,0 0 0 0 0,-1 0-1 0 0,1 0 1 0 0,0 0-1 0 0,0 0 1 0 0,0 0 0 0 0,0 0-1 0 0,0 0 1 0 0,0 0 0 0 0,0 0-1 0 0,0-1 1 0 0,-1 1-1 0 0,1 0 1 0 0,0 0 0 0 0,0 0-1 0 0,0 0 1 0 0,0 0-1 0 0,0 0 1 0 0,0 0 0 0 0,0 0-1 0 0,0 0 1 0 0,0 0 0 0 0,0 0-1 0 0,-1 0 1 0 0,1-1-1 0 0,0 1 1 0 0,0 0 0 0 0,0 0-1 0 0,0 0 1 0 0,0 0-1 0 0,0 0 1 0 0,0 0 0 0 0,0 0-1 0 0,0 0 1 0 0,0-1 0 0 0,0 1-1 0 0,0 0 1 0 0,0 0-1 0 0,0 0 1 0 0,0 0 0 0 0,0 0-1 0 0,0 0 1 0 0,0 0-1 0 0,0-1 1 0 0,0 1 0 0 0,0 0-1 0 0,0 0 1 0 0,0 0-1 0 0,1 0 1 0 0,-1 0 0 0 0,0 0-1 0 0,0 0 1 0 0,-30 16-25 0 0,29-16 48 0 0,1 1-1 0 0,-1-1 1 0 0,1 0 0 0 0,-1 1 0 0 0,1-1 0 0 0,-1 0 0 0 0,0 0 0 0 0,1 1 0 0 0,-1-1 0 0 0,1 0 0 0 0,-1 0 0 0 0,0 0 0 0 0,1 0 0 0 0,-1 0 0 0 0,0 0 0 0 0,-1 0 0 0 0,-514-25-221 0 0,262 12 286 0 0,-339-62 0 0 0,342 27-309 0 0,-134-22 45 0 0,257 52 113 0 0,-133 0 1 0 0,71 24 105 0 0,80 0 50 0 0,60-4-33 0 0,0 3 0 0 0,-62 14 1 0 0,100-16 17 0 0,0 1 0 0 0,0 0 0 0 0,0 1-1 0 0,1 0 1 0 0,-1 1 0 0 0,1 0 0 0 0,1 1 0 0 0,-1 0 0 0 0,1 1 0 0 0,1 0 0 0 0,-1 1 0 0 0,1 0 0 0 0,-14 18-1 0 0,8-7-34 0 0,2 0 0 0 0,1 1 0 0 0,0 1-1 0 0,1 0 1 0 0,2 0 0 0 0,-10 30-1 0 0,10-19 97 0 0,2 1 0 0 0,0 0 0 0 0,-2 58 0 0 0,8 107-81 0 0,2-142-162 0 0,19 587 475 0 0,38 6-476 0 0,6-212-387 0 0,-6 67-896 0 0,-28-269-2071 0 0,26 189-6952 0 0,-35-299 3447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08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72 5056 0 0,'1'-4'3969'0'0,"6"-30"6652"0"0,-6 45-10228 0 0,6 64 307 0 0,4 17-207 0 0,-1-24-20 0 0,-3 0 0 0 0,-4 92-1 0 0,-11-64-633 0 0,8-95 158 0 0,0 0-1 0 0,0 0 0 0 0,0 0 1 0 0,0-1-1 0 0,0 1 0 0 0,0 0 0 0 0,-1 0 1 0 0,1 0-1 0 0,0 0 0 0 0,-1 0 1 0 0,1 0-1 0 0,0 0 0 0 0,-1 0 0 0 0,0 0 1 0 0,0 2-1 0 0,0-1-12 0 0,-6-9-59 0 0,-2-3 57 0 0,1 0 0 0 0,0-1 0 0 0,1 0 0 0 0,0-1 0 0 0,1 1 0 0 0,-6-14 0 0 0,-3-24-16 0 0,2 0-1 0 0,-8-63 1 0 0,14 75 236 0 0,-3-21 431 0 0,-4-110-1 0 0,10 133-243 0 0,4 21-271 0 0,0 10 504 0 0,4 14-606 0 0,-2-5-17 0 0,4 10-61 0 0,-1-1 1 0 0,-1 1 0 0 0,3 17 0 0 0,3 33-421 0 0,6 40-4608 0 0,2-1-3890 0 0,-8-61 1816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09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33 4008 0 0,'-3'-2'4557'0'0,"-20"-16"3853"0"0,7 6-2604 0 0,20 22-5582 0 0,-3-5-193 0 0,3 4 18 0 0,-1 0-1 0 0,-1 0 1 0 0,1 0-1 0 0,-2 1 1 0 0,1-1 0 0 0,-1 13-1 0 0,-2 22-479 0 0,-8 50 0 0 0,-5-3-3600 0 0,-1 4-5429 0 0,10-66 3197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10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16 3712 0 0,'0'0'9287'0'0,"2"-2"-7099"0"0,5-6-722 0 0,-5 6 709 0 0,2 2-1338 0 0,10-3-153 0 0,-10 3 288 0 0,0 2-646 0 0,9 4 63 0 0,19 12 1 0 0,-21-9-234 0 0,0 0 1 0 0,-1 1-1 0 0,0 0 0 0 0,0 1 1 0 0,-1 0-1 0 0,-1 0 0 0 0,12 20 1 0 0,-5-3-10 0 0,0 1 0 0 0,11 37 0 0 0,-18-42-91 0 0,-1 1 0 0 0,0 0 0 0 0,-2 0-1 0 0,3 46 1 0 0,-7-54-67 0 0,-1 1 1 0 0,-1-1-1 0 0,0 0 0 0 0,-2 0 0 0 0,1 0 0 0 0,-2 0 0 0 0,-1 0 0 0 0,-6 16 1 0 0,7-23-7 0 0,0-1 1 0 0,0 0-1 0 0,-1-1 1 0 0,-1 1 0 0 0,0-1-1 0 0,0 0 1 0 0,-12 12 0 0 0,15-17 14 0 0,-1 0 0 0 0,1 0 0 0 0,-1 0 0 0 0,1-1 0 0 0,-1 1 1 0 0,0-1-1 0 0,0 0 0 0 0,0-1 0 0 0,0 1 0 0 0,-1-1 0 0 0,1 1 0 0 0,0-1 1 0 0,-1 0-1 0 0,1-1 0 0 0,0 1 0 0 0,-1-1 0 0 0,1 0 0 0 0,-1 0 0 0 0,-7-1 1 0 0,0-2-32 0 0,0-1-1 0 0,1 0 1 0 0,0 0 0 0 0,0-1 0 0 0,0 0 0 0 0,0-1 0 0 0,1 0 0 0 0,0-1 0 0 0,0 0 0 0 0,1-1 0 0 0,-16-16 0 0 0,3 0 56 0 0,0-1 0 0 0,2-1 0 0 0,-20-33 0 0 0,25 35 76 0 0,2 0-1 0 0,0-1 1 0 0,2 0 0 0 0,0-1-1 0 0,2-1 1 0 0,1 0 0 0 0,1 0-1 0 0,-3-29 1 0 0,9 48-69 0 0,0 0 0 0 0,1 1 0 0 0,0-1 1 0 0,1 1-1 0 0,0-1 0 0 0,0 1 0 0 0,1 0 0 0 0,-1-1 1 0 0,1 1-1 0 0,1 0 0 0 0,6-13 0 0 0,-7 16-165 0 0,0 1 1 0 0,1-1-1 0 0,-1 1 0 0 0,1-1 0 0 0,0 1 0 0 0,0 0 0 0 0,0 0 0 0 0,0 0 1 0 0,1 0-1 0 0,-1 1 0 0 0,1 0 0 0 0,0-1 0 0 0,0 1 0 0 0,0 1 1 0 0,0-1-1 0 0,0 0 0 0 0,0 1 0 0 0,0 0 0 0 0,0 0 0 0 0,0 0 1 0 0,7 0-1 0 0,3 1-2467 0 0,0 0 1 0 0,14 2 0 0 0,0 0-1626 0 0,5 0-3093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12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381 29 6825 0 0,'0'0'15858'0'0,"8"6"-15580"0"0,27 21 3 0 0,-33-26-254 0 0,0 1-1 0 0,-1 0 1 0 0,1 0-1 0 0,0 0 0 0 0,-1 0 1 0 0,1 0-1 0 0,-1 0 1 0 0,0 0-1 0 0,0 0 1 0 0,0 0-1 0 0,0 1 1 0 0,0-1-1 0 0,0 1 1 0 0,0 3-1 0 0,1 2 32 0 0,1 4 10 0 0,0 1 0 0 0,-1-1 1 0 0,-1 1-1 0 0,0-1 0 0 0,-1 1 0 0 0,-1 18 1 0 0,-3 4 8 0 0,-9 34 0 0 0,10-55-47 0 0,-1 0 1 0 0,0 0-1 0 0,0 0 0 0 0,-1-1 1 0 0,-1 0-1 0 0,-1 0 0 0 0,1-1 1 0 0,-2 0-1 0 0,0 0 1 0 0,-18 21-1 0 0,23-30-25 0 0,-1 0 0 0 0,1 0 0 0 0,0 0 0 0 0,-1 0 0 0 0,0-1 0 0 0,0 0 0 0 0,0 0 0 0 0,0 0 0 0 0,0 0 0 0 0,0 0-1 0 0,0-1 1 0 0,0 0 0 0 0,-1 0 0 0 0,1 0 0 0 0,0 0 0 0 0,-8-1 0 0 0,5 0-13 0 0,1-1 1 0 0,-1 0-1 0 0,1 0 0 0 0,-1 0 0 0 0,1-1 0 0 0,0 0 0 0 0,0-1 0 0 0,0 1 1 0 0,0-1-1 0 0,-10-7 0 0 0,2 1-12 0 0,1-1-1 0 0,0-1 1 0 0,0 0-1 0 0,1-1 1 0 0,1 0 0 0 0,-20-28-1 0 0,16 17 146 0 0,1 0-1 0 0,0-1 1 0 0,-14-41-1 0 0,22 50-62 0 0,1 0-1 0 0,1-1 1 0 0,1 1-1 0 0,-3-25 1 0 0,5 31-74 0 0,1 0 0 0 0,0 0 0 0 0,0 0-1 0 0,1 0 1 0 0,0 0 0 0 0,1 0 0 0 0,0 0 0 0 0,0 0 0 0 0,5-12 0 0 0,-6 18-105 0 0,1 1-1 0 0,-1-1 1 0 0,0 1-1 0 0,1-1 1 0 0,-1 1-1 0 0,1 0 1 0 0,0-1-1 0 0,0 1 1 0 0,0 0-1 0 0,0 0 1 0 0,0 1-1 0 0,1-1 1 0 0,-1 0 0 0 0,0 1-1 0 0,1-1 1 0 0,-1 1-1 0 0,1 0 1 0 0,-1 0-1 0 0,1 0 1 0 0,0 0-1 0 0,0 0 1 0 0,-1 0-1 0 0,1 1 1 0 0,0 0-1 0 0,0-1 1 0 0,0 1 0 0 0,-1 0-1 0 0,1 0 1 0 0,0 1-1 0 0,0-1 1 0 0,0 0-1 0 0,0 1 1 0 0,5 2-1 0 0,13 4-5689 0 0,37 21-1 0 0,-36-15-1026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12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14 168 0 0,'0'-3'12774'0'0,"-5"-8"-4844"0"0,-13 32-9555 0 0,11-11-2917 0 0,5-4 3192 0 0,2-3 260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13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0 1064 0 0,'0'0'18774'0'0,"-2"13"-17889"0"0,-7 43-190 0 0,8-52-603 0 0,-1 1 0 0 0,1 0-1 0 0,-1-1 1 0 0,0 1 0 0 0,0-1 0 0 0,0 1-1 0 0,-1-1 1 0 0,1 0 0 0 0,-1 0 0 0 0,0 0 0 0 0,-6 5-1 0 0,-2 5 51 0 0,1-1-134 0 0,-1 0-1 0 0,0-1 0 0 0,-1 0 0 0 0,0-1 1 0 0,0 0-1 0 0,-1 0 0 0 0,-25 13 0 0 0,21-16-27 0 0,-14 2-18 0 0,28-10 39 0 0,0 1 29 0 0,0 0 10 0 0,-9 2-26 0 0,9-2 150 0 0,0 0-51 0 0,-8 3-35 0 0,8-4 420 0 0,4 5-301 0 0,5 11-1 0 0,1-1 1 0 0,1 0-1 0 0,0-1 1 0 0,18 23-1 0 0,7 15 236 0 0,-26-40-322 0 0,-1-1 0 0 0,0 1 0 0 0,-1 0 0 0 0,0 0 0 0 0,-1 1 0 0 0,-1-1 0 0 0,4 22 0 0 0,-6-29-152 0 0,-1 0 0 0 0,0 0 0 0 0,0 0 0 0 0,0 0 0 0 0,-1 0-1 0 0,0 0 1 0 0,0 0 0 0 0,0 0 0 0 0,0-1 0 0 0,-1 1 0 0 0,0 0 0 0 0,0-1-1 0 0,0 1 1 0 0,0-1 0 0 0,-1 1 0 0 0,0-1 0 0 0,0 0 0 0 0,0 0 0 0 0,0-1-1 0 0,-1 1 1 0 0,1-1 0 0 0,-8 6 0 0 0,3-3-796 0 0,0-2-1 0 0,1 1 1 0 0,-1-1 0 0 0,-1-1 0 0 0,1 1-1 0 0,-1-1 1 0 0,1-1 0 0 0,-1 0 0 0 0,0 0-1 0 0,0 0 1 0 0,1-1 0 0 0,-1-1-1 0 0,0 0 1 0 0,0 0 0 0 0,0 0 0 0 0,-17-4-1 0 0,-23-6-7271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14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1044 153 1488 0 0,'-18'-8'21461'0'0,"21"15"-21063"0"0,59 124 722 0 0,-21-52-658 0 0,-38-73-401 0 0,-2-4 31 0 0,-1-1-86 0 0,-1 0-1 0 0,1 1 0 0 0,0-1 1 0 0,-1 0-1 0 0,1 0 0 0 0,0 0 0 0 0,0 1 1 0 0,0-1-1 0 0,0 0 0 0 0,0 0 1 0 0,0 2-1 0 0,0 1 3 0 0,0 0-9 0 0,-6-4-56 0 0,-3 0 13 0 0,-1 0 1 0 0,1-1 0 0 0,0 0 0 0 0,0-1 0 0 0,0 0 0 0 0,-16-6 0 0 0,-59-29-224 0 0,50 22 158 0 0,-156-75 97 0 0,-42-19 190 0 0,-6 14 207 0 0,143 69-213 0 0,81 23-149 0 0,0 1 0 0 0,-1 0 0 0 0,1 2 0 0 0,-27 1 0 0 0,36-1 36 0 0,0 1-1 0 0,0 0 1 0 0,0 0-1 0 0,0 0 1 0 0,0 1-1 0 0,1 0 1 0 0,-9 3-1 0 0,11-3-9 0 0,-1-1 0 0 0,1 1 0 0 0,0 0-1 0 0,0 0 1 0 0,-1 0 0 0 0,1 0 0 0 0,0 0 0 0 0,1 0 0 0 0,-1 0-1 0 0,0 1 1 0 0,1-1 0 0 0,-1 1 0 0 0,1-1 0 0 0,-1 4-1 0 0,2 4 190 0 0,2 2-167 0 0,1 1-1 0 0,0-1 0 0 0,1-1 0 0 0,0 1 0 0 0,1 0 0 0 0,0-1 0 0 0,8 11 0 0 0,3 2-11 0 0,2-1 1 0 0,0-1-1 0 0,1-1 0 0 0,2-1 1 0 0,28 23-1 0 0,-13-15-323 0 0,1-3 0 0 0,67 36-1 0 0,-80-50-37 0 0,25 8-1 0 0,-40-16 233 0 0,-8-3 51 0 0,1 1 1 0 0,-1-1-1 0 0,0 1 0 0 0,1-1 1 0 0,-1 0-1 0 0,1 0 0 0 0,-1 1 1 0 0,1-1-1 0 0,-1 0 0 0 0,3-1 1 0 0,0 1-6 0 0,0 1-70 0 0,0-1 1 0 0,10 0 32 0 0,-11 0 11 0 0,-10 8-1375 0 0,-1 2 714 0 0,-10 11-530 0 0,-3-4-3122 0 0,13-13-305 0 0,2-3 2966 0 0,3 0 62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15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2967 2663 1872 0 0,'0'0'19740'0'0,"-5"-6"-19539"0"0,-1-4-144 0 0,-10-13 177 0 0,1-1-1 0 0,-14-32 0 0 0,19 34-200 0 0,8 17-52 0 0,-1 0 0 0 0,1 0 0 0 0,1 0 0 0 0,-3-10 0 0 0,2 5 32 0 0,0 5 23 0 0,1-1 1 0 0,1 1-1 0 0,-1 0 0 0 0,1-1 0 0 0,0-8 0 0 0,6-52 461 0 0,-5 56-372 0 0,0 0 1 0 0,1 0 0 0 0,0 0-1 0 0,6-15 1 0 0,-5 17-85 0 0,28-99 765 0 0,16-49 379 0 0,-12 39-680 0 0,-14 41-693 0 0,55-244-503 0 0,-34 122 1330 0 0,-10 57-574 0 0,20-201 0 0 0,-49 304-186 0 0,-1 0-1 0 0,-3 0 1 0 0,0 0 0 0 0,-14-70 0 0 0,1 45 392 0 0,3 0-1 0 0,3-1 1 0 0,-1-75 0 0 0,9 100-1007 0 0,3 38 651 0 0,7-4 53 0 0,-8 4 2 0 0,2 6 22 0 0,9 16 47 0 0,-10-16-16 0 0,-2-2-45 0 0,3 7 6 0 0,-3-8 72 0 0,-4 3-115 0 0,-8 13 85 0 0,5-12 12 0 0,-29 7-79 0 0,21-7 58 0 0,0-1 1 0 0,-1-1-1 0 0,-28 5 0 0 0,20-5 4 0 0,-28 4-53 0 0,0-2 0 0 0,-61-1 0 0 0,-103-12-21 0 0,190 5 63 0 0,-562-8 39 0 0,499 10-27 0 0,-1-5 0 0 0,1-3 1 0 0,-115-27-1 0 0,-254-86 112 0 0,148 38-48 0 0,-6 24-55 0 0,272 54-24 0 0,-67 0-1 0 0,90 6-7 0 0,-1 1 0 0 0,1 0 1 0 0,-1 1-1 0 0,1 2 0 0 0,-26 8 0 0 0,39-10-9 0 0,0 0-1 0 0,0 1 1 0 0,0-1-1 0 0,0 2 1 0 0,1-1-1 0 0,0 1 1 0 0,0 0 0 0 0,0 0-1 0 0,-9 11 1 0 0,7-6-14 0 0,0 1 0 0 0,1 0 0 0 0,0 1 0 0 0,-9 20 0 0 0,15-30 33 0 0,0 1-44 0 0,-12 23-1736 0 0,-2-6-7269 0 0,7-13 4541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35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733 1 1344 0 0,'0'0'6971'0'0,"5"6"-2252"0"0,15 19-2124 0 0,-19-25-2506 0 0,-1 1 0 0 0,1-1 0 0 0,-1 1 0 0 0,1-1 0 0 0,-1 1 0 0 0,0-1 0 0 0,1 1 0 0 0,-1-1 1 0 0,0 1-1 0 0,1 0 0 0 0,-1-1 0 0 0,0 1 0 0 0,0-1 0 0 0,1 1 0 0 0,-1 0 0 0 0,0-1 0 0 0,0 1 0 0 0,0 0 0 0 0,0 0 0 0 0,0 25 745 0 0,-1-1-1 0 0,0 1 1 0 0,-2-1 0 0 0,-1 0 0 0 0,-13 42 0 0 0,-50 127 226 0 0,57-170-852 0 0,-11 33-32 0 0,-60 145 481 0 0,58-152-507 0 0,-3-1 1 0 0,-31 46-1 0 0,8-26-181 0 0,-4-2 1 0 0,-2-2-1 0 0,-74 66 1 0 0,114-117-1483 0 0,0-1 0 0 0,-19 11-1 0 0,28-20 556 0 0,0 0-1 0 0,0-1 0 0 0,0 0 0 0 0,-1 0 0 0 0,0 0 0 0 0,1-1 1 0 0,-1 0-1 0 0,0-1 0 0 0,-10 2 0 0 0,-11-5-6996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36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4608 0 0,'24'12'3114'0'0,"0"1"0"0"0,0 1 0 0 0,25 20 0 0 0,-20-10-820 0 0,45 47-1 0 0,100 152 349 0 0,29 76-1964 0 0,-57-99-2140 0 0,-47-72-4559 0 0,-87-111 4050 0 0,2-2 0 0 0,0 1 0 0 0,18 13 0 0 0,-2-8-4873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2:36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8493 0 0,'32'31'6124'0'0,"-13"-14"-3175"0"0,-8 7-621 0 0,1 15-616 0 0,0 9-508 0 0,-6 8-296 0 0,-3 13-400 0 0,3 21-392 0 0,0 14-716 0 0,3 15-4392 0 0,9 42 1335 0 0,3-43 9 0 0,21 25-5037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02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19 123 4608 0 0,'0'-5'5273'0'0,"1"-27"601"0"0,10-50 1162 0 0,-11 79-4834 0 0,-3 13-2056 0 0,0 0-119 0 0,-1 5 29 0 0,0-1-1 0 0,-3 30 1 0 0,-3 246 607 0 0,20 2-539 0 0,-1-46-86 0 0,-14 133 37 0 0,1-175 64 0 0,-4 199 667 0 0,12-116-977 0 0,0-148 28 0 0,12 139-346 0 0,-5-146-1330 0 0,-8-95-4199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03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0 2256 0 0,'0'0'12724'0'0,"5"12"-11717"0"0,1 1-738 0 0,1 3 138 0 0,0 1 0 0 0,4 20 0 0 0,70 341 3751 0 0,-73-312-3671 0 0,-3 1-1 0 0,-4 74 0 0 0,-1-86-107 0 0,-8 170 559 0 0,-58 356 0 0 0,-12-58-462 0 0,58-380-1097 0 0,0 1-2196 0 0,4-50-4647 0 0,9-60 2993 0 0,4-6-3221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03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0 976 0 0,'11'3'13569'0'0,"5"3"-13369"0"0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05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3800 131 2536 0 0,'0'0'20633'0'0,"-5"-7"-20400"0"0,-13-20 33 0 0,13 20 317 0 0,0-9 174 0 0,-3 21-561 0 0,0-1-173 0 0,1 1 30 0 0,-2-1 1 0 0,1 0-1 0 0,0 0 0 0 0,-1-1 1 0 0,1 1-1 0 0,-11 1 0 0 0,-13-1-14 0 0,0-1-1 0 0,-64-3 0 0 0,-68-15 70 0 0,78 6-57 0 0,-221-17 128 0 0,-6 18-10 0 0,113 13-142 0 0,-351 0-31 0 0,71-35 140 0 0,63 2 159 0 0,180 23-261 0 0,-101 16-65 0 0,75 0 190 0 0,260-11-154 0 0,-20 1 84 0 0,1-1 0 0 0,0-1 1 0 0,0-1-1 0 0,0 0 1 0 0,-28-8-1 0 0,47 9-49 0 0,13-1-134 0 0,23-1 6 0 0,0 1-1 0 0,42 2 1 0 0,173 22-208 0 0,-174-14 140 0 0,205 24-4 0 0,61 5 303 0 0,-318-35-137 0 0,541 44 435 0 0,0-30-78 0 0,-405-19-430 0 0,426 2 140 0 0,-400 8 115 0 0,212 37 1 0 0,-344-36-175 0 0,2 0 88 0 0,99 28-1 0 0,-151-35-75 0 0,-15-4-136 0 0,-157-35 6 0 0,-492-55-537 0 0,-6 53 193 0 0,-149-15 512 0 0,290 13 223 0 0,486 42-1108 0 0,-1 2 0 0 0,1 1 0 0 0,-48 10 0 0 0,22 2-4128 0 0,-2 3-3756 0 0,53-13 1328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06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0 151 3904 0 0,'12'-52'8736'0'0,"6"-22"-1678"0"0,-16 64-5753 0 0,-1 6-414 0 0,1-5 57 0 0,-1 8-654 0 0,0 10 1551 0 0,-4 104-1718 0 0,7 252-157 0 0,-3-324 57 0 0,22 396 276 0 0,0-34-151 0 0,7 151-159 0 0,-18-374-186 0 0,38 412-79 0 0,-27-399 168 0 0,14 143-184 0 0,34 710 765 0 0,-70-1007-828 0 0,-8 77-1 0 0,5-102-418 0 0,-1-1-1 0 0,0 1 1 0 0,-8 18-1 0 0,8-24-256 0 0,-1-1-1 0 0,0 1 0 0 0,0-1 1 0 0,-1 0-1 0 0,0 0 0 0 0,-9 10 1 0 0,12-15 477 0 0,0-1 1 0 0,0 1-1 0 0,0 0 0 0 0,0-1 1 0 0,0 1-1 0 0,0-1 1 0 0,-3 2-1 0 0,-10-1-6488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08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34 424 0 0,'0'-24'17131'0'0,"1"20"-15517"0"0,0-2 1449 0 0,2 7-1258 0 0,3 12-822 0 0,6 26-1542 0 0,-12-37 797 0 0,25 103 490 0 0,13 125 0 0 0,-38-228-731 0 0,14 140 795 0 0,-8-75-2046 0 0,1-2-5218 0 0,-6-55 1576 0 0,1-6 3150 0 0,-2-1-61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08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4 2880 0 0,'38'-4'11401'0'0,"-30"7"-8938"0"0,2 2-1932 0 0,0 1 0 0 0,-1 1 0 0 0,0 0 0 0 0,0 0 0 0 0,0 1 0 0 0,-1 0 0 0 0,0 1 0 0 0,-1-1 0 0 0,0 2 1 0 0,0-1-1 0 0,8 17 0 0 0,7 14 346 0 0,26 69 0 0 0,-33-66-589 0 0,-2 0 0 0 0,-2 0 0 0 0,-1 1 0 0 0,5 74-1 0 0,-14-103-243 0 0,0 0-1 0 0,-1 1 0 0 0,-1-1 0 0 0,-6 26 1 0 0,7-36-29 0 0,-1-1 0 0 0,0 0 0 0 0,-1 1 1 0 0,1-1-1 0 0,-1 0 0 0 0,0 0 0 0 0,0 0 1 0 0,0 0-1 0 0,-1 0 0 0 0,1 0 0 0 0,-1-1 1 0 0,0 1-1 0 0,0-1 0 0 0,0 0 0 0 0,0 0 1 0 0,-1 0-1 0 0,0 0 0 0 0,1-1 1 0 0,-7 4-1 0 0,6-4-8 0 0,-1-1 0 0 0,1 0 1 0 0,0 0-1 0 0,0 0 0 0 0,0-1 1 0 0,-1 1-1 0 0,1-1 0 0 0,0 0 1 0 0,0 0-1 0 0,-1-1 0 0 0,-4 0 1 0 0,-3-2 38 0 0,0 0 1 0 0,-17-7 0 0 0,8 1-9 0 0,1-2-1 0 0,-1 0 1 0 0,2 0 0 0 0,0-2-1 0 0,0-1 1 0 0,1 0 0 0 0,-21-23-1 0 0,-2-6 132 0 0,-55-77-1 0 0,84 103-204 0 0,0 0 1 0 0,2-1-1 0 0,0 0 1 0 0,-8-21-1 0 0,14 31 11 0 0,1-1 0 0 0,1 0-1 0 0,-1 0 1 0 0,1 0-1 0 0,1 0 1 0 0,0 0-1 0 0,0 0 1 0 0,1 0-1 0 0,0 0 1 0 0,0 0 0 0 0,4-16-1 0 0,-3 20-411 0 0,1-1 0 0 0,0 1-1 0 0,1-1 1 0 0,-1 1 0 0 0,1 0 0 0 0,0 0 0 0 0,1 0-1 0 0,-1 0 1 0 0,6-5 0 0 0,-2 2-2004 0 0,1 0 0 0 0,1 1 0 0 0,-1 0 0 0 0,11-6 0 0 0,-1 2-5437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10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579 352 6809 0 0,'31'-14'8314'0'0,"10"3"-6094"0"0,-10 4-3620 0 0,40-16-7935 0 0,-42 10 9920 0 0,40-21-1 0 0,23-26 6555 0 0,-34 14-5863 0 0,-35 27-628 0 0,1 1 1 0 0,0 1-1 0 0,2 1 0 0 0,0 1 0 0 0,0 2 1 0 0,53-20-1 0 0,-65 30-625 0 0,0-1 1 0 0,1 2-1 0 0,0 0 0 0 0,-1 1 1 0 0,1 0-1 0 0,0 1 1 0 0,0 1-1 0 0,-1 0 0 0 0,17 4 1 0 0,15 6-571 0 0,65 24 0 0 0,-83-26 321 0 0,221 85-831 0 0,-84-30 1240 0 0,56 12 1258 0 0,85 33 198 0 0,-245-84-1341 0 0,-1 4 1 0 0,104 66-1 0 0,-116-62-264 0 0,-2 1 0 0 0,-2 2 0 0 0,-1 2-1 0 0,61 71 1 0 0,-59-51-250 0 0,-3 2 0 0 0,-2 1 0 0 0,-3 3 0 0 0,32 76 0 0 0,31 101 220 0 0,-23 9 326 0 0,2 176-371 0 0,-57-292 144 0 0,-12-70-182 0 0,-2 0 0 0 0,-4 0 0 0 0,-2 1 0 0 0,-3-1 0 0 0,-3 1 0 0 0,-2-1 1 0 0,-22 90-1 0 0,-32 51 310 0 0,-3 11 22 0 0,28-81-398 0 0,-91 228 1 0 0,106-317 79 0 0,-92 196-148 0 0,93-208 176 0 0,-1 0 0 0 0,-1-2 0 0 0,-2-1 0 0 0,-49 53 0 0 0,53-68 61 0 0,0 0 1 0 0,-1-1-1 0 0,0-1 1 0 0,-1 0 0 0 0,-1-2-1 0 0,0-1 1 0 0,-32 12-1 0 0,21-11-8 0 0,-1-2 0 0 0,0-1 0 0 0,-1-2 0 0 0,-54 5 0 0 0,42-10-30 0 0,0-3-1 0 0,0-1 1 0 0,-66-12 0 0 0,-136-41 159 0 0,-451-154 781 0 0,135 10-1691 0 0,186 8 360 0 0,339 167 495 0 0,1-1 0 0 0,2-2 0 0 0,-46-41 0 0 0,62 47-30 0 0,0 0 0 0 0,2-1 0 0 0,1 0 0 0 0,1-2 0 0 0,0 0 0 0 0,-17-37 0 0 0,16 19 28 0 0,1 0-1 0 0,3-1 1 0 0,1-1 0 0 0,3 0 0 0 0,1-1 0 0 0,2 0 0 0 0,-1-64 0 0 0,8-25 423 0 0,20-158 0 0 0,60-303 30 0 0,-47 382-137 0 0,105-472 883 0 0,-41 384-178 0 0,-80 258-987 0 0,2 1 0 0 0,2 0-1 0 0,1 2 1 0 0,51-68 0 0 0,-58 90-149 0 0,1 1 0 0 0,0 1 1 0 0,1 0-1 0 0,1 1 0 0 0,0 1 1 0 0,1 1-1 0 0,0 1 0 0 0,1 0 1 0 0,1 2-1 0 0,-1 0 0 0 0,2 1 0 0 0,24-6 1 0 0,-11 6-238 0 0,0 1 1 0 0,1 2 0 0 0,0 2 0 0 0,0 1-1 0 0,0 2 1 0 0,0 1 0 0 0,45 7-1 0 0,20 7-2844 0 0,143 41 0 0 0,100 53-5181 0 0,-149-38 102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12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154 139 2448 0 0,'-5'-2'3843'0'0,"-17"-6"113"0"0,-27-16 0 0 0,41 20-3418 0 0,1 0-1 0 0,0-1 1 0 0,0 0 0 0 0,0 0-1 0 0,0-1 1 0 0,1 0 0 0 0,-9-11-1 0 0,13 15-217 0 0,0-1-1 0 0,1 0 0 0 0,0 0 0 0 0,-1 1 1 0 0,1-1-1 0 0,0 0 0 0 0,0-1 0 0 0,1 1 1 0 0,-1-3-1 0 0,0 4-390 0 0,1-1 964 0 0,3 0-528 0 0,12-7-64 0 0,-8 7-37 0 0,46 8 185 0 0,3 5-404 0 0,58 7 269 0 0,190-4 590 0 0,-96-5-457 0 0,428 0-58 0 0,-208-7-332 0 0,342 50 10 0 0,422 60-296 0 0,-1127-105 259 0 0,1254 143 528 0 0,58 20-737 0 0,-933-137 203 0 0,501-29-1 0 0,-482-27 175 0 0,-243 19-82 0 0,241 12 275 0 0,1 22 60 0 0,-57-2 72 0 0,136 0 592 0 0,-468-23-1043 0 0,279 1 384 0 0,-333-8-1333 0 0,0 0 1 0 0,22-7-1 0 0,-34 6-1710 0 0,1-6-1977 0 0,-8 9 4393 0 0,0 1 0 0 0,0 0 0 0 0,0 0 0 0 0,1-1 0 0 0,-1 1 0 0 0,0 0 0 0 0,0-1 0 0 0,0 1 0 0 0,0 0-1 0 0,0-1 1 0 0,0 1 0 0 0,1 0 0 0 0,-1-1 0 0 0,0 1 0 0 0,0 0 0 0 0,0-1 0 0 0,0 1 0 0 0,0 0 0 0 0,0-1 0 0 0,0 1 0 0 0,-1 0 0 0 0,1 0 0 0 0,0-1-1 0 0,-3-26-4384 0 0,1-4-3911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13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2448 0 0,'21'0'7365'0'0,"9"-5"-4677"0"0,-15-4-976 0 0,-3 1-728 0 0,6-8-1120 0 0,-12 6-4568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14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1937 768 0 0,'0'0'11669'0'0,"7"2"-10726"0"0,21 7-204 0 0,-21-7-337 0 0,-4 1-231 0 0,33 27-522 0 0,-34-28 300 0 0,2-1 217 0 0,-2 1-42 0 0,-1-2-58 0 0,0 1 0 0 0,0-1 0 0 0,-1 1 0 0 0,1 0 0 0 0,0-1 1 0 0,0 0-1 0 0,0 1 0 0 0,0-1 0 0 0,0 0 0 0 0,0 1 0 0 0,0-1 0 0 0,0 0 0 0 0,0 0 1 0 0,0 0-1 0 0,0 0 0 0 0,0 0 0 0 0,0 0 0 0 0,1 0 0 0 0,12-1 3 0 0,-10 0 6 0 0,-4-3 7 0 0,2-41 1087 0 0,-1 19 196 0 0,7-42 1 0 0,-6 62-1245 0 0,21-172 2249 0 0,-8 54-2301 0 0,0 11 518 0 0,5-285 577 0 0,-8 111-1228 0 0,-4 195-232 0 0,3-20 507 0 0,5 25 226 0 0,31-96 1 0 0,-27 110-552 0 0,-6 23-818 0 0,14-60-12463 0 0,-22 76 5597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15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12056 1651 2064 0 0,'13'-10'5596'0'0,"18"-18"0"0"0,-20 17-3139 0 0,16-23 0 0 0,-20 25-1983 0 0,-1 0 0 0 0,0-1 1 0 0,-1 1-1 0 0,0-1 1 0 0,-1-1-1 0 0,0 1 1 0 0,-1 0-1 0 0,4-17 0 0 0,20-111 925 0 0,-8-15-1698 0 0,10-61-454 0 0,-9 73 554 0 0,-18 94 563 0 0,9-76-1706 0 0,-9 87-1 0 0,-1 21 1009 0 0,0 0-1 0 0,4-16 1 0 0,-1 11 25 0 0,0 7 126 0 0,-2-1-1 0 0,0 1 1 0 0,1-15-1 0 0,-3 20 56 0 0,-2-7 17 0 0,-1 2-212 0 0,2 8 259 0 0,0 0-155 0 0,0-1 0 0 0,0 1 0 0 0,-1 0 1 0 0,0-1-1 0 0,0 1 0 0 0,0 0 0 0 0,0 0 1 0 0,-1 0-1 0 0,-6-8 0 0 0,1 4 121 0 0,-1 1 1 0 0,0 0-1 0 0,-1 1 1 0 0,0-1-1 0 0,0 2 0 0 0,0-1 1 0 0,-1 2-1 0 0,0-1 0 0 0,0 2 1 0 0,0-1-1 0 0,-1 1 1 0 0,1 1-1 0 0,-22-4 0 0 0,-13 1 437 0 0,1 2-1 0 0,-61 3 1 0 0,76 1-429 0 0,-102 1 173 0 0,-96-1 51 0 0,-532-14 622 0 0,350 8-683 0 0,-91-18 235 0 0,1-16 1234 0 0,-285-16 585 0 0,-179 74-1460 0 0,-453 36-776 0 0,320-8 476 0 0,385-16-160 0 0,10-49-150 0 0,273-23 36 0 0,-174-40-10 0 0,143 18 345 0 0,18 18 428 0 0,-95 27-284 0 0,60 40-1421 0 0,128 15-5273 0 0,86-8-1237 0 0,139-15 1240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18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45 424 0 0,'3'-4'1669'0'0,"11"-16"13741"0"0,-11 18-14344 0 0,7-8-187 0 0,-7 7 394 0 0,1 0-709 0 0,-4 3-507 0 0,1 0 1 0 0,-1 0 0 0 0,0-1 0 0 0,1 1-1 0 0,-1 0 1 0 0,0 0 0 0 0,0-1 0 0 0,1 1-1 0 0,-1 0 1 0 0,0 0 0 0 0,1 0 0 0 0,-1 0-1 0 0,1 0 1 0 0,-1 0 0 0 0,0-1 0 0 0,1 1-1 0 0,-1 0 1 0 0,0 0 0 0 0,1 0 0 0 0,-1 0-1 0 0,0 0 1 0 0,1 0 0 0 0,-1 0 0 0 0,1 1-1 0 0,-1-1 1 0 0,0 0 0 0 0,1 0 0 0 0,-1 0-1 0 0,0 0 1 0 0,1 0 0 0 0,-1 0 0 0 0,0 1-1 0 0,1-1 1 0 0,-1 0 0 0 0,0 0 0 0 0,1 1-1 0 0,21 8 262 0 0,-14-4-15 0 0,-6-3-217 0 0,-1-2-62 0 0,0 1 1 0 0,0 0-1 0 0,0-1 0 0 0,0 1 0 0 0,-1 0 0 0 0,1-1 0 0 0,0 1 0 0 0,-1 0 0 0 0,1 0 0 0 0,0 0 0 0 0,-1 0 1 0 0,1 0-1 0 0,-1 0 0 0 0,1 0 0 0 0,-1 0 0 0 0,0 0 0 0 0,1 0 0 0 0,-1 1 0 0 0,12 47 383 0 0,7 57 0 0 0,-15-75-346 0 0,0 0 20 0 0,0 39-1 0 0,3 113-193 0 0,-1-43 5 0 0,-4-67-102 0 0,0 73-3190 0 0,-2-141 2563 0 0,0 22-2466 0 0,1-5-4503 0 0,1-5 686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19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4 5889 0 0,'0'0'8591'0'0,"3"-1"-6623"0"0,1 0-1413 0 0,3 0 19 0 0,0 0 2780 0 0,-3 4-2722 0 0,11 7-115 0 0,-9-5-134 0 0,1 11-294 0 0,-1-1 1 0 0,0 1 0 0 0,-1 0-1 0 0,0 1 1 0 0,-2-1 0 0 0,0 1-1 0 0,-1 0 1 0 0,0 0-1 0 0,-2-1 1 0 0,0 1 0 0 0,0 0-1 0 0,-2 0 1 0 0,0 0 0 0 0,-1-1-1 0 0,-6 21 1 0 0,0-12-90 0 0,0 0 0 0 0,-2-1 1 0 0,-1-1-1 0 0,0 0 0 0 0,-2 0 1 0 0,-27 34-1 0 0,29-44 59 0 0,-1 4 68 0 0,-2 0 1 0 0,0-1-1 0 0,-1-1 0 0 0,-22 16 0 0 0,36-29 286 0 0,14-7-450 0 0,2-1 41 0 0,-1 0 6 0 0,1 1-1 0 0,0 0 1 0 0,25-5 0 0 0,5 2-158 0 0,0 2-1 0 0,1 2 1 0 0,-1 3 0 0 0,1 1-1 0 0,-1 2 1 0 0,1 2 0 0 0,86 19-1 0 0,-94-12-2184 0 0,27 6-8883 0 0,-43-15 3699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19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26 6057 0 0,'25'-16'9541'0'0,"-11"8"-6804"0"0,-11 7-1456 0 0,-2 1-1143 0 0,1 1-1 0 0,-1-1 1 0 0,0 1 0 0 0,1-1-1 0 0,-1 0 1 0 0,0 1 0 0 0,1-1 0 0 0,-1 0-1 0 0,1 0 1 0 0,2 0 0 0 0,0 0 98 0 0,-4 0-209 0 0,1 0 0 0 0,-1 0 0 0 0,0 0 0 0 0,1 0 1 0 0,-1 0-1 0 0,0 0 0 0 0,1 0 0 0 0,-1 0 1 0 0,1 0-1 0 0,-1 1 0 0 0,0-1 0 0 0,1 0 0 0 0,-1 0 1 0 0,0 0-1 0 0,1 1 0 0 0,-1-1 0 0 0,0 0 0 0 0,0 1 1 0 0,1-1-1 0 0,-1 0 0 0 0,1 1 0 0 0,7 9 149 0 0,0 1 0 0 0,0 0-1 0 0,-1 1 1 0 0,0 0 0 0 0,-1 0-1 0 0,7 16 1 0 0,24 84 359 0 0,-21-53-288 0 0,-2 0 0 0 0,6 69-1 0 0,-18-115-208 0 0,-1-1 1 0 0,-1 1-1 0 0,0-1 0 0 0,-1 1 0 0 0,0 0 0 0 0,-1-1 0 0 0,-4 16 0 0 0,5-24-25 0 0,0-1 0 0 0,-1 1 1 0 0,1 0-1 0 0,-1-1 0 0 0,0 1 0 0 0,0-1 0 0 0,0 0 0 0 0,-1 1 0 0 0,1-1 0 0 0,-1 0 0 0 0,1 0 0 0 0,-1-1 0 0 0,0 1 0 0 0,0-1 0 0 0,-1 1 1 0 0,1-1-1 0 0,0 0 0 0 0,-1 0 0 0 0,1 0 0 0 0,-1-1 0 0 0,0 1 0 0 0,1-1 0 0 0,-1 0 0 0 0,0 0 0 0 0,0 0 0 0 0,-4 0 0 0 0,1 0 0 0 0,1-1 0 0 0,-1-1 0 0 0,0 1 0 0 0,1-1 0 0 0,-1 0 0 0 0,1 0 0 0 0,-1-1 0 0 0,1 0 0 0 0,0 0 0 0 0,0 0 0 0 0,-7-4 0 0 0,-2-3-40 0 0,1 1 0 0 0,0-1 0 0 0,-16-14 0 0 0,-3-6 42 0 0,1-1 1 0 0,1-1-1 0 0,-30-39 1 0 0,45 49 31 0 0,1-1-1 0 0,1-1 1 0 0,1 0 0 0 0,1 0 0 0 0,1-2 0 0 0,-12-36 0 0 0,21 53-40 0 0,0-1 0 0 0,0 0 1 0 0,1-1-1 0 0,0 1 0 0 0,1 0 1 0 0,0 0-1 0 0,2-16 1 0 0,-2 21-132 0 0,0 0 0 0 0,1 1 0 0 0,0-1 1 0 0,0 1-1 0 0,0-1 0 0 0,0 1 1 0 0,1-1-1 0 0,-1 1 0 0 0,1 0 1 0 0,0 0-1 0 0,0 0 0 0 0,0 0 0 0 0,0 0 1 0 0,1 0-1 0 0,-1 1 0 0 0,1-1 1 0 0,-1 1-1 0 0,1-1 0 0 0,0 1 1 0 0,0 0-1 0 0,0 0 0 0 0,4-1 0 0 0,2 0-1531 0 0,0 0 0 0 0,1 1 0 0 0,-1 0 0 0 0,1 1 0 0 0,14 0 0 0 0,-8 0-773 0 0,22-1-5233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37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2280 471 2448 0 0,'0'0'15944'0'0,"-5"-7"-15479"0"0,-19-25-76 0 0,21 29-319 0 0,0 0-1 0 0,0 1 1 0 0,-1-1 0 0 0,1 1-1 0 0,0 0 1 0 0,-1 0-1 0 0,0 0 1 0 0,0 0-1 0 0,1 1 1 0 0,-1-1-1 0 0,-7-1 1 0 0,0 0 34 0 0,-291-86 1554 0 0,-6 24-645 0 0,107 25-482 0 0,42 7-258 0 0,-317-70 359 0 0,230 56-312 0 0,177 38-3077 0 0,-111 1 1 0 0,143 9 1238 0 0,-115-2-5371 0 0,92-7-1043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39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18 1536 0 0,'-2'-2'5376'0'0,"-14"-6"1638"0"0,0 3-3730 0 0,12 4-3083 0 0,-1 1-1 0 0,1-1 1 0 0,-1 1 0 0 0,1 0 0 0 0,-1 0-1 0 0,1 0 1 0 0,-1 1 0 0 0,-5 1-1 0 0,-27 8 417 0 0,2 2 0 0 0,0 1-1 0 0,0 3 1 0 0,-39 22-1 0 0,64-33-575 0 0,0 1-1 0 0,1 0 1 0 0,0 0-1 0 0,0 1 0 0 0,0 0 1 0 0,1 0-1 0 0,0 1 1 0 0,0 1-1 0 0,1-1 0 0 0,0 1 1 0 0,1 0-1 0 0,0 0 1 0 0,0 1-1 0 0,-7 16 0 0 0,13-25-38 0 0,0 0 0 0 0,-1 0 0 0 0,1 0 0 0 0,0 0 0 0 0,-1 1 0 0 0,1-1 0 0 0,0 0 0 0 0,0 0 0 0 0,0 0 0 0 0,0 0 0 0 0,0 0 0 0 0,0 1 0 0 0,0-1 0 0 0,0 0 0 0 0,1 1 0 0 0,0 2 4 0 0,-1 4-2 0 0,1 0 0 0 0,0 1-1 0 0,0-1 1 0 0,1 0 0 0 0,0 0-1 0 0,1 0 1 0 0,0 0 0 0 0,0 0-1 0 0,1-1 1 0 0,-1 1-1 0 0,2-1 1 0 0,-1 0 0 0 0,11 12-1 0 0,1-1-3 0 0,1 0-1 0 0,1-2 0 0 0,25 19 0 0 0,-3-6 17 0 0,66 37 1 0 0,50 14-279 0 0,-147-76 214 0 0,16 8-15 0 0,66 32-2188 0 0,1-8-5261 0 0,-62-29 3531 0 0,-2-3-1966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40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 80 5288 0 0,'22'-18'10712'0'0,"-20"16"-9334"0"0,-1 0-230 0 0,3-2-907 0 0,-4 4-177 0 0,1 0 0 0 0,-1-1-1 0 0,0 1 1 0 0,0 0-1 0 0,0 0 1 0 0,0 0 0 0 0,0 0-1 0 0,0-1 1 0 0,0 1-1 0 0,0 0 1 0 0,0 0 0 0 0,0 0-1 0 0,0-1 1 0 0,0 1-1 0 0,0 0 1 0 0,0 0 0 0 0,0 0-1 0 0,0 0 1 0 0,0-1-1 0 0,0 1 1 0 0,0 0 0 0 0,0 0-1 0 0,0 0 1 0 0,0 0-1 0 0,0-1 1 0 0,0 1 0 0 0,0 0-1 0 0,0 0 1 0 0,0 0-1 0 0,-1 0 1 0 0,1-1 0 0 0,0 1-1 0 0,0 0 1 0 0,0 0-1 0 0,0 0 1 0 0,0 0 0 0 0,0 0-1 0 0,-1 0 1 0 0,1-1-1 0 0,0 1 1 0 0,0 0 0 0 0,0 0-1 0 0,0 0 1 0 0,-1 0 0 0 0,1 0-1 0 0,0 0 1 0 0,0 0-1 0 0,0 0 1 0 0,0 0 0 0 0,-1 0-1 0 0,1 0 1 0 0,0 0-1 0 0,0 0 1 0 0,0 0 0 0 0,-1 0-1 0 0,1 0 1 0 0,-10-2-30 0 0,3 1-21 0 0,1 0 0 0 0,-1 1 0 0 0,-10 0 0 0 0,-60-5-431 0 0,52 1-936 0 0,-30-10 1 0 0,16 4-5649 0 0,31 8 3135 0 0,-14-6-1858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40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1 8345 0 0,'0'0'4980'0'0,"15"3"4413"0"0,-90-1-9513 0 0,42 3-416 0 0,-3 0-800 0 0,-6 2-2924 0 0,-3-4 995 0 0,12-4-419 0 0,6-3-3073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41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4048 0 0,'0'0'5993'0'0,"15"13"-1993"0"0,-6-1-2220 0 0,-3 5-371 0 0,-3 14-129 0 0,1 4-284 0 0,-8 13-200 0 0,4 11-24 0 0,0 4-160 0 0,-9 20-340 0 0,6 5-296 0 0,-12 2-496 0 0,3 4-3904 0 0,-5-2 1303 0 0,13-8-787 0 0,8-20-3293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46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506 388 2064 0 0,'2'-3'2039'0'0,"49"-49"6712"0"0,-32 33-7074 0 0,2 1-1 0 0,27-18 1 0 0,-33 27-1328 0 0,0 1 0 0 0,0 1 1 0 0,1 0-1 0 0,29-8 0 0 0,68-9 352 0 0,-73 18-438 0 0,53-18 0 0 0,64-40 780 0 0,3-2-110 0 0,-137 59-838 0 0,0 1-1 0 0,0 1 0 0 0,1 0 1 0 0,0 2-1 0 0,31 0 0 0 0,-9 4 29 0 0,76 13-1 0 0,45 18-365 0 0,-51-8 21 0 0,219 51-188 0 0,-283-63 454 0 0,174 51-111 0 0,-197-52 122 0 0,-1 1 0 0 0,0 1 0 0 0,-1 1 0 0 0,0 2 0 0 0,40 30 0 0 0,-35-18 44 0 0,-1 1 1 0 0,-2 1-1 0 0,-1 1 0 0 0,36 54 1 0 0,154 247-198 0 0,-73-77-289 0 0,-110-182 575 0 0,43 125 1 0 0,59 311-920 0 0,-108-392 646 0 0,26 169 240 0 0,-50-233-150 0 0,-1-1 1 0 0,-3 1-1 0 0,-9 78 0 0 0,-12-13-367 0 0,-45 150 0 0 0,9-48 670 0 0,11-41-192 0 0,32-130-76 0 0,-24 54 0 0 0,25-76-142 0 0,-1 0 0 0 0,-1-1-1 0 0,-1 0 1 0 0,-1-1-1 0 0,-2-1 1 0 0,0-1 0 0 0,-2-1-1 0 0,0 0 1 0 0,-33 26-1 0 0,-19 18-73 0 0,32-29 231 0 0,-55 41-1 0 0,81-68-25 0 0,-1-1 0 0 0,0 0 1 0 0,-1-1-1 0 0,0 0 0 0 0,0-1 1 0 0,-1-1-1 0 0,1-1 0 0 0,-19 4 0 0 0,11-6-32 0 0,-1-1-1 0 0,1-1 0 0 0,0-1 0 0 0,0-1 0 0 0,0-1 1 0 0,0-2-1 0 0,0 0 0 0 0,-44-14 0 0 0,-8-9-145 0 0,-94-47-1 0 0,142 61 154 0 0,-639-260 582 0 0,613 255-454 0 0,-337-118 588 0 0,295 97-535 0 0,-179-102-1 0 0,196 91-255 0 0,2-5 0 0 0,2-2-1 0 0,3-4 1 0 0,-116-126 0 0 0,154 145 215 0 0,1 0 0 0 0,3-2 0 0 0,1-2 0 0 0,2 0 0 0 0,-25-63 0 0 0,27 48-42 0 0,3-1 1 0 0,3 0-1 0 0,-21-126 0 0 0,30 102 3 0 0,4-1 0 0 0,3 1-1 0 0,4-1 1 0 0,17-112 0 0 0,-5 117-173 0 0,3 0 0 0 0,4 1 1 0 0,4 1-1 0 0,52-119 1 0 0,-44 129 148 0 0,4 2 0 0 0,2 1 1 0 0,4 3-1 0 0,2 1 0 0 0,58-64 1 0 0,-69 92-57 0 0,1 1 1 0 0,2 2 0 0 0,2 1-1 0 0,0 2 1 0 0,2 1 0 0 0,64-32-1 0 0,-67 42-16 0 0,2 1 0 0 0,0 3-1 0 0,0 0 1 0 0,1 3 0 0 0,1 1 0 0 0,-1 3-1 0 0,80-6 1 0 0,-68 13-197 0 0,0 1 0 0 0,-1 4 0 0 0,1 1 0 0 0,-1 3 1 0 0,82 24-1 0 0,53 37-2747 0 0,-8 19-3591 0 0,-93-41 2098 0 0,-1-3-2891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46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36 3984 0 0,'-21'-6'11361'0'0,"-2"2"-10805"0"0,5-4-5392 0 0,-3-10-901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46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4304 0 0,'6'-27'11025'0'0,"-1"5"-6928"0"0,5 4-765 0 0,2 5-2156 0 0,23 34-22350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47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4560 0 0,'59'24'4809'0'0,"-20"-7"-3037"0"0,5 0-4760 0 0,8 0 211 0 0,22 7 945 0 0,8-3 1048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47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6849 0 0,'7'10'6684'0'0,"-14"18"-10476"0"0,-7-2-1437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50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32 649 6505 0 0,'-2'-2'4975'0'0,"-19"-28"3555"0"0,15 20-8361 0 0,5 8-152 0 0,0-2-213 0 0,1-5 215 0 0,0 0 1 0 0,0 0-1 0 0,1 0 0 0 0,1 0 1 0 0,-1 0-1 0 0,1 0 1 0 0,1 1-1 0 0,-1-1 0 0 0,1 1 1 0 0,1 0-1 0 0,0 0 0 0 0,0 0 1 0 0,8-12-1 0 0,0 4 199 0 0,0 1-1 0 0,0 1 1 0 0,2 0-1 0 0,-1 0 1 0 0,2 1-1 0 0,30-21 1 0 0,-23 21 78 0 0,0 1 1 0 0,1 0 0 0 0,0 2 0 0 0,45-14-1 0 0,146-20 552 0 0,-28 8-551 0 0,59-35-147 0 0,163-37 142 0 0,-358 100-227 0 0,0 2 1 0 0,1 2 0 0 0,66 3 0 0 0,-78 4-54 0 0,0 1 1 0 0,-1 2 0 0 0,0 1 0 0 0,73 25-1 0 0,-59-11-61 0 0,-1 1 0 0 0,-1 3 0 0 0,-1 2 0 0 0,-1 3 0 0 0,-1 1 0 0 0,-2 2 0 0 0,-2 3 0 0 0,-1 1 0 0 0,-1 2 0 0 0,60 76 0 0 0,-88-98 84 0 0,-2 1 0 0 0,0 0 0 0 0,-1 1 0 0 0,0 0 0 0 0,-2 1 0 0 0,0 0 0 0 0,-1 0 0 0 0,-2 0 0 0 0,0 1 0 0 0,-1 0 0 0 0,-1 0 0 0 0,0 0 0 0 0,-2 1 0 0 0,-1-1 0 0 0,-1 0 0 0 0,-3 27 0 0 0,-6 3-6 0 0,-3-1 1 0 0,-1 0-1 0 0,-3-1 0 0 0,-2 0 0 0 0,-1-2 0 0 0,-3 0 0 0 0,-41 62 1 0 0,46-82-105 0 0,-1-1 0 0 0,-1-1 0 0 0,-1-1 0 0 0,-1 0 0 0 0,-1-2 1 0 0,-1-1-1 0 0,0 0 0 0 0,-2-2 0 0 0,-1-1 0 0 0,0-1 0 0 0,-48 21 1 0 0,40-24 17 0 0,-1-1 0 0 0,0-2 0 0 0,0-2 1 0 0,-1-1-1 0 0,-54 3 0 0 0,2-6 26 0 0,-104-7-1 0 0,-11-15 132 0 0,-242-51 0 0 0,76-23-93 0 0,332 79-21 0 0,1-1 0 0 0,0-2 0 0 0,1-1 0 0 0,-45-29-1 0 0,68 37 14 0 0,0-2 0 0 0,1 0 0 0 0,0 0 0 0 0,1-1-1 0 0,-18-23 1 0 0,22 25-2 0 0,0-1 0 0 0,1 0 0 0 0,1 0 1 0 0,0 0-1 0 0,0-1 0 0 0,1 0 0 0 0,1 0 0 0 0,-5-21 0 0 0,5 10 54 0 0,1-1-1 0 0,1 1 1 0 0,1 0 0 0 0,1-1-1 0 0,1 1 1 0 0,1 0 0 0 0,10-37 0 0 0,2 9 80 0 0,1 2 1 0 0,29-57 0 0 0,-24 60-165 0 0,2 1-1 0 0,3 1 0 0 0,1 2 1 0 0,2 0-1 0 0,1 2 0 0 0,2 1 1 0 0,2 2-1 0 0,69-58 1 0 0,-56 59 153 0 0,1 2 1 0 0,2 2 0 0 0,106-48 0 0 0,-113 62-21 0 0,1 2 0 0 0,0 1 0 0 0,1 3 0 0 0,0 1-1 0 0,71-5 1 0 0,-51 13-5 0 0,0 2-1 0 0,97 13 1 0 0,123 37-75 0 0,60 32-642 0 0,-276-61 470 0 0,-1 3 1 0 0,124 62 0 0 0,-167-72 87 0 0,0 1-1 0 0,-1 0 0 0 0,0 2 0 0 0,-2 1 1 0 0,0 1-1 0 0,-1 1 0 0 0,20 24 0 0 0,-32-32-485 0 0,0 0-1 0 0,-1 1 1 0 0,-1 0-1 0 0,0 0 0 0 0,0 0 1 0 0,6 22-1 0 0,-10-23-549 0 0,0 0 0 0 0,-1 0 0 0 0,0 0-1 0 0,-1 1 1 0 0,0-1 0 0 0,-1 0 0 0 0,0 1 0 0 0,-4 19-1 0 0,-6 11-6955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06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45 528 0 0,'12'-6'2274'0'0,"0"-1"1"0"0,0 2-1 0 0,0 0 0 0 0,1 0 1 0 0,0 1-1 0 0,21-3 1 0 0,-15 4-1106 0 0,0 1 1 0 0,0 1 0 0 0,39 3-1 0 0,-10 5-1697 0 0,-1 2 1 0 0,84 27-1 0 0,224 80-2066 0 0,-316-103 3330 0 0,-1 1 1 0 0,72 39 0 0 0,-90-42-531 0 0,-2 1 1 0 0,1 1 0 0 0,-2 1-1 0 0,0 0 1 0 0,0 1-1 0 0,-1 1 1 0 0,14 20 0 0 0,177 287 845 0 0,-48-65-905 0 0,-40-81-1712 0 0,58 84-10581 0 0,-132-199 6605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04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15 6273 0 0,'-2'-2'8655'0'0,"-7"-10"-1719"0"0,4 16-6193 0 0,3-2-687 0 0,-3 1 151 0 0,1 1 1 0 0,0 1-1 0 0,0-1 0 0 0,0 0 0 0 0,0 1 1 0 0,1 0-1 0 0,0 0 0 0 0,-5 8 0 0 0,-18 55 1818 0 0,-24 89 0 0 0,-5 76-1532 0 0,46-192-567 0 0,-24 86-1807 0 0,8-45-5095 0 0,9-37-1774 0 0,13-32 120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05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0 2752 0 0,'43'34'9611'0'0,"15"14"-2514"0"0,-2 2-4035 0 0,-43-36-2649 0 0,0 0-1 0 0,-1 0 0 0 0,0 2 0 0 0,-2-1 0 0 0,18 34 1 0 0,-20-34-155 0 0,-2 0 0 0 0,0 1 0 0 0,5 19 0 0 0,-5-11-81 0 0,0 1 0 0 0,-2 0 1 0 0,-1 0-1 0 0,-1 0 0 0 0,-2 0 1 0 0,-2 31-1 0 0,0-36-158 0 0,-1-1-1 0 0,-1-1 1 0 0,-1 1-1 0 0,-1 0 1 0 0,-12 26-1 0 0,12-33-1 0 0,-1 1-1 0 0,-1-1 0 0 0,0 0 1 0 0,0-1-1 0 0,-1 0 0 0 0,-1 0 1 0 0,0-1-1 0 0,-13 12 0 0 0,13-15 43 0 0,0 0-1 0 0,0-1 1 0 0,0 0 0 0 0,0 0-1 0 0,-1-1 1 0 0,0 0-1 0 0,0-1 1 0 0,-1 0 0 0 0,1-1-1 0 0,-1 0 1 0 0,0-1 0 0 0,-21 1-1 0 0,17-3 24 0 0,1 0 0 0 0,0-1 0 0 0,0-1 0 0 0,-1-1 0 0 0,1 0 0 0 0,0-1 0 0 0,1 0 0 0 0,-1-1 0 0 0,-21-11 0 0 0,32 14-46 0 0,0 0 0 0 0,0-1 0 0 0,1 1 0 0 0,-1-1 0 0 0,0 0 0 0 0,1 0 0 0 0,0 0 0 0 0,0-1 0 0 0,0 1 0 0 0,0-1 0 0 0,0 1 0 0 0,1-1 0 0 0,-1 0 0 0 0,-2-7 0 0 0,10 6-22 0 0,0 1-9 0 0,1-1 1 0 0,0 1-1 0 0,0 0 1 0 0,0 0-1 0 0,0 1 0 0 0,1 0 1 0 0,0 0-1 0 0,-1 1 1 0 0,1-1-1 0 0,0 1 1 0 0,12-1-1 0 0,11-1 10 0 0,0 1 1 0 0,0 2-1 0 0,37 2 1 0 0,91 16-198 0 0,-124-13 115 0 0,220 43-1873 0 0,-152-26-1863 0 0,-93-19 2975 0 0,7 2-1192 0 0,0-1-1 0 0,1-1 1 0 0,-1 0 0 0 0,1-2 0 0 0,24 0-1 0 0,-1-8-6067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05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5913 0 0,'14'-5'3641'0'0,"0"1"0"0"0,22-3 1 0 0,-30 6-3163 0 0,1 1 0 0 0,-1 0-1 0 0,1 0 1 0 0,-1 0 0 0 0,0 1 0 0 0,1 0 0 0 0,-1 0 0 0 0,9 3 0 0 0,0 3-85 0 0,0-1 1 0 0,0 2-1 0 0,-1 0 1 0 0,0 1 0 0 0,0 0-1 0 0,-1 1 1 0 0,-1 0 0 0 0,22 22-1 0 0,-6 0 124 0 0,-1 1-1 0 0,28 44 0 0 0,-16-16 77 0 0,38 81-1 0 0,-60-105-440 0 0,-1 1 0 0 0,-3 1 1 0 0,16 66-1 0 0,-27-98-163 0 0,-1 0 0 0 0,0 0 0 0 0,0 0 0 0 0,-1 1 0 0 0,0-1 0 0 0,0 0 0 0 0,0 0 0 0 0,-1 0 0 0 0,0 0 0 0 0,-3 10 0 0 0,3-16-2 0 0,0 1 1 0 0,1-1-1 0 0,-1 0 0 0 0,0 0 0 0 0,0 0 1 0 0,0 0-1 0 0,0 0 0 0 0,-1 0 1 0 0,1 0-1 0 0,0 0 0 0 0,0 0 1 0 0,0 0-1 0 0,-1-1 0 0 0,1 1 0 0 0,-1 0 1 0 0,1-1-1 0 0,0 1 0 0 0,-1-1 1 0 0,1 0-1 0 0,-1 1 0 0 0,1-1 1 0 0,-1 0-1 0 0,-1 0 0 0 0,-9-4-80 0 0,-8-5 90 0 0,0 0 0 0 0,1-2 0 0 0,0 0 0 0 0,-27-24 0 0 0,-20-26 301 0 0,3-2 0 0 0,-72-96 0 0 0,66 64 154 0 0,61 81-431 0 0,1 0 1 0 0,0 0-1 0 0,0-1 0 0 0,2 0 0 0 0,-5-18 1 0 0,9 28-327 0 0,0 1 0 0 0,1 0 1 0 0,0-1-1 0 0,0 1 0 0 0,0 0 0 0 0,0-1 1 0 0,1 1-1 0 0,0 0 0 0 0,-1 0 1 0 0,2-1-1 0 0,-1 1 0 0 0,0 0 0 0 0,1 0 1 0 0,2-4-1 0 0,4-7-3146 0 0,1 1 1 0 0,15-18-1 0 0,-11 14 1042 0 0,14-19-6560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06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0 256 0 0,'0'50'1128'0'0,"2"0"-192"0"0,-4 1-120 0 0,-2 2-32 0 0,1 2-2120 0 0,0 4 456 0 0,-3 4 296 0 0,1 0 200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52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656 1196 2176 0 0,'0'7'1933'0'0,"0"4"-90"0"0,5 0 5914 0 0,9 22-4321 0 0,-13-31-2539 0 0,1 0-47 0 0,4 8-58 0 0,-4-8 2108 0 0,-6-13-2442 0 0,-74-217 1944 0 0,48 137-1441 0 0,4-2 0 0 0,-15-106 0 0 0,32 141-323 0 0,3 0 1 0 0,2 0-1 0 0,3 0 1 0 0,2 0 0 0 0,11-68-1 0 0,9 21-2 0 0,-18 93-640 0 0,1 1 0 0 0,0-1 0 0 0,1 1 0 0 0,0 0 1 0 0,0 1-1 0 0,15-20 0 0 0,-18 27 4 0 0,1 0 0 0 0,-1 0 0 0 0,1 1 0 0 0,0-1 0 0 0,0 1 0 0 0,0-1 0 0 0,1 1 0 0 0,-1 0 0 0 0,0 1 0 0 0,1-1 0 0 0,-1 0 0 0 0,1 1 0 0 0,0 0 0 0 0,0 0 0 0 0,-1 0 0 0 0,1 0 0 0 0,0 1 0 0 0,0-1 0 0 0,0 1 0 0 0,0 0 0 0 0,-1 0 0 0 0,1 1 0 0 0,0-1 0 0 0,7 2 0 0 0,2 2 0 0 0,0 0 0 0 0,-1 0 0 0 0,0 2 0 0 0,0-1 0 0 0,0 1 0 0 0,11 8 0 0 0,-5-2-19 0 0,-1 1 1 0 0,-1 1-1 0 0,0 0 0 0 0,-1 1 0 0 0,0 1 1 0 0,-1 0-1 0 0,-1 1 0 0 0,-1 0 1 0 0,0 1-1 0 0,-1 0 0 0 0,-1 1 0 0 0,-1 0 1 0 0,10 28-1 0 0,-15-35 0 0 0,-1 0 1 0 0,0 0-1 0 0,-1 0 1 0 0,0 1-1 0 0,-1-1 1 0 0,0 0-1 0 0,-1 1 1 0 0,-1-1-1 0 0,0 0 1 0 0,0 1-1 0 0,-4 13 1 0 0,2-17 8 0 0,1-1 0 0 0,-1 0 0 0 0,-1 0 0 0 0,1 0 0 0 0,-1 0 0 0 0,-1 0 0 0 0,0-1 0 0 0,0 1 1 0 0,0-1-1 0 0,-1-1 0 0 0,0 1 0 0 0,0-1 0 0 0,0 0 0 0 0,-1 0 0 0 0,0-1 0 0 0,-10 6 0 0 0,2-3-56 0 0,0-1 0 0 0,0-1 1 0 0,0 0-1 0 0,-1-2 0 0 0,0 1 0 0 0,0-2 0 0 0,0 0 0 0 0,0-1 0 0 0,-21 0 0 0 0,-17-2-712 0 0,-75-10-1 0 0,127 9 757 0 0,-202-29-3952 0 0,147 17-1175 0 0,-84-29-1 0 0,80 17 611 0 0,18-1-3765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53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685 1 3688 0 0,'6'1'1747'0'0,"0"0"0"0"0,0 0 0 0 0,-1 1 0 0 0,1 0 0 0 0,-1 0 1 0 0,8 3-1 0 0,-9-2-1301 0 0,-1-1 0 0 0,1 0 0 0 0,-1 1 0 0 0,1-1 0 0 0,-1 1 1 0 0,0 0-1 0 0,0 0 0 0 0,0 1 0 0 0,-1-1 0 0 0,1 0 0 0 0,-1 1 1 0 0,0 0-1 0 0,0-1 0 0 0,2 6 0 0 0,-3-1 240 0 0,-3 1-570 0 0,0-1 0 0 0,-1 1 0 0 0,0-1 0 0 0,0 1 0 0 0,-1-1 1 0 0,0 0-1 0 0,0-1 0 0 0,-1 1 0 0 0,0-1 0 0 0,0 0 0 0 0,-9 10 0 0 0,-9 5 65 0 0,0-1 1 0 0,-1-2-1 0 0,0 0 1 0 0,-38 21-1 0 0,-114 51 213 0 0,148-78-580 0 0,0-1 0 0 0,-2-2 1 0 0,-58 14-1 0 0,69-21-1220 0 0,0 0 1 0 0,-35-1-1 0 0,40-3-649 0 0,1 0-1 0 0,-1-1 0 0 0,0 0 1 0 0,-20-7-1 0 0,-2-5-5936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53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6569 0 0,'46'10'6812'0'0,"1"4"-3675"0"0,-2 4-837 0 0,-1 3-456 0 0,14 12-472 0 0,-1 1-344 0 0,-3 0-332 0 0,-1 3-300 0 0,-11-9-296 0 0,-1-1-364 0 0,2 0-548 0 0,-1-1-4040 0 0,-3-2 1339 0 0,0-9-211 0 0,0-6-4605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54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681 0 5953 0 0,'0'0'12425'0'0,"-10"3"-10620"0"0,8-2-1747 0 0,-12 3 492 0 0,-1 0 1 0 0,0-1-1 0 0,-28 3 1 0 0,-246 9-401 0 0,143-14-4969 0 0,4-7-8140 0 0,138 6 10904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54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0 5505 0 0,'6'21'7728'0'0,"-10"-1"-4395"0"0,2 8-809 0 0,-7-1-620 0 0,-9 4-640 0 0,-7-4-500 0 0,-7-3-308 0 0,-7-5-440 0 0,-6-2-688 0 0,-8-7-4092 0 0,-5-6 1339 0 0,1-10-351 0 0,1-5-4321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55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399 1 5144 0 0,'4'2'1996'0'0,"1"1"0"0"0,-1 1 0 0 0,0-1 0 0 0,6 7 0 0 0,14 20 1568 0 0,-14-14-2531 0 0,15 32-1 0 0,-2 8 205 0 0,29 100 0 0 0,-43-113-954 0 0,-2 0 0 0 0,-1 1 0 0 0,-1 78 0 0 0,-5-112-236 0 0,0 0 0 0 0,-1 0 0 0 0,0 0 0 0 0,-1-1 0 0 0,0 1 0 0 0,0 0 0 0 0,-1-1 0 0 0,-6 15 1 0 0,7-21-24 0 0,1 0 0 0 0,-1-1 0 0 0,0 1 0 0 0,0 0 0 0 0,0-1 0 0 0,0 1 1 0 0,0-1-1 0 0,0 0 0 0 0,-1 0 0 0 0,1 0 0 0 0,-1 0 0 0 0,1 0 0 0 0,-1 0 1 0 0,0-1-1 0 0,0 1 0 0 0,0-1 0 0 0,0 0 0 0 0,0 0 0 0 0,0 0 0 0 0,0 0 1 0 0,0 0-1 0 0,0-1 0 0 0,-1 1 0 0 0,1-1 0 0 0,0 0 0 0 0,0 0 0 0 0,0 0 1 0 0,-1 0-1 0 0,1-1 0 0 0,-5-1 0 0 0,-7-2 50 0 0,0 0-1 0 0,0-1 1 0 0,1-1-1 0 0,-1-1 1 0 0,-19-12-1 0 0,-66-49 38 0 0,71 46-131 0 0,1-2 0 0 0,2 0 0 0 0,0-2 0 0 0,-41-54 1 0 0,55 64 64 0 0,0-1 1 0 0,2 0-1 0 0,0-1 1 0 0,1 0-1 0 0,1-1 1 0 0,0 0-1 0 0,2 0 1 0 0,0 0-1 0 0,1-1 1 0 0,-2-24-1 0 0,6 38 0 0 0,1-1-1 0 0,0 1 1 0 0,0 0-1 0 0,0-1 1 0 0,1 1-1 0 0,0 0 1 0 0,0-1-1 0 0,1 1 1 0 0,0 0-1 0 0,0 0 1 0 0,0 0-1 0 0,1 0 1 0 0,-1 1-1 0 0,2-1 1 0 0,4-6-1 0 0,-5 7-89 0 0,1 1 0 0 0,1 0-1 0 0,-1 0 1 0 0,0 0 0 0 0,1 1 0 0 0,0-1-1 0 0,0 1 1 0 0,0 0 0 0 0,0 1-1 0 0,0-1 1 0 0,0 1 0 0 0,1 0 0 0 0,-1 0-1 0 0,1 1 1 0 0,0 0 0 0 0,10-1-1 0 0,-5 1-434 0 0,0 1-1 0 0,0 0 0 0 0,-1 1 0 0 0,1 0 0 0 0,15 3 0 0 0,50 19-6475 0 0,-19-5 365 0 0,-24-9-643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55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0 400 0 0,'18'18'13225'0'0,"-12"1"-8776"0"0,-3 5-1653 0 0,-6 7-1932 0 0,-3-11-276 0 0,3 5-276 0 0,0-2-236 0 0,0-4-384 0 0,1 3-876 0 0,2-1-3192 0 0,0 1 1211 0 0,5 7-675 0 0,4-3-3237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55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36 9053 0 0,'0'0'4859'0'0,"1"-4"-1937"0"0,9-26 3041 0 0,-9 28-3866 0 0,-3 13-1917 0 0,-21 176-458 0 0,22-82 61 0 0,19 158 1 0 0,-5-119-2338 0 0,-7 0-5325 0 0,-6-107 3506 0 0,-3-11-2424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56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637 1 1856 0 0,'-15'18'9244'0'0,"-2"-1"-5357"0"0,-14 16-714 0 0,-37 66-210 0 0,40-52-2752 0 0,2 1 0 0 0,3 2 0 0 0,-20 58 0 0 0,29-67-77 0 0,-69 188 957 0 0,53-156-653 0 0,-44 76 1 0 0,48-103-360 0 0,-65 123 405 0 0,77-139-636 0 0,2 1-1 0 0,1 0 1 0 0,-13 57 0 0 0,21-74 15 0 0,2 0 1 0 0,-1 0-1 0 0,2 0 0 0 0,0-1 1 0 0,0 1-1 0 0,2 0 0 0 0,0 0 1 0 0,0-1-1 0 0,1 1 0 0 0,8 22 1 0 0,-4-20 107 0 0,0 0 0 0 0,1-1 0 0 0,1 0 0 0 0,1 0 0 0 0,0-1 0 0 0,0 0 0 0 0,23 21 0 0 0,-12-15-274 0 0,1-1-1 0 0,1-1 0 0 0,1-1 0 0 0,1-1 0 0 0,32 16 0 0 0,-23-16-1688 0 0,59 20 0 0 0,-37-20-1798 0 0,74 12 0 0 0,-27-13-2351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57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8193 0 0,'11'7'1668'0'0,"-1"1"1"0"0,0 0-1 0 0,0 0 0 0 0,-1 1 1 0 0,12 15-1 0 0,-10-8-813 0 0,0-1 0 0 0,-1 1 0 0 0,9 20 0 0 0,1 11-97 0 0,25 90-1 0 0,64 314 765 0 0,-57-218-1258 0 0,-11-67-120 0 0,31 135-14 0 0,-60-245-306 0 0,-2 0 0 0 0,6 105 0 0 0,-16-148-35 0 0,-1 0 0 0 0,0 1 1 0 0,-1-1-1 0 0,0 0 1 0 0,-1 0-1 0 0,-1 0 0 0 0,0 0 1 0 0,0 0-1 0 0,-2-1 0 0 0,-8 16 1 0 0,9-19-368 0 0,-1 0 0 0 0,-1-1 1 0 0,1 0-1 0 0,-1 0 0 0 0,-1-1 0 0 0,1 0 1 0 0,-1 0-1 0 0,0 0 0 0 0,-1-1 1 0 0,0-1-1 0 0,0 1 0 0 0,0-1 0 0 0,-14 5 1 0 0,10-5-893 0 0,-1-1 1 0 0,-25 4 0 0 0,-24-2-5628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59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614 1 1448 0 0,'3'1'8063'0'0,"32"21"3089"0"0,-24-13-9830 0 0,-9-7-433 0 0,-2 10 231 0 0,0-9-808 0 0,-5-1-110 0 0,-4 1-198 0 0,-1-1 0 0 0,1 0 0 0 0,0 0 0 0 0,-1-1 0 0 0,1 0 0 0 0,-12 0 0 0 0,-162-18-316 0 0,36 3 183 0 0,109 12-1244 0 0,-71 6 0 0 0,22 6-10336 0 0,68-9 4829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3:59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434 3 2880 0 0,'0'0'12481'0'0,"-9"22"-8064"0"0,-24-14-2993 0 0,0-6-408 0 0,-2 0-452 0 0,-16 0-332 0 0,-3-4-580 0 0,-6-2-4376 0 0,3-1 1339 0 0,3-7-411 0 0,7-3-4205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00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7233 0 0,'-4'1'1149'0'0,"0"1"-1"0"0,1-1 1 0 0,-1 1 0 0 0,1-1 0 0 0,0 1 0 0 0,-1 0 0 0 0,1 1 0 0 0,-5 4 0 0 0,-3 6 639 0 0,8-8-1383 0 0,1-1 1 0 0,0 1-1 0 0,0 0 0 0 0,0-1 0 0 0,0 1 0 0 0,1 0 1 0 0,-2 7-1 0 0,1 37 758 0 0,2-49-1162 0 0,1 34 459 0 0,2-1 1 0 0,1 0 0 0 0,14 54-1 0 0,39 97 341 0 0,-27-91-517 0 0,-19-60-825 0 0,32 122 1366 0 0,-39-132-2263 0 0,2 32-1 0 0,-5-41-844 0 0,-1 1 0 0 0,-1-1-1 0 0,-3 19 1 0 0,3-27-2194 0 0,-4 10-3254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01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0 7233 0 0,'61'88'9221'0'0,"-5"6"-4912"0"0,-28-40-3602 0 0,-3 2 0 0 0,-2 0 0 0 0,21 77 1 0 0,-30-84-404 0 0,-3 2 1 0 0,-2-1 0 0 0,3 64 0 0 0,-11-98-232 0 0,-1 0 1 0 0,-1 0-1 0 0,-1 0 1 0 0,-4 24-1 0 0,5-36-52 0 0,0 0-1 0 0,0 0 1 0 0,-1 0-1 0 0,1 0 1 0 0,-1-1-1 0 0,0 1 1 0 0,0 0-1 0 0,0-1 1 0 0,0 0-1 0 0,0 1 1 0 0,-1-1-1 0 0,0 0 0 0 0,0 0 1 0 0,0 0-1 0 0,0-1 1 0 0,0 1-1 0 0,0-1 1 0 0,-1 1-1 0 0,1-1 1 0 0,-1 0-1 0 0,1-1 1 0 0,-8 4-1 0 0,2-3 11 0 0,0-1 0 0 0,0 0 0 0 0,0 0 0 0 0,0-1 0 0 0,0 0 0 0 0,0 0 1 0 0,0-1-1 0 0,0 0 0 0 0,0-1 0 0 0,-16-5 0 0 0,3 0 29 0 0,1-1 0 0 0,-41-23 0 0 0,13 1 25 0 0,2-1 0 0 0,1-3-1 0 0,1-2 1 0 0,2-2 0 0 0,2-2 0 0 0,-68-84-1 0 0,80 87 24 0 0,-38-66 0 0 0,57 86-65 0 0,2-1-1 0 0,-1 0 1 0 0,2-1 0 0 0,1 0-1 0 0,0 0 1 0 0,-5-30 0 0 0,11 43-28 0 0,-1 0 1 0 0,1-1 0 0 0,0 1 0 0 0,0 0 0 0 0,1-1-1 0 0,-1 1 1 0 0,2 0 0 0 0,-1 0 0 0 0,1-1 0 0 0,0 1-1 0 0,0 0 1 0 0,0 1 0 0 0,1-1 0 0 0,0 0 0 0 0,0 1-1 0 0,0-1 1 0 0,9-8 0 0 0,-7 9-105 0 0,0 0 1 0 0,0 0-1 0 0,0 1 1 0 0,1 0-1 0 0,0 0 1 0 0,0 0-1 0 0,0 1 0 0 0,0 0 1 0 0,1 0-1 0 0,-1 0 1 0 0,1 1-1 0 0,-1 0 0 0 0,1 0 1 0 0,0 1-1 0 0,0 0 1 0 0,10 0-1 0 0,1 1-870 0 0,0 1 0 0 0,-1 0-1 0 0,1 1 1 0 0,33 10 0 0 0,69 28-5605 0 0,-119-39 6500 0 0,73 28-4378 0 0,2 5-2989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01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2399 0 2880 0 0,'67'14'13265'0'0,"-50"-10"-11955"0"0,1 2 0 0 0,-1 0 1 0 0,24 11-1 0 0,-36-14-993 0 0,0 1 0 0 0,0-1 0 0 0,0 1 0 0 0,5 6 0 0 0,-9-9-292 0 0,-1-1-1 0 0,0 0 1 0 0,0 1-1 0 0,1-1 0 0 0,-1 0 1 0 0,0 1-1 0 0,0-1 1 0 0,1 1-1 0 0,-1-1 0 0 0,0 1 1 0 0,0-1-1 0 0,0 0 1 0 0,0 1-1 0 0,0-1 0 0 0,0 1 1 0 0,1-1-1 0 0,-1 1 1 0 0,0-1-1 0 0,0 0 0 0 0,-1 1 1 0 0,1-1-1 0 0,0 1 1 0 0,0 0-1 0 0,0-1 10 0 0,0 0 0 0 0,0 0 0 0 0,0 0-1 0 0,0 1 1 0 0,0-1 0 0 0,0 0 0 0 0,0 0 0 0 0,0 0 0 0 0,0 0 0 0 0,0 1-1 0 0,0-1 1 0 0,0 0 0 0 0,0 0 0 0 0,0 0 0 0 0,0 0 0 0 0,0 1 0 0 0,0-1-1 0 0,0 0 1 0 0,0 0 0 0 0,0 0 0 0 0,0 0 0 0 0,0 0 0 0 0,0 1 0 0 0,0-1-1 0 0,0 0 1 0 0,1 0 0 0 0,-1 0 0 0 0,0 0 0 0 0,0 0 0 0 0,0 0 0 0 0,0 1 0 0 0,0-1-1 0 0,1 0 1 0 0,-3 1 28 0 0,0 0 1 0 0,1 0-1 0 0,0 0 0 0 0,-1 0 0 0 0,1 0 0 0 0,-1 0 0 0 0,1 0 1 0 0,0 1-1 0 0,-1 1 0 0 0,-7 5 88 0 0,3-5-40 0 0,1 0-1 0 0,-1-1 1 0 0,0 0 0 0 0,-1 0 0 0 0,1 0 0 0 0,0-1 0 0 0,0 0 0 0 0,-1 0 0 0 0,-9-1-1 0 0,-1 2 71 0 0,-518 31 1779 0 0,103-29-1694 0 0,168-4 149 0 0,113 1 12 0 0,-239 8 668 0 0,290-2-1961 0 0,-188 39 1 0 0,191-22-1027 0 0,15-3-1742 0 0,0-3-5062 0 0,52-13 4221 0 0,-1-1-3246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02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2856 0 0,'6'74'11283'0'0,"6"69"-2280"0"0,29 189-10904 0 0,-23-250-326 0 0,-2-15-5499 0 0,-11-49 4211 0 0,1-4-1498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03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8825 0 0,'27'17'5317'0'0,"32"26"0"0"0,-24-12-3396 0 0,42 46 0 0 0,-58-55-1617 0 0,0 2 1 0 0,-2 0-1 0 0,-1 1 1 0 0,13 27-1 0 0,-5-3-72 0 0,22 66-1 0 0,-3 20 104 0 0,-36-108-276 0 0,-1 0-1 0 0,-2 1 1 0 0,1 29-1 0 0,-4-50-43 0 0,-1 0 1 0 0,-1 0-1 0 0,1-1 1 0 0,-1 1-1 0 0,-1 0 0 0 0,1 0 1 0 0,-1 0-1 0 0,0-1 0 0 0,0 1 1 0 0,-1-1-1 0 0,-5 9 0 0 0,6-12-4 0 0,0 1-1 0 0,-1-1 0 0 0,0 1 0 0 0,0-1 1 0 0,0 0-1 0 0,0 0 0 0 0,0 0 0 0 0,0-1 0 0 0,-1 1 1 0 0,0-1-1 0 0,1 0 0 0 0,-1 0 0 0 0,0 0 0 0 0,0 0 1 0 0,0-1-1 0 0,0 0 0 0 0,0 1 0 0 0,0-1 1 0 0,-6 0-1 0 0,1 0 0 0 0,-1-1 0 0 0,1-1 0 0 0,-1 1 0 0 0,1-1 0 0 0,0-1 0 0 0,-1 0 0 0 0,1 0 1 0 0,0-1-1 0 0,0 0 0 0 0,0 0 0 0 0,-13-8 0 0 0,1-1 8 0 0,0-1 0 0 0,1 0 0 0 0,-24-22-1 0 0,29 22 2 0 0,0-2-1 0 0,-15-19 1 0 0,23 25-7 0 0,0 0 1 0 0,1 0 0 0 0,0-1-1 0 0,1 1 1 0 0,-7-19 0 0 0,4-10 103 0 0,8 38-116 0 0,0-1 0 0 0,0 0 0 0 0,0 1-1 0 0,0-1 1 0 0,0 1 0 0 0,0-1 0 0 0,0 1-1 0 0,1-1 1 0 0,-1 0 0 0 0,0 1-1 0 0,0-1 1 0 0,0 1 0 0 0,1-1 0 0 0,-1 1-1 0 0,0-1 1 0 0,1 0 0 0 0,2-6 18 0 0,0 0 0 0 0,1 0 0 0 0,0 1 0 0 0,0-1 0 0 0,1 1 0 0 0,-1 0 0 0 0,1 0 0 0 0,0 1 0 0 0,1-1 0 0 0,0 1 0 0 0,0 0 0 0 0,6-4 0 0 0,3 2-21 0 0,0 0 0 0 0,0 0 1 0 0,0 2-1 0 0,1 0 0 0 0,0 0 1 0 0,0 2-1 0 0,1 0 0 0 0,20-1 1 0 0,19 1-297 0 0,63 7 0 0 0,140 19-3578 0 0,-17 0-7916 0 0,-175-20 3931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03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574 0 7593 0 0,'77'102'11520'0'0,"-14"7"-7186"0"0,-48-76-3976 0 0,-1 0 0 0 0,-2 1 0 0 0,-1 1 0 0 0,13 68 1 0 0,-22-90-361 0 0,0 0 0 0 0,-1 0 0 0 0,0 0 0 0 0,-1 0 0 0 0,-2 18 0 0 0,1-28-2 0 0,1 0 0 0 0,-1 0 0 0 0,0 0 0 0 0,0 0 0 0 0,0 0 0 0 0,0 0 0 0 0,0 0 0 0 0,0-1 0 0 0,-1 1 0 0 0,0-1 0 0 0,1 1 0 0 0,-1-1 0 0 0,0 1-1 0 0,0-1 1 0 0,0 0 0 0 0,-1 0 0 0 0,1 0 0 0 0,0 0 0 0 0,-1 0 0 0 0,1-1 0 0 0,-1 1 0 0 0,0-1 0 0 0,0 0 0 0 0,1 1 0 0 0,-1-1 0 0 0,0 0 0 0 0,0-1 0 0 0,0 1 0 0 0,-4 0 0 0 0,-10 0-1 0 0,0 0 1 0 0,0-1-1 0 0,0-1 0 0 0,0 0 0 0 0,0-2 1 0 0,1 1-1 0 0,-1-2 0 0 0,1-1 1 0 0,-18-6-1 0 0,-14-9 175 0 0,-76-42 0 0 0,-60-54 587 0 0,149 90-562 0 0,2-1 0 0 0,1-2 0 0 0,-29-33 0 0 0,58 59-244 0 0,0-1 1 0 0,0 1-1 0 0,0-1 0 0 0,0 0 0 0 0,1 1 0 0 0,-1-1 1 0 0,1 0-1 0 0,0 0 0 0 0,-2-8 0 0 0,4 10-607 0 0,4-1-1018 0 0,2 0 668 0 0,0 1 0 0 0,-1-1 0 0 0,1 1 1 0 0,0 1-1 0 0,0-1 0 0 0,6 0 0 0 0,45-4-4916 0 0,-4 2-2472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39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548 396 4456 0 0,'91'-3'9670'0'0,"-75"1"-8813"0"0,0 0 0 0 0,0-1 0 0 0,27-10 0 0 0,-34 10-806 0 0,-1-1 0 0 0,0 1 0 0 0,0-2 0 0 0,0 1-1 0 0,-1-1 1 0 0,9-7 0 0 0,-7 3-749 0 0,0 0-1 0 0,-1 0 1 0 0,0 0-1 0 0,-1-1 1 0 0,1-1-1 0 0,9-18 1 0 0,3-6 2485 0 0,7-13 2007 0 0,-25 43-3397 0 0,0 1 0 0 0,0 0 0 0 0,1-1 1 0 0,3-4-1 0 0,4-4 373 0 0,12-21 1411 0 0,-2-6-836 0 0,-18 37-1212 0 0,0 0-14 0 0,6-8 17 0 0,-6 8 22 0 0,-1 2-143 0 0,0 1-1 0 0,0 0 0 0 0,0-1 0 0 0,0 1 1 0 0,-1-1-1 0 0,1 0 0 0 0,0 1 0 0 0,0-1 0 0 0,0 0 1 0 0,0 1-1 0 0,-1-1 0 0 0,2-1 0 0 0,-2 1 13 0 0,3-1 126 0 0,-1 0-52 0 0,16-16 505 0 0,-17 16 1165 0 0,-5 9-1607 0 0,-18 33 136 0 0,10-15-225 0 0,1 1 1 0 0,1 1 0 0 0,1-1 0 0 0,2 1 0 0 0,-8 48-1 0 0,12-58-13 0 0,-2-1 0 0 0,0 0-1 0 0,0 0 1 0 0,-2 0-1 0 0,0 0 1 0 0,-1-1 0 0 0,0 0-1 0 0,-1-1 1 0 0,-1 0 0 0 0,0 0-1 0 0,-1-1 1 0 0,-1-1-1 0 0,-25 22 1 0 0,-2 0 274 0 0,-118 110 150 0 0,138-123-514 0 0,0 0 0 0 0,2 2-1 0 0,0 0 1 0 0,1 1 0 0 0,-17 37-1 0 0,15-20 7 0 0,-21 79 0 0 0,0 48 74 0 0,-65 531 180 0 0,90-588-200 0 0,-16 207-101 0 0,-20 133-803 0 0,45-422 484 0 0,-1-1 0 0 0,-1 0 0 0 0,-2-1 0 0 0,-14 33 0 0 0,19-51-1 0 0,-1-1 1 0 0,0 1-1 0 0,-7 7 0 0 0,10-13-84 0 0,1-1 0 0 0,-1 0-1 0 0,0 0 1 0 0,0 0 0 0 0,0 0-1 0 0,-1 0 1 0 0,1 0 0 0 0,0-1-1 0 0,-1 1 1 0 0,1-1 0 0 0,-1 1-1 0 0,0-1 1 0 0,1 0 0 0 0,-5 1-1 0 0,-10-1-3520 0 0,5-6-530 0 0,-30-19-3640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40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750 2 720 0 0,'3'0'7642'0'0,"22"-2"4068"0"0,-47 4-6590 0 0,-3 0-5756 0 0,-95 8 1342 0 0,-133 15 1059 0 0,215-19-1475 0 0,0 3 0 0 0,0 0 1 0 0,1 3-1 0 0,-51 23 1 0 0,78-31-260 0 0,1 1 1 0 0,0 0 0 0 0,1 0-1 0 0,-1 1 1 0 0,1 1-1 0 0,0-1 1 0 0,1 1 0 0 0,-1 1-1 0 0,-6 8 1 0 0,11-11-25 0 0,-1 0-1 0 0,1 0 1 0 0,0 1-1 0 0,0-1 1 0 0,1 1 0 0 0,0 0-1 0 0,0 0 1 0 0,0-1-1 0 0,1 1 1 0 0,-1 1 0 0 0,1-1-1 0 0,1 0 1 0 0,-1 0-1 0 0,1 0 1 0 0,0 0 0 0 0,2 12-1 0 0,2-2 4 0 0,0 0 0 0 0,1 0 0 0 0,1 0 0 0 0,1 0 0 0 0,0-1 0 0 0,1 0 0 0 0,0-1 0 0 0,1 0 0 0 0,1 0 0 0 0,0-1 0 0 0,23 24-1 0 0,-5-10 18 0 0,2-1-1 0 0,0-2 1 0 0,2-1-1 0 0,36 20 1 0 0,-25-18-1165 0 0,0-3 1 0 0,2-1 0 0 0,1-2 0 0 0,0-3-1 0 0,1-1 1 0 0,1-3 0 0 0,0-1-1 0 0,74 6 1 0 0,-96-16-3039 0 0,29-2 0 0 0,-11-2-3635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41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24 6185 0 0,'3'2'8738'0'0,"-3"-2"-8810"0"0,1 1 526 0 0,1-1 0 0 0,-1 1 0 0 0,0-1 0 0 0,0 1-1 0 0,0 0 1 0 0,0 0 0 0 0,0-1 0 0 0,0 1 0 0 0,0 0 0 0 0,0 0 0 0 0,0 0 0 0 0,-1 0 0 0 0,1 0-1 0 0,0 0 1 0 0,-1 1 0 0 0,1-1 0 0 0,0 0 0 0 0,-1 0 0 0 0,1 2 0 0 0,-8-2-72 0 0,-1 1-275 0 0,5-1-58 0 0,-1 0 1 0 0,1 0-1 0 0,0-1 0 0 0,0 0 0 0 0,0 0 0 0 0,-1 1 0 0 0,1-2 0 0 0,0 1 1 0 0,-4-1-1 0 0,-54-7 274 0 0,-78-20 0 0 0,88 19-1546 0 0,16 6-4794 0 0,11 2-1923 0 0,2-1 324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41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651 28 8765 0 0,'2'1'5168'0'0,"1"1"-3875"0"0,6 5 6170 0 0,-14-3-6231 0 0,1 0-1011 0 0,0 0 0 0 0,-1-1 0 0 0,0 1-1 0 0,0-1 1 0 0,0 0 0 0 0,0 0 0 0 0,0-1 0 0 0,0 0 0 0 0,-1 0 0 0 0,1 0 0 0 0,-1-1 0 0 0,-10 2-1 0 0,-22 1 190 0 0,0-2 0 0 0,-59-4 0 0 0,-76-20-1866 0 0,67 1-2628 0 0,2-8-7543 0 0,77 19 3532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4:42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6105 0 0,'0'0'8322'0'0,"3"-1"-6385"0"0,-1 1-1447 0 0,-1-1-366 0 0,0 1 1 0 0,0 0-1 0 0,-1 0 0 0 0,1-1 1 0 0,0 1-1 0 0,0 0 0 0 0,0 0 1 0 0,-1 0-1 0 0,1 0 0 0 0,0 0 1 0 0,0 0-1 0 0,0 0 1 0 0,0 0-1 0 0,-1 0 0 0 0,1 1 1 0 0,0-1-1 0 0,0 0 0 0 0,-1 1 1 0 0,1-1-1 0 0,0 0 0 0 0,0 1 1 0 0,-1-1-1 0 0,2 1 0 0 0,169 91 2478 0 0,2 1-1312 0 0,-94-52-753 0 0,-1 3 1 0 0,-2 3-1 0 0,85 70 0 0 0,-121-84-364 0 0,-1 2-1 0 0,-3 2 1 0 0,0 2-1 0 0,-3 1 0 0 0,-1 1 1 0 0,51 88-1 0 0,-55-71-129 0 0,-2 0-1 0 0,-3 2 0 0 0,18 70 0 0 0,32 191-223 0 0,-63-269 165 0 0,76 411-281 0 0,-30 4 968 0 0,-52-401-525 0 0,-3 0 1 0 0,-3 0 0 0 0,-17 108-1 0 0,13-140-89 0 0,-2-1 0 0 0,-1 0-1 0 0,-2 0 1 0 0,-1-1 0 0 0,-1 0 0 0 0,-2-1-1 0 0,-1-1 1 0 0,-36 50 0 0 0,30-53-242 0 0,-1-1 0 0 0,-2-1 1 0 0,0-1-1 0 0,-2-2 1 0 0,0 0-1 0 0,-2-2 1 0 0,0-1-1 0 0,-1-1 0 0 0,-1-2 1 0 0,-36 14-1 0 0,16-10-2262 0 0,-1-3-1 0 0,0-2 1 0 0,-1-3 0 0 0,-1-2-1 0 0,-95 6 1 0 0,40-14-6607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5:35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300 522 6249 0 0,'-3'-1'4868'0'0,"-11"0"-1619"0"0,10 1-1414 0 0,1-1-443 0 0,-9-1-222 0 0,9 1 506 0 0,1-1-1220 0 0,-5-7-157 0 0,5 7-25 0 0,2-2-208 0 0,2-12 7 0 0,-2 12 109 0 0,4-2 26 0 0,18-18 22 0 0,0 1 0 0 0,2 1 0 0 0,0 1 0 0 0,1 1 0 0 0,2 1 0 0 0,0 1-1 0 0,46-22 1 0 0,-6 8-339 0 0,1 4-1 0 0,94-26 0 0 0,226-30-251 0 0,8 35 340 0 0,-235 31-1 0 0,-62 7 6 0 0,111 2 0 0 0,-169 10 19 0 0,0 2 1 0 0,-1 1-1 0 0,1 3 1 0 0,-1 1-1 0 0,63 21 0 0 0,-53-9-178 0 0,-1 3 0 0 0,0 1 0 0 0,-2 3 0 0 0,55 41 0 0 0,-23-7-326 0 0,103 101 1 0 0,-127-108 788 0 0,-3 3 0 0 0,-2 2 0 0 0,-3 3 1 0 0,76 130-1 0 0,-113-173-226 0 0,-1 1-1 0 0,-1 0 1 0 0,-1 0 0 0 0,0 1-1 0 0,6 42 1 0 0,-11-48-27 0 0,-1 0 1 0 0,0 0-1 0 0,-1 0 1 0 0,-1 0-1 0 0,0 0 0 0 0,-1-1 1 0 0,-1 1-1 0 0,0 0 1 0 0,-9 22-1 0 0,4-18 22 0 0,-1 1 0 0 0,-1-1 0 0 0,-1-1 0 0 0,-1 0 0 0 0,0 0 0 0 0,-25 27 0 0 0,14-23 0 0 0,0 0 0 0 0,-1-1 0 0 0,-53 33 0 0 0,15-18-7 0 0,-1-4 1 0 0,-2-2-1 0 0,-93 29 0 0 0,-22 0-246 0 0,-353 66 1 0 0,431-110 217 0 0,-1-5-1 0 0,0-4 1 0 0,0-4 0 0 0,0-5 0 0 0,-118-19 0 0 0,135 7 269 0 0,1-4 0 0 0,0-3-1 0 0,2-4 1 0 0,1-4 0 0 0,-146-74 0 0 0,171 71 47 0 0,2-2 0 0 0,1-2 0 0 0,-61-56 0 0 0,77 57-88 0 0,1-1 0 0 0,2-2 0 0 0,1-2 1 0 0,-42-67-1 0 0,63 88-172 0 0,1-2 0 0 0,2 1 0 0 0,0-1 0 0 0,1-1 0 0 0,1 0 0 0 0,1 0 0 0 0,-5-27 1 0 0,10 38-65 0 0,1 0 0 0 0,0 0 0 0 0,1-1 1 0 0,0 1-1 0 0,1 0 0 0 0,0-1 1 0 0,1 1-1 0 0,0 0 0 0 0,1 0 1 0 0,0 0-1 0 0,1 0 0 0 0,1 1 0 0 0,0-1 1 0 0,0 1-1 0 0,11-17 0 0 0,-5 14-50 0 0,1 0 0 0 0,0 0-1 0 0,1 1 1 0 0,0 0-1 0 0,1 2 1 0 0,1-1-1 0 0,-1 2 1 0 0,2 0 0 0 0,18-9-1 0 0,5 0-83 0 0,1 2 1 0 0,71-21-1 0 0,-18 15-219 0 0,0 4 1 0 0,1 3-1 0 0,108-3 1 0 0,290 23-2341 0 0,303 84-10419 0 0,-502-42 4563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5:37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138 329 6657 0 0,'1'-5'4960'0'0,"0"1"-3940"0"0,-1 0-469 0 0,1 0 0 0 0,0 0 0 0 0,0 0 0 0 0,0 0 0 0 0,0 0 0 0 0,1 1 0 0 0,0-1 0 0 0,0 0 0 0 0,0 1 0 0 0,0-1 0 0 0,0 1 0 0 0,1 0 0 0 0,3-4 0 0 0,5-3-333 0 0,1 1 1 0 0,0 1 0 0 0,0 0 0 0 0,1 1 0 0 0,14-7 0 0 0,75-27 123 0 0,-67 28-119 0 0,59-21 300 0 0,1 5 0 0 0,1 3 0 0 0,2 5 0 0 0,135-12 0 0 0,-109 25-494 0 0,0 4 0 0 0,0 7 0 0 0,0 4-1 0 0,221 44 1 0 0,-184-16-81 0 0,176 64 0 0 0,-123-17 484 0 0,-169-61-118 0 0,-2 1 0 0 0,67 46 0 0 0,-92-56-241 0 0,-1 2 0 0 0,-1 0 0 0 0,-1 1 1 0 0,0 0-1 0 0,0 1 0 0 0,-2 1 0 0 0,0 0 0 0 0,-1 1 0 0 0,-1 0 1 0 0,0 1-1 0 0,-2 0 0 0 0,0 0 0 0 0,-1 1 0 0 0,-1 1 1 0 0,-1-1-1 0 0,-1 1 0 0 0,5 36 0 0 0,-8-19-66 0 0,-1-1 1 0 0,-2 1-1 0 0,-1-1 0 0 0,-2 1 0 0 0,-2-1 0 0 0,-1 0 0 0 0,-21 58 1 0 0,5-30-172 0 0,-3-1 0 0 0,-3-2 0 0 0,-48 76-1 0 0,50-96 68 0 0,-1-1 0 0 0,-2-2 0 0 0,-56 58 0 0 0,59-72 81 0 0,0-1-1 0 0,-1-2 1 0 0,-2 0 0 0 0,0-2-1 0 0,-55 27 1 0 0,48-31 130 0 0,0-1 1 0 0,-1-2 0 0 0,-1-1-1 0 0,0-2 1 0 0,0-2 0 0 0,-1-2 0 0 0,0-1-1 0 0,0-2 1 0 0,0-2 0 0 0,-1-2-1 0 0,-40-6 1 0 0,21-2 28 0 0,0-3 0 0 0,0-2 0 0 0,2-3 0 0 0,0-3 0 0 0,-72-35 0 0 0,14-3 214 0 0,-155-106 0 0 0,154 81-109 0 0,2-5 0 0 0,5-5 0 0 0,4-5 0 0 0,-110-132 0 0 0,155 157-134 0 0,4-3 0 0 0,3-3-1 0 0,3-1 1 0 0,-42-95 0 0 0,76 140-109 0 0,-16-48 0 0 0,29 72-58 0 0,1 1 1 0 0,1-1-1 0 0,0 0 0 0 0,0 0 0 0 0,1 0 1 0 0,0 0-1 0 0,1 0 0 0 0,0 0 0 0 0,3-16 0 0 0,-1 20-8 0 0,0 1-1 0 0,0-1 0 0 0,1 0 1 0 0,0 1-1 0 0,0 0 0 0 0,1 0 0 0 0,-1 0 1 0 0,1 0-1 0 0,1 0 0 0 0,-1 1 0 0 0,1 0 1 0 0,0 0-1 0 0,0 0 0 0 0,0 0 1 0 0,1 1-1 0 0,0 0 0 0 0,0 0 0 0 0,9-4 1 0 0,3-1-108 0 0,0 1-1 0 0,1 1 1 0 0,-1 1 0 0 0,2 0 0 0 0,28-4 0 0 0,-9 5-186 0 0,52-1 1 0 0,94 9-439 0 0,2 14-385 0 0,208 46-1 0 0,170 75-1590 0 0,38 56-2976 0 0,-12 31-478 0 0,-188-62-963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5:38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280 520 3280 0 0,'4'-8'6949'0'0,"66"-112"2989"0"0,16 2-6047 0 0,-64 92-3715 0 0,1 1 0 0 0,2 1 1 0 0,0 1-1 0 0,1 1 1 0 0,2 1-1 0 0,48-28 0 0 0,-47 35-105 0 0,0 1-1 0 0,1 2 1 0 0,1 0-1 0 0,0 2 1 0 0,0 2-1 0 0,1 1 1 0 0,54-4-1 0 0,-27 8 14 0 0,0 2 0 0 0,-1 3 0 0 0,81 13 0 0 0,-53 2 36 0 0,-2 3-1 0 0,0 4 0 0 0,-2 3 1 0 0,0 4-1 0 0,139 77 0 0 0,-135-59-70 0 0,-2 4-1 0 0,-2 3 0 0 0,-3 4 1 0 0,-3 4-1 0 0,-2 2 0 0 0,94 114 0 0 0,-136-142-35 0 0,-1 3 0 0 0,-3 0-1 0 0,-1 1 1 0 0,33 76-1 0 0,-48-92 22 0 0,-2 1 0 0 0,-1 1-1 0 0,-2 0 1 0 0,0 0-1 0 0,-2 0 1 0 0,-1 0-1 0 0,-2 1 1 0 0,-1 0 0 0 0,-3 41-1 0 0,-2-37 30 0 0,-1-1 0 0 0,-2 1 0 0 0,-1-2-1 0 0,-2 1 1 0 0,-1-1 0 0 0,-1-1 0 0 0,-2 0 0 0 0,-1-1 0 0 0,-1 0-1 0 0,-2-1 1 0 0,-1-1 0 0 0,-1-1 0 0 0,-1-1 0 0 0,-2 0 0 0 0,0-2-1 0 0,-2-1 1 0 0,-53 40 0 0 0,36-37-45 0 0,0-2 0 0 0,-2-1 0 0 0,-1-2-1 0 0,0-2 1 0 0,-1-3 0 0 0,-1-1 0 0 0,-85 15 0 0 0,77-22 77 0 0,0-2 0 0 0,0-3 1 0 0,-1-3-1 0 0,1-1 0 0 0,-1-4 1 0 0,-90-17-1 0 0,86 8 48 0 0,1-2 1 0 0,0-2-1 0 0,-71-34 0 0 0,45 10 3 0 0,3-4 0 0 0,1-4 0 0 0,-133-109-1 0 0,94 54 227 0 0,-157-177-1 0 0,206 198-173 0 0,3-4 0 0 0,-92-158 1 0 0,143 217-170 0 0,1-1-1 0 0,-18-54 1 0 0,30 73-70 0 0,1 0 0 0 0,0-1 0 0 0,1 1-1 0 0,0 0 1 0 0,1-1 0 0 0,0 1 0 0 0,1-1-1 0 0,0 1 1 0 0,1-1 0 0 0,0 1 0 0 0,5-21 0 0 0,-4 26-38 0 0,1 0 1 0 0,0-1 0 0 0,0 1 0 0 0,0 1 0 0 0,1-1 0 0 0,0 0 0 0 0,0 1 0 0 0,0 0-1 0 0,1 0 1 0 0,-1 0 0 0 0,1 0 0 0 0,1 1 0 0 0,-1 0 0 0 0,0 0 0 0 0,1 0 0 0 0,12-5-1 0 0,-3 2-180 0 0,1 1 0 0 0,0 0-1 0 0,0 1 1 0 0,1 1-1 0 0,30-3 1 0 0,-7 3-1753 0 0,0 3 0 0 0,77 6 0 0 0,80 23-4043 0 0,-14 6 1422 0 0,15 5-4670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5:40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239 224 1728 0 0,'23'-19'7840'0'0,"44"-29"0"0"0,-40 32-5341 0 0,43-19 1 0 0,-30 19-1985 0 0,2 2-1 0 0,0 2 1 0 0,46-8 0 0 0,208-14 885 0 0,2 25-880 0 0,38 13-172 0 0,-228 4-196 0 0,120 24-1 0 0,-181-22-128 0 0,-1 1 1 0 0,-1 3-1 0 0,0 2 1 0 0,47 24-1 0 0,-58-23 84 0 0,-1 2 0 0 0,-1 1 1 0 0,-1 2-1 0 0,-1 1 0 0 0,47 45 0 0 0,-16-2 80 0 0,82 116 0 0 0,34 85-19 0 0,-121-177-141 0 0,-4 3-1 0 0,-4 2 1 0 0,61 176-1 0 0,-102-250-10 0 0,-1 0-1 0 0,-1 1 0 0 0,-1 0 1 0 0,-1 0-1 0 0,-1 0 0 0 0,-1 0 1 0 0,-4 44-1 0 0,2-55 18 0 0,-1 1 0 0 0,-1-1 0 0 0,0 0 0 0 0,0 0 1 0 0,-1-1-1 0 0,0 1 0 0 0,-1-1 0 0 0,0 0 0 0 0,-1 0 0 0 0,0 0 1 0 0,-1-1-1 0 0,0 0 0 0 0,0 0 0 0 0,-1-1 0 0 0,0 0 0 0 0,0 0 1 0 0,-12 8-1 0 0,-3-2 1 0 0,-1 0 1 0 0,0-1-1 0 0,0-1 1 0 0,-1-2 0 0 0,0 0-1 0 0,-1-2 1 0 0,-38 8-1 0 0,-1-5 50 0 0,-127 6 0 0 0,85-17-4 0 0,1-5-1 0 0,-190-33 1 0 0,166 12 110 0 0,2-6-1 0 0,1-5 1 0 0,2-6-1 0 0,2-5 1 0 0,-143-78-1 0 0,162 68 108 0 0,3-5 0 0 0,3-4 0 0 0,2-5 0 0 0,4-3 0 0 0,-164-174 0 0 0,207 194-297 0 0,2-3 0 0 0,-50-81 0 0 0,14-17 0 0 0,71 127 0 0 0,1 0 0 0 0,1-1 0 0 0,-9-47 0 0 0,17 66-67 0 0,1-1 0 0 0,0 0 0 0 0,0 0 0 0 0,1 0 0 0 0,1 0 1 0 0,0 0-1 0 0,1 1 0 0 0,0-1 0 0 0,1 0 0 0 0,0 1 0 0 0,1 0 0 0 0,0 0 0 0 0,1 0 0 0 0,0 0 0 0 0,0 1 0 0 0,1-1 1 0 0,1 1-1 0 0,0 1 0 0 0,0-1 0 0 0,1 1 0 0 0,0 1 0 0 0,0-1 0 0 0,1 2 0 0 0,1-1 0 0 0,-1 1 0 0 0,1 0 0 0 0,11-5 0 0 0,-2 2-824 0 0,-1 2-1 0 0,2 0 1 0 0,-1 1-1 0 0,1 1 1 0 0,0 1-1 0 0,25-3 0 0 0,12 2-2661 0 0,69 2-1 0 0,65 9-1212 0 0,23 12-5253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5:41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7361 0 0,'0'0'7468'0'0,"21"2"-5507"0"0,0 0-5722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5:42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1617 173 552 0 0,'4'-1'6311'0'0,"52"-4"4434"0"0,0 6-10145 0 0,44-3-9157 0 0,-24-8 11681 0 0,137-38 1 0 0,-35 6-135 0 0,-6 13-2498 0 0,1 9 0 0 0,1 7 0 0 0,175 9 1 0 0,401 33 413 0 0,243 4-1678 0 0,-281-43 362 0 0,59 1 365 0 0,597-3 46 0 0,366 8 689 0 0,-877 55-3298 0 0,59 75 737 0 0,-293 8 4765 0 0,-485-96-2168 0 0,-2 7-1 0 0,189 89 0 0 0,-271-106-619 0 0,-1 3-1 0 0,-2 2 1 0 0,0 2-1 0 0,-3 2 1 0 0,-1 3 0 0 0,-2 1-1 0 0,-2 3 1 0 0,-2 1-1 0 0,-2 2 1 0 0,52 80-1 0 0,-38-43-42 0 0,-4 3 0 0 0,43 103 0 0 0,-76-151-24 0 0,79 217 13 0 0,-52-70 323 0 0,-36-145-250 0 0,-2 0 0 0 0,-1 67 0 0 0,-4-75-32 0 0,-2 1 0 0 0,-2-1 0 0 0,-1 0 0 0 0,-1 0 0 0 0,-16 48 1 0 0,11-51-62 0 0,-2 0 1 0 0,-1-1 0 0 0,-1-1 0 0 0,-2 0 0 0 0,-1-1 0 0 0,-1-1 0 0 0,-1-1 0 0 0,-1 0 0 0 0,-1-2 0 0 0,-1 0 0 0 0,-1-2-1 0 0,-1 0 1 0 0,-32 18 0 0 0,3-6-35 0 0,-3-3-1 0 0,0-3 1 0 0,-1-2 0 0 0,-2-2-1 0 0,-97 22 1 0 0,-319 37-13 0 0,233-54-307 0 0,-453-6 0 0 0,151-49 429 0 0,121 5 79 0 0,-520-26-706 0 0,656 33 438 0 0,-128-4-73 0 0,189 12 23 0 0,-252-5 91 0 0,-258 11-82 0 0,0-1 205 0 0,7-14 393 0 0,188-8-67 0 0,-5-3-58 0 0,-850 1 24 0 0,769-9-272 0 0,552 29-48 0 0,-490-64-100 0 0,334 24 38 0 0,-348-116 0 0 0,451 118 206 0 0,-187-92 0 0 0,253 103-266 0 0,2-2 0 0 0,1-4 0 0 0,2-1 0 0 0,-92-86 0 0 0,118 93 23 0 0,2-1-1 0 0,2-2 1 0 0,1-1 0 0 0,1-1-1 0 0,3-2 1 0 0,-35-78-1 0 0,44 85 22 0 0,3-1-1 0 0,0-1 0 0 0,2 1 1 0 0,2-2-1 0 0,1 1 1 0 0,2-1-1 0 0,2 0 0 0 0,1 0 1 0 0,4-46-1 0 0,1 42-31 0 0,2-1 0 0 0,2 1-1 0 0,2 1 1 0 0,1-1 0 0 0,2 2 0 0 0,2 0-1 0 0,35-67 1 0 0,-26 66 138 0 0,2 1 0 0 0,1 1 0 0 0,2 2 0 0 0,1 1 0 0 0,2 1 0 0 0,1 2 0 0 0,1 1 0 0 0,54-36 0 0 0,-14 20 38 0 0,1 3 1 0 0,3 3-1 0 0,119-44 1 0 0,-60 36-103 0 0,3 6 0 0 0,162-27 0 0 0,297-8 436 0 0,361 41 1234 0 0,0 67-311 0 0,22 57-1096 0 0,-329 2-4513 0 0,262 22-9489 0 0,-588-92 4938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6:12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1305 0 7273 0 0,'0'0'12087'0'0,"-7"1"-11150"0"0,-139-1 1193 0 0,3 0-1351 0 0,30 8-409 0 0,1 5 1 0 0,-128 33-1 0 0,226-43-313 0 0,-1 1-1 0 0,1 1 1 0 0,0 1 0 0 0,0 0 0 0 0,1 0-1 0 0,-16 12 1 0 0,23-15-68 0 0,1 1 1 0 0,1-1-1 0 0,-1 1 0 0 0,1 1 0 0 0,-1-1 1 0 0,1 0-1 0 0,0 1 0 0 0,1 0 0 0 0,-1 0 1 0 0,1 0-1 0 0,0 1 0 0 0,0-1 1 0 0,1 1-1 0 0,-1-1 0 0 0,1 1 0 0 0,1 0 1 0 0,-3 8-1 0 0,4-8-37 0 0,-1 0 1 0 0,1 1-1 0 0,1-1 1 0 0,-1 1-1 0 0,1-1 0 0 0,0 0 1 0 0,0 1-1 0 0,1-1 1 0 0,0 0-1 0 0,0 0 1 0 0,0 0-1 0 0,5 8 0 0 0,1-1 51 0 0,0 0-1 0 0,0-1 0 0 0,1-1 1 0 0,12 12-1 0 0,12 9 44 0 0,1-3 0 0 0,2 0 0 0 0,54 33 0 0 0,-45-33 105 0 0,-2 1 0 0 0,41 40 1 0 0,-77-63-122 0 0,0 0 0 0 0,0 0 0 0 0,-1 1 0 0 0,0 0 0 0 0,0 0 1 0 0,-1 1-1 0 0,0 0 0 0 0,5 13 0 0 0,-8-15-17 0 0,0 0-1 0 0,0-1 1 0 0,-1 1 0 0 0,0 0-1 0 0,0 0 1 0 0,0 0-1 0 0,-1 0 1 0 0,0 0 0 0 0,-1 0-1 0 0,0 0 1 0 0,0 0-1 0 0,0 0 1 0 0,-3 8 0 0 0,-1-2 36 0 0,0 0 1 0 0,-1-1 0 0 0,0 0 0 0 0,-1 0 0 0 0,0 0-1 0 0,-1-1 1 0 0,0 0 0 0 0,-1 0 0 0 0,0-1-1 0 0,0 0 1 0 0,-2-1 0 0 0,-12 10 0 0 0,-7 2 194 0 0,0-2 0 0 0,0-1 0 0 0,-53 21 0 0 0,67-32-179 0 0,-1 0 0 0 0,0-1 0 0 0,0-1-1 0 0,0-1 1 0 0,0 0 0 0 0,-1-1 0 0 0,0-1 0 0 0,0-1 0 0 0,1-1-1 0 0,-1 0 1 0 0,0-1 0 0 0,0-1 0 0 0,1-1 0 0 0,-1 0 0 0 0,-22-8 0 0 0,14 1-1023 0 0,1 0 1 0 0,0-2-1 0 0,-40-26 1 0 0,51 28-691 0 0,0 0 0 0 0,1-1 0 0 0,0 0 0 0 0,1-1 0 0 0,0-1 0 0 0,1 0 1 0 0,-11-16-1 0 0,-2-11-6240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6:12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1 2320 0 0,'-21'49'13017'0'0,"-3"-1"-8735"0"0,-20 43-2442 0 0,33-63-1779 0 0,1 1-1 0 0,2-1 1 0 0,1 1 0 0 0,1 1-1 0 0,1-1 1 0 0,2 1-1 0 0,0 0 1 0 0,3 0-1 0 0,0 0 1 0 0,2-1 0 0 0,1 1-1 0 0,1 0 1 0 0,10 31-1 0 0,0-11 202 0 0,1-1-1 0 0,3 0 0 0 0,40 74 0 0 0,-40-100-156 0 0,-16-21 188 0 0,-1-10-199 0 0,-1-22-39 0 0,-1 1 1 0 0,-7-43-1 0 0,-19-68-95 0 0,12 64 382 0 0,-7-24 55 0 0,-8-49 276 0 0,28 130-535 0 0,2 0 0 0 0,1-21 1 0 0,0 6 96 0 0,-1 31-141 0 0,6-10 32 0 0,-5 11 158 0 0,2 12-242 0 0,7 31 102 0 0,-2 1 1 0 0,-1 0-1 0 0,1 63 1 0 0,-12 141 174 0 0,-2-167-781 0 0,-27 124 1 0 0,30-189-129 0 0,-1 0-1 0 0,-10 24 1 0 0,-3-7-2588 0 0,14-28 1929 0 0,0 1 1 0 0,0-1-1 0 0,0 1 0 0 0,0-1 1 0 0,-5 3-1 0 0,4-3-3142 0 0,-9 2-2569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6:15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4050 296 3408 0 0,'-61'-27'9712'0'0,"-1"4"-4924"0"0,28 12-3749 0 0,-2 1 0 0 0,1 2-1 0 0,-52-5 1 0 0,-319-8 904 0 0,5 1-1674 0 0,-118-30-760 0 0,-122-11 106 0 0,-32 30 211 0 0,336 23 40 0 0,197 2 176 0 0,22 1-85 0 0,105 4 48 0 0,-45 0 5 0 0,35 2 50 0 0,1 0 0 0 0,-30 5 0 0 0,49-5-33 0 0,1 0 0 0 0,-1 0-1 0 0,1 0 1 0 0,-1 0-1 0 0,1 0 1 0 0,0 0-1 0 0,-1 1 1 0 0,1-1-1 0 0,0 1 1 0 0,-3 2-1 0 0,3-2-14 0 0,1-1-6 0 0,0-1 1 0 0,0 1-1 0 0,1-1 1 0 0,-1 1-1 0 0,0-1 0 0 0,0 1 1 0 0,1-1-1 0 0,-1 1 1 0 0,0 0-1 0 0,1 0 1 0 0,-1-1-1 0 0,1 1 0 0 0,-1 0 1 0 0,1 0-1 0 0,-1 0 1 0 0,1 0-1 0 0,0-1 1 0 0,-1 1-1 0 0,1 0 0 0 0,0 1 1 0 0,-1 0 17 0 0,-4 12 71 0 0,-5 25-1 0 0,5-17 125 0 0,-13 39-215 0 0,3 2-20 0 0,-13 119-1 0 0,20-113-428 0 0,-21 82-1 0 0,-14-10-981 0 0,23-78 1170 0 0,2 0 1 0 0,-12 79-1 0 0,-2 242 1788 0 0,20-203-1607 0 0,-2 125 218 0 0,30 0 67 0 0,12-118-458 0 0,-12-86-84 0 0,-13-80 125 0 0,-1 0-1 0 0,-1-1 1 0 0,-2 31 0 0 0,-3-38 163 0 0,2-12 51 0 0,1 1 44 0 0,-4 3-69 0 0,5-5 39 0 0,0-1 1 0 0,0 0 0 0 0,-1 0 0 0 0,1 0 0 0 0,0 0 0 0 0,0 0-1 0 0,0 1 1 0 0,0-1 0 0 0,0 0 0 0 0,0 0 0 0 0,0 0 0 0 0,0 0-1 0 0,0 0 1 0 0,0 1 0 0 0,0-1 0 0 0,0 0 0 0 0,0 0 0 0 0,0 0 0 0 0,0 0-1 0 0,0 1 1 0 0,0-1 0 0 0,0 0 0 0 0,0 0 0 0 0,0 0 0 0 0,0 0-1 0 0,0 0 1 0 0,0 1 0 0 0,0-1 0 0 0,0 0 0 0 0,1 0 0 0 0,-1 0-1 0 0,0 0 1 0 0,0 0 0 0 0,0 1 0 0 0,0-1 0 0 0,0 0 0 0 0,0 0-1 0 0,0 0 1 0 0,1 0 0 0 0,-1 0 0 0 0,0 0 0 0 0,0 0 0 0 0,0 0 0 0 0,0 0-1 0 0,0 0 1 0 0,1 0 0 0 0,-1 0 0 0 0,0 1 0 0 0,0-1 0 0 0,0 0-1 0 0,0 0 1 0 0,0 0 0 0 0,1 0 0 0 0,-1 0 0 0 0,0 0 0 0 0,0 0-1 0 0,0 0 1 0 0,0-1 0 0 0,1 1 0 0 0,-1 0 0 0 0,523-64 183 0 0,-488 60-204 0 0,1583-101-429 0 0,-1604 105 432 0 0,547 4 40 0 0,-333 6-75 0 0,-141-6 57 0 0,389 23 144 0 0,-9 7 100 0 0,-3 4 212 0 0,1-1 45 0 0,295 28 6 0 0,-310-27-325 0 0,-21-10-70 0 0,296 0 41 0 0,0-18 283 0 0,-2-1 221 0 0,460 2 243 0 0,162-38-1041 0 0,-613 14-68 0 0,-542 12 118 0 0,286-19-275 0 0,48 1 308 0 0,-27 33 136 0 0,-450-9 63 0 0,-4 0-1289 0 0,-14-4-5801 0 0,-20-1 2038 0 0,6-7 1814 0 0,-14 7 2796 0 0,1-2-804 0 0,0 1 0 0 0,0-1-1 0 0,1 0 1 0 0,-1 0 0 0 0,0 0 0 0 0,2-3-1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7:35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426 4 5416 0 0,'0'0'7357'0'0,"21"-4"1720"0"0,6 18-6981 0 0,-30 10-1072 0 0,-33 26-880 0 0,3-21-268 0 0,-12-4-420 0 0,-18 1-1220 0 0,-11-7-2968 0 0,-4-11 1347 0 0,12-13-407 0 0,-9-14-4221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7:39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653 0 104 0 0,'0'0'18761'0'0,"-7"6"-18599"0"0,-2-1-62 0 0,4-2 296 0 0,1 0 1 0 0,0 0-1 0 0,-1 1 1 0 0,-4 4-1 0 0,12-1-66 0 0,9 21 24 0 0,-11-25-260 0 0,1 0 0 0 0,-1 0 1 0 0,1 0-1 0 0,0-1 0 0 0,0 1 0 0 0,0 0 0 0 0,0-1 0 0 0,1 1 0 0 0,3 3 0 0 0,0 0-10 0 0,7 10 45 0 0,-2 0 1 0 0,0 1-1 0 0,-1 1 0 0 0,0-1 1 0 0,-2 2-1 0 0,12 34 0 0 0,-12-23 49 0 0,-1 1-1 0 0,-1 0 1 0 0,2 50-1 0 0,-4-27-114 0 0,-3 1 0 0 0,-3 0-1 0 0,-2 0 1 0 0,-13 66 0 0 0,0-28 91 0 0,-8 148 0 0 0,21-136-219 0 0,3 1 1 0 0,21 152-1 0 0,-13-155 46 0 0,-5-70 1 0 0,-4 125 103 0 0,1-120-5 0 0,-4 9 21 0 0,-16 77-1 0 0,5-37-422 0 0,1-9 123 0 0,-2 169 186 0 0,12-127-23 0 0,0 13-116 0 0,5-86 149 0 0,0-39 10 0 0,-1-2 8 0 0,1 0 0 0 0,0 0-1 0 0,0 0 1 0 0,1 0 0 0 0,0 0 0 0 0,1 8 0 0 0,-1-11 57 0 0,-1 15-78 0 0,0-15 35 0 0,3-3-10 0 0,2 0-17 0 0,0 0-1 0 0,0-1 1 0 0,0 1 0 0 0,0-1-1 0 0,0 0 1 0 0,9-4-1 0 0,-2 1-9 0 0,23-4 1 0 0,38-3-16 0 0,110-1 1 0 0,-53 14 247 0 0,143 20 1 0 0,124 41 686 0 0,345 40-278 0 0,-535-88-498 0 0,333-20 0 0 0,-123-29-415 0 0,32-2-276 0 0,640-2 223 0 0,-940 35 332 0 0,-50 1 9 0 0,227-3 70 0 0,297 1 487 0 0,-454 3-498 0 0,334 11 313 0 0,-44 47 69 0 0,-4 22 38 0 0,-174-29-314 0 0,289 28 182 0 0,-198-51-259 0 0,1-19-5 0 0,86 4 115 0 0,-226 1-192 0 0,410 17-67 0 0,284-48 332 0 0,-313-63-353 0 0,-510 65 26 0 0,108 0 1 0 0,106 15 126 0 0,104 42-72 0 0,-356-33-22 0 0,0-3 0 0 0,68-4 1 0 0,40-1 19 0 0,-81 2 286 0 0,-79-2-330 0 0,-13 0 36 0 0,1 0-1 0 0,-1 0 1 0 0,0 0-1 0 0,1 0 1 0 0,-1 0-1 0 0,0 0 1 0 0,1-1-1 0 0,-1 1 1 0 0,0 0-1 0 0,0-1 1 0 0,3-1-1 0 0,-1 1-14 0 0,0 0-1 0 0,0 0 0 0 0,-1 0 1 0 0,1-1-1 0 0,0 0 0 0 0,-1 1 1 0 0,1-1-1 0 0,-1 0 0 0 0,1 0 1 0 0,-1-1-1 0 0,0 1 0 0 0,0 0 1 0 0,0-1-1 0 0,0 1 0 0 0,2-5 1 0 0,0-3 47 0 0,-1-1 0 0 0,1 1 0 0 0,-2-1 0 0 0,1 1 0 0 0,0-19 0 0 0,-3-12 49 0 0,-2 1 1 0 0,-2 0 0 0 0,-15-66-1 0 0,-25-73-193 0 0,1-17 144 0 0,23 96 89 0 0,-100-569-178 0 0,112 610 55 0 0,-40-362 117 0 0,37 201-96 0 0,6 141 136 0 0,5 48-135 0 0,0 28 8 0 0,0-1 25 0 0,0-16-46 0 0,1 19-6 0 0,-1 0-1 0 0,0 1 1 0 0,1-1 0 0 0,-1 0-1 0 0,1 0 1 0 0,-1 0-1 0 0,1 1 1 0 0,-1-1 0 0 0,1 0-1 0 0,-1 1 1 0 0,1-1 0 0 0,1-1-1 0 0,-2 2-2 0 0,2-2 44 0 0,-9 6-34 0 0,-15 9 2 0 0,-1-2 0 0 0,-1 0 0 0 0,-29 9 0 0 0,17-10 5 0 0,0-3 0 0 0,-37 4 0 0 0,-75 0-102 0 0,-109-15 219 0 0,0-20-13 0 0,35 3-295 0 0,-491-40 64 0 0,6-40 218 0 0,8-12 469 0 0,498 92-258 0 0,-303 6 1 0 0,239 26-270 0 0,-382 3 68 0 0,-162-64-151 0 0,6-40 151 0 0,305 32-42 0 0,105 24-25 0 0,364 32-40 0 0,-509-24 51 0 0,-33 10-198 0 0,-124 7 101 0 0,-264-6-24 0 0,717 9 51 0 0,-330-4-44 0 0,-40 0-26 0 0,418-3 127 0 0,-220-44 1 0 0,-97-45-115 0 0,-25 46 317 0 0,289 51-237 0 0,172 8-355 0 0,-96 16 0 0 0,135-11-612 0 0,4 0-3212 0 0,0-5-8747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7:44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1077 63 1896 0 0,'12'3'1534'0'0,"-1"0"-1"0"0,0 1 1 0 0,1 0 0 0 0,12 7-1 0 0,-10-4-442 0 0,0 1 0 0 0,19 16 0 0 0,-8-2-292 0 0,-1 0-1 0 0,32 40 1 0 0,-43-46-659 0 0,-1 1 1 0 0,-1 1-1 0 0,0 0 1 0 0,-2 0-1 0 0,0 1 1 0 0,-1 1-1 0 0,6 20 0 0 0,29 146 1040 0 0,14 170-580 0 0,-47-264-389 0 0,-5 175 0 0 0,-6-234-145 0 0,-3-1 0 0 0,0 0 0 0 0,-2 1 0 0 0,-2-2 0 0 0,-21 60 0 0 0,23-78-25 0 0,0 1 1 0 0,0-1 0 0 0,-2 0-1 0 0,1-1 1 0 0,-2 0-1 0 0,0 0 1 0 0,0-1 0 0 0,-1 0-1 0 0,0 0 1 0 0,-1-1 0 0 0,0-1-1 0 0,-1 0 1 0 0,0 0 0 0 0,0-1-1 0 0,-18 8 1 0 0,6-6 61 0 0,1-2 1 0 0,-1-1-1 0 0,0-1 0 0 0,0-1 1 0 0,-1 0-1 0 0,0-3 0 0 0,-43 1 1 0 0,13-5-36 0 0,0-2-1 0 0,-76-17 1 0 0,69 6-12 0 0,1-2 1 0 0,-79-34-1 0 0,106 38 23 0 0,1-2-1 0 0,1-1 0 0 0,1-2 0 0 0,1-1 1 0 0,0-1-1 0 0,1-2 0 0 0,1 0 1 0 0,1-2-1 0 0,2-1 0 0 0,-35-43 1 0 0,37 37 69 0 0,2-2 1 0 0,1-1-1 0 0,1 0 0 0 0,2-1 1 0 0,2-1-1 0 0,-20-66 1 0 0,22 49 0 0 0,2-1 0 0 0,2 1 0 0 0,3-2 0 0 0,1-69 0 0 0,5 80-53 0 0,3 1 0 0 0,1 0 0 0 0,2 1-1 0 0,2-1 1 0 0,19-58 0 0 0,-17 74-102 0 0,0 1 0 0 0,2 0-1 0 0,0 1 1 0 0,2 0 0 0 0,1 1-1 0 0,1 0 1 0 0,1 1 0 0 0,1 1-1 0 0,25-24 1 0 0,-23 29-549 0 0,0 2 0 0 0,0 0 0 0 0,2 1-1 0 0,-1 1 1 0 0,2 1 0 0 0,0 2 0 0 0,0 0 0 0 0,1 1 0 0 0,31-8 0 0 0,7 4-2319 0 0,1 1 1 0 0,93-4 0 0 0,14 8-4173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7:45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698 507 3368 0 0,'4'0'4237'0'0,"1"0"-3065"0"0,34 1 5233 0 0,-27-1-5713 0 0,-1 1-1 0 0,1 1 1 0 0,12 3-1 0 0,-17-2-577 0 0,1 0-1 0 0,-1 0 0 0 0,1 1 0 0 0,-1 0 0 0 0,0 0 0 0 0,-1 1 1 0 0,1 0-1 0 0,-1 0 0 0 0,0 1 0 0 0,0-1 0 0 0,-1 1 1 0 0,8 11-1 0 0,8 12-162 0 0,-1 2 1 0 0,-1 0 0 0 0,-2 0-1 0 0,-2 2 1 0 0,-1 0-1 0 0,15 50 1 0 0,-6 6-193 0 0,17 122 1 0 0,-28-115 231 0 0,-4 1 1 0 0,-4 0-1 0 0,-17 188 1 0 0,7-234 106 0 0,-23 86 0 0 0,20-106-189 0 0,-2-1 0 0 0,0 0 0 0 0,-31 54 0 0 0,36-73 94 0 0,-1-1 0 0 0,0 0 0 0 0,-1 0 1 0 0,0-1-1 0 0,0 0 0 0 0,-1 0 0 0 0,-18 13 0 0 0,23-19 30 0 0,-1 0-1 0 0,0 0 0 0 0,1 0 0 0 0,-1-1 1 0 0,-1 0-1 0 0,1 0 0 0 0,0-1 0 0 0,0 1 1 0 0,-1-1-1 0 0,1 0 0 0 0,-1 0 0 0 0,1-1 1 0 0,-1 0-1 0 0,1 0 0 0 0,-1 0 0 0 0,1-1 0 0 0,-1 1 1 0 0,1-1-1 0 0,0 0 0 0 0,-6-3 0 0 0,-8-3 17 0 0,0-2-1 0 0,0 0 0 0 0,1-1 0 0 0,1-1 0 0 0,0 0 0 0 0,-17-16 0 0 0,-4-6 30 0 0,-45-51-1 0 0,45 39-97 0 0,-51-78 0 0 0,-15-52-116 0 0,52 75 434 0 0,5-2-1 0 0,4-2 0 0 0,5-2 0 0 0,-41-183 0 0 0,62 205 180 0 0,3-1 0 0 0,-3-90 1 0 0,16 126-202 0 0,2 0 1 0 0,1-1-1 0 0,3 1 1 0 0,3 0-1 0 0,12-49 1 0 0,-14 78-202 0 0,0 1-1 0 0,2-1 1 0 0,0 1 0 0 0,1 0 0 0 0,0 1 0 0 0,18-24-1 0 0,-21 33-124 0 0,1 0-1 0 0,1 1 0 0 0,0-1 0 0 0,0 2 0 0 0,0-1 0 0 0,1 1 1 0 0,0 1-1 0 0,1 0 0 0 0,-1 0 0 0 0,1 0 0 0 0,0 1 0 0 0,0 1 1 0 0,16-5-1 0 0,-9 5-618 0 0,0 1 0 0 0,0 0 0 0 0,1 1 0 0 0,-1 1 0 0 0,1 1 0 0 0,-1 0 0 0 0,0 2 0 0 0,19 3 0 0 0,10 4-3154 0 0,85 30-1 0 0,1 9-3553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7:46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607 440 384 0 0,'31'-9'10235'0'0,"-1"0"-4905"0"0,-1-2-2770 0 0,31-15 0 0 0,-54 23-2451 0 0,-1 1-1 0 0,1 1 0 0 0,0-1 0 0 0,0 1 1 0 0,0 0-1 0 0,0 0 0 0 0,0 1 0 0 0,0 0 0 0 0,1 0 1 0 0,-1 0-1 0 0,0 1 0 0 0,0 0 0 0 0,6 1 1 0 0,-4 0-80 0 0,-1 1 0 0 0,0-1 0 0 0,0 1 0 0 0,0 1 0 0 0,0-1 0 0 0,12 9 0 0 0,33 30-276 0 0,-42-33 188 0 0,25 24-84 0 0,-2 1 0 0 0,39 52-1 0 0,-29-33 85 0 0,34 45 191 0 0,-5 4 0 0 0,108 203 0 0 0,-154-255-136 0 0,30 86-1 0 0,-46-105-11 0 0,-1 0-1 0 0,-2 1 1 0 0,-1 0 0 0 0,3 40 0 0 0,-9-50 14 0 0,-1 0 1 0 0,0 1-1 0 0,-2-1 0 0 0,0 0 1 0 0,-2 0-1 0 0,0 0 1 0 0,-15 35-1 0 0,8-28 67 0 0,-1-1 0 0 0,-1-1-1 0 0,-2 0 1 0 0,-1-1 0 0 0,-21 25 0 0 0,20-30-38 0 0,-1 0 0 0 0,-1-2 0 0 0,-1 0 0 0 0,0-2 0 0 0,-2 0 1 0 0,0-1-1 0 0,-49 24 0 0 0,42-26-86 0 0,0-2 1 0 0,0-2-1 0 0,-1 0 1 0 0,0-2-1 0 0,-1-1 1 0 0,-54 4-1 0 0,63-10 83 0 0,-1-1 0 0 0,1-1 0 0 0,-1-1 0 0 0,1-2-1 0 0,0 0 1 0 0,0-1 0 0 0,0-1 0 0 0,0-1 0 0 0,1-1 0 0 0,0-1 0 0 0,1-1 0 0 0,0-1-1 0 0,1-1 1 0 0,0-1 0 0 0,-24-20 0 0 0,-5-8-45 0 0,3-2-1 0 0,1-2 1 0 0,2-2-1 0 0,-72-104 1 0 0,74 85 124 0 0,2-1 1 0 0,3-2-1 0 0,-47-128 1 0 0,61 130 79 0 0,2-1 0 0 0,4 0 0 0 0,2-2 0 0 0,-6-98 1 0 0,17 118-68 0 0,3 1 1 0 0,2-1 0 0 0,3 1-1 0 0,1-1 1 0 0,2 2 0 0 0,30-95 0 0 0,-25 109-45 0 0,2 1 0 0 0,0 0 0 0 0,3 2 0 0 0,29-43 0 0 0,-29 51-95 0 0,0 1 1 0 0,2 1-1 0 0,0 0 0 0 0,2 2 1 0 0,43-31-1 0 0,-46 36-16 0 0,1 1 0 0 0,1 2-1 0 0,0 0 1 0 0,1 1 0 0 0,0 1 0 0 0,1 1-1 0 0,31-7 1 0 0,-27 10-306 0 0,0 2 1 0 0,0 0-1 0 0,0 2 0 0 0,0 0 1 0 0,1 2-1 0 0,32 6 0 0 0,-1 4-1745 0 0,0 2 0 0 0,87 31-1 0 0,113 65-3829 0 0,-62-11-1530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05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1279 215 4904 0 0,'0'0'15350'0'0,"10"1"-14736"0"0,42 5 279 0 0,38-5-125 0 0,106-14 0 0 0,-62 3-976 0 0,359-31-578 0 0,85-4-251 0 0,53 35 334 0 0,359-1 581 0 0,-374-30 194 0 0,-302 16-8 0 0,645-2 94 0 0,-520 37-47 0 0,-308-7-100 0 0,160 8 52 0 0,-170-4-26 0 0,349 17 238 0 0,-107-12 481 0 0,123 4 239 0 0,-13 17-392 0 0,770 172-433 0 0,-649-63-1723 0 0,-203-39 315 0 0,-27-5 413 0 0,92 37 695 0 0,-310-84 749 0 0,148 74 0 0 0,-197-74-299 0 0,92 67 0 0 0,-105-58-228 0 0,-3 4-1 0 0,-3 3 1 0 0,106 117 0 0 0,-147-142-199 0 0,58 85 0 0 0,-75-94-3 0 0,-1 0 1 0 0,-1 1-1 0 0,20 59 1 0 0,-32-75 21 0 0,-1 1 0 0 0,-1-1-1 0 0,-1 1 1 0 0,0 0 0 0 0,-2 0 0 0 0,0 0 0 0 0,-1 0 0 0 0,-1 0 0 0 0,-1 0 0 0 0,0 0 0 0 0,-2 0 0 0 0,0-1 0 0 0,-9 27 0 0 0,4-23 16 0 0,-1 0 0 0 0,0-1 0 0 0,-2 0 0 0 0,0 0 0 0 0,-2-2 0 0 0,0 1 0 0 0,-1-2 0 0 0,-1 0 0 0 0,0-1 0 0 0,-27 21 0 0 0,13-15-109 0 0,-1-2-1 0 0,0-1 1 0 0,-2-1 0 0 0,0-2 0 0 0,-2-1-1 0 0,-44 14 1 0 0,-19-2-507 0 0,-106 18 1 0 0,-326 29-415 0 0,-3-37 1317 0 0,278-22 3 0 0,-555 47 163 0 0,-391 42-43 0 0,-1-37-294 0 0,-88-41-49 0 0,-303-14 3559 0 0,380-30-2510 0 0,387-33-746 0 0,-318-131 427 0 0,727 91-388 0 0,-219-65 225 0 0,361 75-216 0 0,3-24-92 0 0,211 75-360 0 0,1-3-1 0 0,-69-49 1 0 0,90 53-169 0 0,2-1 0 0 0,1-3 0 0 0,2-1 0 0 0,-31-37 0 0 0,48 49 51 0 0,1 0 1 0 0,1-1-1 0 0,1-1 0 0 0,1 0 1 0 0,0-1-1 0 0,-9-30 1 0 0,15 34-63 0 0,2 0 0 0 0,0 0 0 0 0,1-1 1 0 0,1 1-1 0 0,1-1 0 0 0,1 0 1 0 0,1 1-1 0 0,3-36 0 0 0,2 25 135 0 0,2 0 0 0 0,1 0 0 0 0,1 0 0 0 0,1 1 0 0 0,2 1 0 0 0,1 0-1 0 0,27-44 1 0 0,-10 26 273 0 0,3 2-1 0 0,1 0 1 0 0,61-59 0 0 0,-43 54-21 0 0,3 3-1 0 0,2 2 1 0 0,92-56 0 0 0,-47 42-182 0 0,151-61 1 0 0,-127 71-934 0 0,2 5 0 0 0,135-26 0 0 0,273-24-6822 0 0,-281 62 3642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23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0 848 0 0,'11'14'12793'0'0,"-1"-5"-9688"0"0,-10 11-6998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09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30 160 4304 0 0,'3'-21'4705'0'0,"-3"-1"-2085"0"0,0 2-1748 0 0,-15-25-7164 0 0,7 19 4179 0 0,-1 1 777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10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1380 1 3112 0 0,'59'8'9844'0'0,"-2"4"-5219"0"0,-29-3-3911 0 0,-1 0 0 0 0,0 2 0 0 0,-1 0 1 0 0,31 19-1 0 0,147 96 102 0 0,7 4-721 0 0,-162-102-28 0 0,-1 3 0 0 0,72 59 0 0 0,-105-77-28 0 0,-1 1 0 0 0,0 1 1 0 0,-1 0-1 0 0,0 0 0 0 0,-2 1 0 0 0,1 1 1 0 0,-2 0-1 0 0,-1 1 0 0 0,0 0 0 0 0,-1 0 1 0 0,6 22-1 0 0,-8-15-15 0 0,-1 0 0 0 0,-2 1 0 0 0,0 0 0 0 0,-2-1 0 0 0,0 1 0 0 0,-2 0 0 0 0,-1 0 0 0 0,-1-1 0 0 0,-2 1 0 0 0,-7 25 0 0 0,-3 1-138 0 0,-3-1-1 0 0,-2 0 1 0 0,-46 84-1 0 0,40-90 49 0 0,-1-1-1 0 0,-2-1 1 0 0,-2-1-1 0 0,-51 53 1 0 0,35-48 38 0 0,-2-3 0 0 0,-2-1 1 0 0,-2-3-1 0 0,-79 47 1 0 0,88-64 170 0 0,0-2 0 0 0,-2-1 0 0 0,0-3 1 0 0,-1-2-1 0 0,-1-2 0 0 0,0-2 1 0 0,-1-2-1 0 0,0-2 0 0 0,0-2 0 0 0,0-2 1 0 0,-1-3-1 0 0,1-2 0 0 0,-1-2 0 0 0,1-2 1 0 0,0-2-1 0 0,-80-24 0 0 0,65 8 254 0 0,0-1-1 0 0,-110-65 1 0 0,119 56-124 0 0,2-2 0 0 0,1-3 0 0 0,-50-48 0 0 0,69 57-147 0 0,2-2-1 0 0,1-1 1 0 0,2-1-1 0 0,1-1 1 0 0,-31-56-1 0 0,39 58-63 0 0,2-1 0 0 0,1 0 0 0 0,2-1 0 0 0,1-1 0 0 0,2 0 0 0 0,-10-58 0 0 0,17 71-94 0 0,2 0-1 0 0,1-1 1 0 0,0 1 0 0 0,2 0-1 0 0,1-1 1 0 0,1 1-1 0 0,0 0 1 0 0,2 0 0 0 0,1 0-1 0 0,1 1 1 0 0,16-39 0 0 0,-13 41-130 0 0,1 0 1 0 0,1 1-1 0 0,0 0 1 0 0,1 1-1 0 0,1 1 1 0 0,1 0 0 0 0,0 1-1 0 0,1 0 1 0 0,1 1-1 0 0,35-23 1 0 0,-14 14-1090 0 0,2 2 1 0 0,0 2-1 0 0,1 2 0 0 0,62-20 0 0 0,-22 15-2971 0 0,128-19 0 0 0,-43 20-4131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11.0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1131 101 1128 0 0,'0'-5'7599'0'0,"0"-1"-5748"0"0,1 0 0 0 0,0 0 0 0 0,1 0 1 0 0,3-10-1 0 0,-4 13-1558 0 0,0 1 1 0 0,0-1-1 0 0,1 1 1 0 0,-1-1-1 0 0,1 1 0 0 0,-1 0 1 0 0,1 0-1 0 0,0-1 1 0 0,3-2-1 0 0,1 1-107 0 0,0 1 0 0 0,0-1 1 0 0,0 1-1 0 0,1 1 0 0 0,-1-1 0 0 0,1 1 0 0 0,-1 0 0 0 0,1 0 0 0 0,0 1 0 0 0,-1 0 0 0 0,1 0 0 0 0,0 1 0 0 0,0-1 1 0 0,8 2-1 0 0,13 1 2 0 0,0 2 0 0 0,30 7 0 0 0,-53-10-147 0 0,91 23 249 0 0,0 5 0 0 0,-2 3 0 0 0,-1 5 0 0 0,141 77 0 0 0,-176-80-168 0 0,-1 2 0 0 0,-1 3 1 0 0,52 48-1 0 0,-69-51-77 0 0,-1 2 0 0 0,-1 1-1 0 0,-2 3 1 0 0,38 58-1 0 0,-47-55-84 0 0,-1 1 0 0 0,-3 2 0 0 0,-2 0 0 0 0,-1 1 0 0 0,-3 0 0 0 0,-2 1 0 0 0,-3 1 0 0 0,-1 1 0 0 0,5 102 0 0 0,-15-114-9 0 0,-1 0 1 0 0,-3-1 0 0 0,-1 0-1 0 0,-1 0 1 0 0,-3 0-1 0 0,-1-1 1 0 0,-17 44 0 0 0,16-56 48 0 0,0 0 1 0 0,-2-1 0 0 0,-1 0-1 0 0,-1-1 1 0 0,-1-1 0 0 0,-1 0 0 0 0,-1-1-1 0 0,0-1 1 0 0,-2-1 0 0 0,-40 32-1 0 0,44-41 51 0 0,0 0-1 0 0,-1-2 0 0 0,-1 0 0 0 0,1 0 0 0 0,-1-2 1 0 0,-1 0-1 0 0,-27 6 0 0 0,20-8 56 0 0,-1-1-1 0 0,0-1 0 0 0,0-2 1 0 0,-48-2-1 0 0,18-6 69 0 0,0-3-1 0 0,1-2 0 0 0,0-2 1 0 0,-76-31-1 0 0,-1-9 155 0 0,-150-85 0 0 0,-112-96 64 0 0,38-22-218 0 0,266 180-310 0 0,-133-144 1 0 0,190 182-123 0 0,1-2 1 0 0,-35-59-1 0 0,57 82 97 0 0,0-1 0 0 0,2-1-1 0 0,0 0 1 0 0,1 0 0 0 0,1-1-1 0 0,1 0 1 0 0,-6-40 0 0 0,11 49 75 0 0,1 0 0 0 0,0 0-1 0 0,0 0 1 0 0,2 0 0 0 0,-1 0 0 0 0,1 0 0 0 0,1 1 0 0 0,0-1 0 0 0,6-12-1 0 0,-3 8 14 0 0,2 1 0 0 0,0-1 0 0 0,1 2 0 0 0,1-1 0 0 0,19-22 0 0 0,-8 15-13 0 0,0 1 0 0 0,2 0 0 0 0,0 2 0 0 0,1 1 0 0 0,2 1 0 0 0,45-24 0 0 0,-27 21-591 0 0,1 2 1 0 0,1 2 0 0 0,0 2 0 0 0,1 2-1 0 0,0 2 1 0 0,88-6 0 0 0,-11 10-4101 0 0,184 16 1 0 0,-92 7-2655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11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1051 29 2216 0 0,'15'-7'4057'0'0,"1"1"1"0"0,27-6-1 0 0,-34 11-3433 0 0,0-1-1 0 0,0 2 1 0 0,-1-1-1 0 0,11 2 1 0 0,9 2-150 0 0,1 1 0 0 0,-1 2 1 0 0,0 1-1 0 0,-1 1 0 0 0,0 2 1 0 0,27 13-1 0 0,14 11-129 0 0,68 44-1 0 0,118 98 156 0 0,103 121-352 0 0,-327-271-156 0 0,159 149 498 0 0,-145-130-156 0 0,-2 2 1 0 0,41 58-1 0 0,-68-82-227 0 0,0 0 0 0 0,-2 1 0 0 0,-1 0 0 0 0,-1 1 0 0 0,-1 0 0 0 0,9 38 0 0 0,-14-41-29 0 0,-1 1 1 0 0,-1 0-1 0 0,-1 0 0 0 0,-1 0 0 0 0,-1 0 0 0 0,-1 0 1 0 0,-8 43-1 0 0,3-37-39 0 0,-2-1-1 0 0,-2 0 1 0 0,0 0-1 0 0,-2-1 1 0 0,0-1 0 0 0,-2 0-1 0 0,-1-1 1 0 0,-23 29 0 0 0,16-25-40 0 0,-2-1 0 0 0,-1-1 0 0 0,-1-2 0 0 0,-1 0 1 0 0,-1-2-1 0 0,-35 22 0 0 0,35-28-14 0 0,-1-1 0 0 0,-1-2 0 0 0,-1-1 0 0 0,0-1 0 0 0,0-1 0 0 0,-1-2 0 0 0,0-2 0 0 0,-1-1 0 0 0,1-1 0 0 0,-1-1 0 0 0,0-2 0 0 0,0-2 0 0 0,0-1 0 0 0,-1-1 0 0 0,-35-8 0 0 0,14-1-10 0 0,1-2 0 0 0,-88-34 0 0 0,70 17 32 0 0,-96-57-1 0 0,53 16 118 0 0,-207-170 0 0 0,-75-130 270 0 0,313 284-328 0 0,4-3 0 0 0,5-3 0 0 0,-66-107 0 0 0,122 170-126 0 0,1-1 0 0 0,2 0 0 0 0,1-1 0 0 0,2-1 0 0 0,-13-46 0 0 0,24 70-59 0 0,0 0-1 0 0,1 1 1 0 0,0-1-1 0 0,0 0 1 0 0,1 0-1 0 0,0 0 1 0 0,1 1 0 0 0,0-1-1 0 0,0 0 1 0 0,1 0-1 0 0,0 1 1 0 0,0-1-1 0 0,1 1 1 0 0,0 0 0 0 0,5-9-1 0 0,-3 9-388 0 0,0 1 0 0 0,0-1 0 0 0,1 1-1 0 0,-1 1 1 0 0,2-1 0 0 0,-1 1 0 0 0,1 0 0 0 0,0 0 0 0 0,9-6-1 0 0,3 2-669 0 0,1 0-1 0 0,0 1 1 0 0,0 0-1 0 0,0 2 0 0 0,1 1 1 0 0,28-6-1 0 0,63-6-6427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12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897 140 1872 0 0,'10'-6'2560'0'0,"1"1"-1"0"0,0 1 1 0 0,0 0-1 0 0,16-4 1 0 0,-11 4-1133 0 0,1 1 1 0 0,26-1 0 0 0,-12 4-856 0 0,0 2 1 0 0,0 0 0 0 0,32 8-1 0 0,45 13 395 0 0,109 39 0 0 0,101 54 136 0 0,-202-70-883 0 0,-3 5 0 0 0,154 94 0 0 0,-133-55-110 0 0,-103-66-73 0 0,-2 2 0 0 0,31 33 0 0 0,-37-32-25 0 0,-1 1-1 0 0,-1 1 1 0 0,-2 1-1 0 0,-1 0 1 0 0,-1 2-1 0 0,-1 0 1 0 0,-3 1 0 0 0,0 0-1 0 0,-2 1 1 0 0,-1 0-1 0 0,8 66 1 0 0,-12-49 6 0 0,-2 0 0 0 0,-3 0-1 0 0,-2 0 1 0 0,-2 0 0 0 0,-2 1 0 0 0,-3-2 0 0 0,-22 81-1 0 0,17-91-23 0 0,-1 0 0 0 0,-2-1 0 0 0,-1-1 0 0 0,-37 59 0 0 0,37-71-29 0 0,-1-1-1 0 0,-2-1 0 0 0,0 0 1 0 0,-1-1-1 0 0,-2-2 1 0 0,-45 35-1 0 0,50-44 28 0 0,-1-1 0 0 0,-1 0-1 0 0,0-2 1 0 0,0 0 0 0 0,-1-2 0 0 0,0 0 0 0 0,0-1 0 0 0,-1-1-1 0 0,0-1 1 0 0,0-1 0 0 0,0-1 0 0 0,-24-1 0 0 0,7-2-3 0 0,1-2 1 0 0,0-2-1 0 0,1-1 1 0 0,0-2 0 0 0,0-2-1 0 0,-36-13 1 0 0,6-5 68 0 0,1-3 1 0 0,2-2-1 0 0,1-3 1 0 0,-100-76-1 0 0,-205-210 380 0 0,-35-116 666 0 0,44-33-87 0 0,119 100-1108 0 0,226 345-567 0 0,1 0-1 0 0,1-1 1 0 0,-13-48 0 0 0,23 69 111 0 0,1 1-1 0 0,0 0 1 0 0,0-1-1 0 0,1 1 1 0 0,-1-1-1 0 0,1 1 1 0 0,0-1-1 0 0,1 1 1 0 0,-1-1-1 0 0,1 1 1 0 0,1 0-1 0 0,1-9 1 0 0,0 9 12 0 0,0 0-1 0 0,-1 0 1 0 0,2 0-1 0 0,-1 0 1 0 0,0 1-1 0 0,1 0 1 0 0,0-1-1 0 0,0 1 1 0 0,0 0-1 0 0,1 1 1 0 0,8-6-1 0 0,54-29-8030 0 0,-65 37 8324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13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4544 0 0,'0'0'7565'0'0,"21"19"-3837"0"0,-13-13-1967 0 0,4 1-5026 0 0,15 7-3539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14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3088 0 0,'12'11'11457'0'0,"6"1"-10917"0"0,-6 0-7268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15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1616 0 0,'0'0'7421'0'0,"6"14"-4393"0"0,6 10-9148 0 0,3-3 4095 0 0,3-2 865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22.2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 1808 0 0,'15'-5'12621'0'0,"6"-5"-8740"0"0,-7 4-1589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24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0 719 40 0 0,'55'-60'10613'0'0,"12"-13"-4051"0"0,3 2-3907 0 0,-43 44-2237 0 0,3 2-1 0 0,0 2 0 0 0,40-25 0 0 0,-12 16-2293 0 0,1 3 0 0 0,93-33 0 0 0,135-23-1977 0 0,187-10 8613 0 0,9 45-1459 0 0,284 26-993 0 0,-474 20-2249 0 0,172-3 66 0 0,59 4 96 0 0,1578 132-505 0 0,-609 13-4365 0 0,-1027-110 5942 0 0,-11 6-602 0 0,-27 13-710 0 0,23 33-1499 0 0,-150-4-3223 0 0,-26 8-2119 0 0,-141-39 2875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25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11399 1206 2448 0 0,'-368'71'9825'0'0,"-185"19"-7328"0"0,332-55-1956 0 0,-1424 264 773 0 0,1143-185-907 0 0,209-45 380 0 0,-517 54 0 0 0,167-94 125 0 0,-2-31-418 0 0,-1268-87-42 0 0,529-62 492 0 0,514-17-102 0 0,676 115-403 0 0,3-8-1 0 0,-256-119 0 0 0,125 10 373 0 0,278 142-494 0 0,1-2 1 0 0,2-1-1 0 0,1-3 1 0 0,2-1 0 0 0,-35-40-1 0 0,56 55-97 0 0,1-1 0 0 0,1-1 0 0 0,-20-37 0 0 0,29 46-158 0 0,0 1-1 0 0,1-1 1 0 0,1 0-1 0 0,0 0 1 0 0,1 0-1 0 0,0 0 1 0 0,1-1 0 0 0,1 1-1 0 0,0-17 1 0 0,1 16-123 0 0,2-1 1 0 0,0 0-1 0 0,0 0 1 0 0,2 1 0 0 0,-1 0-1 0 0,2-1 1 0 0,0 2 0 0 0,1-1-1 0 0,0 0 1 0 0,1 1 0 0 0,0 0-1 0 0,1 1 1 0 0,1 0-1 0 0,15-17 1 0 0,-3 6-194 0 0,1 1 0 0 0,1 2 0 0 0,1 0 0 0 0,36-23-1 0 0,-17 18-771 0 0,0 1 0 0 0,54-20 0 0 0,12 5-2889 0 0,174-40 1 0 0,-55 29-534 0 0,22 2-3037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26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158 111 2944 0 0,'9'8'9349'0'0,"-65"-16"-15561"0"0,-2-32 4139 0 0,5-30 825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0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407 27 4584 0 0,'0'0'8100'0'0,"2"-2"-5979"0"0,-1 2-1956 0 0,-1 0-1 0 0,0 0 1 0 0,0 0 0 0 0,1 0-1 0 0,-1 0 1 0 0,0 0-1 0 0,0 0 1 0 0,0 0-1 0 0,1 0 1 0 0,-1 0 0 0 0,0-1-1 0 0,0 1 1 0 0,0 0-1 0 0,1 0 1 0 0,-1 0-1 0 0,0 0 1 0 0,0 0-1 0 0,0-1 1 0 0,0 1 0 0 0,0 0-1 0 0,1 0 1 0 0,-1 0-1 0 0,0-1 1 0 0,0 1-1 0 0,0 0 1 0 0,0 0-1 0 0,0-1 1 0 0,0 1 0 0 0,0 0-1 0 0,0 0 1 0 0,0-1-1 0 0,0 1 1 0 0,-6-6 1226 0 0,-19-1-2330 0 0,21 5 1487 0 0,-3 1-445 0 0,-1 0-1 0 0,1 0 1 0 0,0 0 0 0 0,-1 1-1 0 0,1 0 1 0 0,-10 1 0 0 0,8 0-94 0 0,-29 1 156 0 0,1 1 0 0 0,-1 2-1 0 0,1 2 1 0 0,-41 13 0 0 0,71-17-145 0 0,0 0-1 0 0,0 1 1 0 0,0-1 0 0 0,0 2-1 0 0,-8 6 1 0 0,0 2 48 0 0,13-11-61 0 0,0-1-5 0 0,1 1-1 0 0,0-1 0 0 0,0 0 0 0 0,0 0 0 0 0,0 1 0 0 0,0-1 0 0 0,0 1 1 0 0,1-1-1 0 0,-1 1 0 0 0,0 0 0 0 0,1-1 0 0 0,-1 1 0 0 0,1-1 0 0 0,-1 1 0 0 0,1 0 1 0 0,0 0-1 0 0,0-1 0 0 0,0 1 0 0 0,0 0 0 0 0,0-1 0 0 0,0 1 0 0 0,1 2 0 0 0,2 11-27 0 0,2 0-1 0 0,-1-1 1 0 0,2 1-1 0 0,0-1 1 0 0,1-1-1 0 0,12 21 0 0 0,4-4-160 0 0,1-1-1 0 0,2 0 0 0 0,1-3 1 0 0,35 29-1 0 0,-40-39-2405 0 0,37 23-1 0 0,-50-35 46 0 0,0 1 0 0 0,14 3-1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0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3240 0 0,'3'8'6946'0'0,"6"26"-2511"0"0,6 53 1 0 0,14 218 713 0 0,29 199-2775 0 0,-48-445-2204 0 0,27 137 221 0 0,1 26-734 0 0,-36-147-797 0 0,-2-49-464 0 0,0-25 1473 0 0,0-1 1 0 0,0 0-1 0 0,0 1 0 0 0,0-1 0 0 0,0 0 1 0 0,-1 1-1 0 0,1-1 0 0 0,0 0 0 0 0,0 1 0 0 0,0-1 1 0 0,0 0-1 0 0,0 1 0 0 0,0-1 0 0 0,-1 0 1 0 0,1 0-1 0 0,0 1 0 0 0,0-1 0 0 0,0 0 0 0 0,0 0 1 0 0,-1 1-1 0 0,1-1 0 0 0,0 0 0 0 0,0 0 0 0 0,-1 0 1 0 0,1 1-1 0 0,0-1 0 0 0,-1 0 0 0 0,1 0 1 0 0,0 0-1 0 0,0 0 0 0 0,-1 0 0 0 0,1 0 0 0 0,-1 1 1 0 0,1-1-68 0 0,0 0 0 0 0,-1 0 1 0 0,1 0-1 0 0,0 0 0 0 0,0 0 0 0 0,-1 0 1 0 0,1 0-1 0 0,0 0 0 0 0,0 0 0 0 0,-1 1 1 0 0,1-1-1 0 0,0 0 0 0 0,0 0 0 0 0,0 0 1 0 0,-1 0-1 0 0,1 1 0 0 0,0-1 1 0 0,0 0-1 0 0,0 0 0 0 0,0 0 0 0 0,-1 1 1 0 0,1-1-1 0 0,0 0 0 0 0,0 0 0 0 0,0 1 1 0 0,0-1-1 0 0,0 0 0 0 0,-7-6-4189 0 0,-25-27-2537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0.7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1 2536 0 0,'0'0'18886'0'0,"-30"51"-17578"0"0,27-32-280 0 0,-3 10-172 0 0,0 3-184 0 0,-2 9-240 0 0,-2 2-468 0 0,1-1-424 0 0,1 3-196 0 0,-2-4-4532 0 0,2-13 1319 0 0,4-9 333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1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892 2 8709 0 0,'-5'-2'16614'0'0,"0"8"-16413"0"0,1-1 1 0 0,-1 1-1 0 0,1 0 1 0 0,0 1-1 0 0,0-1 1 0 0,0 1-1 0 0,1-1 0 0 0,-3 10 1 0 0,-17 70-449 0 0,-14 102 1 0 0,22-105-561 0 0,10-57 566 0 0,-32 146-568 0 0,36-170 860 0 0,1 1-1 0 0,-1-1 0 0 0,0 0 0 0 0,0 0 1 0 0,0 0-1 0 0,0 0 0 0 0,0 0 1 0 0,-1 0-1 0 0,1 0 0 0 0,0 0 1 0 0,-1 0-1 0 0,0 0 0 0 0,1-1 0 0 0,-1 1 1 0 0,0-1-1 0 0,0 1 0 0 0,-3 1 1 0 0,2-2 275 0 0,-3-4 29 0 0,-4-2-176 0 0,0-1 0 0 0,1 0 0 0 0,0-1 0 0 0,0 1 0 0 0,1-2 0 0 0,-9-9 0 0 0,-10-13 263 0 0,10 10-37 0 0,-31-28 0 0 0,42 43-360 0 0,1 1 0 0 0,-1-1 1 0 0,0 1-1 0 0,0 0 0 0 0,-1 1 1 0 0,1 0-1 0 0,-1 0 0 0 0,0 0 0 0 0,0 1 1 0 0,-11-3-1 0 0,13 5-25 0 0,-1 0-1 0 0,1 0 1 0 0,0 0-1 0 0,0 1 1 0 0,0-1 0 0 0,0 1-1 0 0,0 1 1 0 0,0-1-1 0 0,0 1 1 0 0,1 0 0 0 0,-1 0-1 0 0,0 0 1 0 0,1 0-1 0 0,-9 7 1 0 0,0 0-100 0 0,1 1 0 0 0,-1 1 0 0 0,-14 17 0 0 0,10-9-189 0 0,2 1-1 0 0,0 0 1 0 0,-17 33 0 0 0,-28 71-1617 0 0,37-73 303 0 0,-39 63 0 0 0,48-98 863 0 0,12-14-62 0 0,-1 0 1 0 0,1 0-1 0 0,-1-1 1 0 0,0 1 0 0 0,1-1-1 0 0,-5 2 1 0 0,4-2-2697 0 0,-4-4-787 0 0,-25-9-2263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1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8933 0 0,'0'0'14381'0'0,"12"99"-13265"0"0,-9-34-260 0 0,-3 27-32 0 0,-3 7-448 0 0,-1 5-328 0 0,2 4-472 0 0,-1-1-656 0 0,-3-2-4220 0 0,0-8 1311 0 0,3-12 517 0 0,0-28-6037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1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4112 0 0,'5'103'9369'0'0,"2"-1"-5613"0"0,5 84-676 0 0,3 206 86 0 0,14 260-324 0 0,-8-263-2485 0 0,12 170-2745 0 0,-7-240-2319 0 0,5-9-5391 0 0,-19-198 3369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3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960 1 4584 0 0,'0'0'10171'0'0,"0"0"-9935"0"0,-1 0-1 0 0,1 0 1 0 0,-1 0-1 0 0,1 0 1 0 0,0 0-1 0 0,-1 0 1 0 0,1 0-1 0 0,-1 0 1 0 0,1 0 0 0 0,0 0-1 0 0,-1 0 1 0 0,1 0-1 0 0,-1 0 1 0 0,1 0-1 0 0,0 0 1 0 0,-1 0-1 0 0,1 0 1 0 0,0 1-1 0 0,-1-1 1 0 0,1 0-1 0 0,0 0 1 0 0,-1 0-1 0 0,1 1 1 0 0,0-1-1 0 0,-1 0 1 0 0,1 0-1 0 0,0 1 1 0 0,-1-1-1 0 0,0 3-155 0 0,0 0-1 0 0,0-1 0 0 0,0 1 0 0 0,0 0 1 0 0,0 0-1 0 0,1 0 0 0 0,-1 0 0 0 0,1 0 0 0 0,0 0 1 0 0,0 0-1 0 0,0-1 0 0 0,1 6 0 0 0,0 5-29 0 0,1 0 0 0 0,1 0 0 0 0,0-1 0 0 0,1 1 0 0 0,5 12 0 0 0,32 64 635 0 0,-6-17 79 0 0,-20-38-471 0 0,25 64 743 0 0,-35-81-788 0 0,0 1 0 0 0,0 0 0 0 0,2 31 0 0 0,-6-38-152 0 0,1 2 39 0 0,-1 1 0 0 0,0-1 0 0 0,-1 1 0 0 0,-1-1 0 0 0,0 1 0 0 0,-6 26 1 0 0,4-30-84 0 0,-1 0 1 0 0,0 0-1 0 0,-1-1 1 0 0,0 1 0 0 0,0-1-1 0 0,-1 0 1 0 0,0 0 0 0 0,-1-1-1 0 0,1 0 1 0 0,-2 0 0 0 0,1 0-1 0 0,-1-1 1 0 0,0 0-1 0 0,-1-1 1 0 0,0 0 0 0 0,0 0-1 0 0,0-1 1 0 0,-19 8 0 0 0,6-5-56 0 0,-1-2 1 0 0,-1 0 0 0 0,1-1 0 0 0,-1-1-1 0 0,-42 0 1 0 0,-120-11-999 0 0,172 6 892 0 0,-235-26-4803 0 0,181 15-703 0 0,-109-34-1 0 0,85 13-3084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4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1673 506 4944 0 0,'-19'-25'10451'0'0,"1"-2"-4355"0"0,-4-6-2674 0 0,-9-18-2988 0 0,-17-25 300 0 0,33 54-444 0 0,0 2 1 0 0,-1-1-1 0 0,-1 2 0 0 0,-1 0 1 0 0,-25-19-1 0 0,36 32-233 0 0,-2 0 0 0 0,1 1 0 0 0,0 0-1 0 0,-1 1 1 0 0,0 0 0 0 0,0 0 0 0 0,-1 1-1 0 0,1 0 1 0 0,-1 0 0 0 0,1 1 0 0 0,-1 1-1 0 0,0-1 1 0 0,0 2 0 0 0,0-1 0 0 0,0 1 0 0 0,1 1-1 0 0,-1 0 1 0 0,0 0 0 0 0,0 1 0 0 0,1 0-1 0 0,-1 1 1 0 0,1 0 0 0 0,-1 0 0 0 0,1 1-1 0 0,0 0 1 0 0,-14 10 0 0 0,6-2-16 0 0,0 1 0 0 0,0 1 1 0 0,1 1-1 0 0,1 0 0 0 0,-26 33 0 0 0,-52 93-67 0 0,70-101-151 0 0,4-7-196 0 0,-36 47-1 0 0,49-71 268 0 0,-2-1-1 0 0,1 0 1 0 0,-1-1-1 0 0,0 1 1 0 0,0-2-1 0 0,-1 1 1 0 0,0-1-1 0 0,-1 0 1 0 0,-18 8 0 0 0,21-12 31 0 0,1 0 1 0 0,-1 0-1 0 0,1-1 1 0 0,-1 0-1 0 0,1-1 1 0 0,-1 1-1 0 0,1-1 1 0 0,-1-1-1 0 0,0 1 1 0 0,1-1-1 0 0,-1 0 1 0 0,1 0-1 0 0,-8-3 1 0 0,-3-2-121 0 0,0-1 0 0 0,1 0 0 0 0,-27-17 0 0 0,-1-5 45 0 0,1-2 0 0 0,1-2 0 0 0,-58-59 0 0 0,-2-19-1552 0 0,10-3-3684 0 0,9-6-2692 0 0,49 60 838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4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1 8209 0 0,'21'1'4100'0'0,"-6"0"-1773"0"0,1 0 0 0 0,20 5 1 0 0,-31-5-2013 0 0,-1 1 1 0 0,1-1-1 0 0,0 1 0 0 0,-1 0 1 0 0,1 0-1 0 0,-1 1 0 0 0,0-1 1 0 0,0 1-1 0 0,0 0 1 0 0,0 0-1 0 0,6 6 0 0 0,-4-1-47 0 0,0 0-1 0 0,0 0 1 0 0,-1 1-1 0 0,0-1 1 0 0,-1 1-1 0 0,0 0 1 0 0,0 1-1 0 0,-1-1 1 0 0,5 19-1 0 0,-3 6 422 0 0,4 52-1 0 0,-8-71-572 0 0,2 83 16 0 0,-3 0 0 0 0,-5 0 0 0 0,-4 0 0 0 0,-26 115 0 0 0,20-149-941 0 0,-3-1 1 0 0,-2-1 0 0 0,-3 0-1 0 0,-41 75 1 0 0,55-119-724 0 0,-1 0-1 0 0,-15 19 1 0 0,20-32 584 0 0,1 0-1 0 0,-1 0 1 0 0,0 0 0 0 0,0-1-1 0 0,0 1 1 0 0,0-1-1 0 0,-1 0 1 0 0,0-1 0 0 0,-12 6-1 0 0,-9-1-6071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5.0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1 7617 0 0,'0'0'11696'0'0,"2"16"-9880"0"0,0 22-952 0 0,-2 0 0 0 0,-7 57 0 0 0,-49 501 2827 0 0,51-515-3415 0 0,-18 416 463 0 0,18 9-1086 0 0,16 47-374 0 0,-9-249 300 0 0,-22-5-1411 0 0,16-265-521 0 0,-10 37 0 0 0,12-62 1370 0 0,0 0 0 0 0,-1-1 0 0 0,-1 1 0 0 0,1-1 0 0 0,-1 0 0 0 0,-1 0 1 0 0,0 0-1 0 0,0 0 0 0 0,-7 7 0 0 0,-11 3-6828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5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37 3072 0 0,'0'0'6053'0'0,"-54"-22"-8905"0"0,33 19 715 0 0,-8-3 729 0 0,-2 1 480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6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48 857 7465 0 0,'-12'50'9710'0'0,"9"-31"-7247"0"0,0 37 0 0 0,3-55-2416 0 0,0 0 0 0 0,0 0-1 0 0,0 0 1 0 0,1 0-1 0 0,-1 0 1 0 0,1 0-1 0 0,-1-1 1 0 0,0 1 0 0 0,1 0-1 0 0,0 0 1 0 0,-1 0-1 0 0,2 1 1 0 0,-1 0 49 0 0,1 1 196 0 0,1-3-53 0 0,12 4 163 0 0,-12-10-259 0 0,3-5-119 0 0,0-1 1 0 0,-1 0-1 0 0,0-1 0 0 0,-1 1 1 0 0,-1-1-1 0 0,0 1 0 0 0,0-1 1 0 0,0-14-1 0 0,0-44 40 0 0,-4 1 0 0 0,-10-79-1 0 0,-33-142 749 0 0,15 109 268 0 0,27 171-884 0 0,1-1 0 0 0,1 1 0 0 0,0-13 0 0 0,0 22-181 0 0,0-1 0 0 0,1 0 0 0 0,-1 0 0 0 0,1 0 0 0 0,-1 1 0 0 0,1-1 0 0 0,0 0 0 0 0,0 1 0 0 0,0-1 0 0 0,0 0 0 0 0,1 1 0 0 0,-1-1 0 0 0,1 1 0 0 0,-1 0 0 0 0,1 0 0 0 0,3-4 0 0 0,3 3-81 0 0,-1 3 48 0 0,1-1 0 0 0,0 1 0 0 0,-1 0 0 0 0,1 1 0 0 0,0-1 0 0 0,-1 2 0 0 0,1-1 0 0 0,7 3 0 0 0,-1 1 76 0 0,0 0 0 0 0,-1 1 0 0 0,23 13 0 0 0,-10-2 189 0 0,-1 1-1 0 0,0 1 0 0 0,31 33 0 0 0,-30-25 5 0 0,-1 2 0 0 0,-2 1 0 0 0,-1 1 0 0 0,-2 0 0 0 0,-1 2 0 0 0,-1 0 0 0 0,18 50 0 0 0,-19-36-181 0 0,-2 0-1 0 0,-2 1 1 0 0,-2 0-1 0 0,-2 1 1 0 0,2 55-1 0 0,-10-79-198 0 0,-1 0-1 0 0,-2 0 0 0 0,0 0 1 0 0,-1-1-1 0 0,-2 1 0 0 0,-13 43 1 0 0,14-57-15 0 0,0-1 1 0 0,0 1-1 0 0,-1-1 1 0 0,0 0 0 0 0,-1 0-1 0 0,0-1 1 0 0,-1 0-1 0 0,0 0 1 0 0,0 0 0 0 0,-1-1-1 0 0,0 0 1 0 0,-15 11-1 0 0,15-14 17 0 0,0 0 0 0 0,0 0 0 0 0,0-1-1 0 0,-1-1 1 0 0,1 1 0 0 0,-1-1 0 0 0,0-1-1 0 0,0 1 1 0 0,0-2 0 0 0,-1 1 0 0 0,1-1-1 0 0,0-1 1 0 0,-1 1 0 0 0,1-2 0 0 0,-13-1-1 0 0,2-1-601 0 0,-1-1-1 0 0,1-1 0 0 0,0-1 0 0 0,0-1 0 0 0,-32-17 0 0 0,32 14-1166 0 0,2-1 0 0 0,-1-1 0 0 0,1 0 0 0 0,1-2-1 0 0,-21-20 1 0 0,7 0-5414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6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247 1 3408 0 0,'0'0'18910'0'0,"-3"8"-17963"0"0,-12 44 5 0 0,-52 205 1709 0 0,-6 243-1437 0 0,57-364-1103 0 0,12-107-128 0 0,-11 67-552 0 0,14-92-264 0 0,-1 0 0 0 0,1 1 0 0 0,-1-1 0 0 0,-4 7 0 0 0,5-10 636 0 0,-39-45-20408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7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8809 0 0,'9'-6'2106'0'0,"0"-1"0"0"0,1 1 0 0 0,-1 0 1 0 0,1 1-1 0 0,12-5 0 0 0,-15 10-780 0 0,-1 1-1136 0 0,0 1 0 0 0,-1 0 0 0 0,1 0 1 0 0,-1 0-1 0 0,1 0 0 0 0,-1 1 0 0 0,0 0 0 0 0,0 0 0 0 0,0 1 0 0 0,-1-1 1 0 0,1 1-1 0 0,-1 0 0 0 0,0 0 0 0 0,4 5 0 0 0,9 12 300 0 0,26 41 0 0 0,-35-50-343 0 0,167 313 672 0 0,-154-283-834 0 0,8 17 2 0 0,124 238-902 0 0,-112-227 468 0 0,3-2 0 0 0,57 68 0 0 0,-97-131 292 0 0,55 61 162 0 0,-24-39-1379 0 0,-30-24 427 0 0,1 1 1 0 0,-1-2-1 0 0,1 1 1 0 0,10 3-1 0 0,-14-6 246 0 0,1 1 0 0 0,-1-1 0 0 0,1 1 0 0 0,-1-1 1 0 0,1 0-1 0 0,-1 0 0 0 0,1 0 0 0 0,0 0 0 0 0,-1-1 0 0 0,1 1 0 0 0,4-2 0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7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721 55 5801 0 0,'-5'3'5679'0'0,"-69"41"2753"0"0,56-32-7777 0 0,-1 0 1 0 0,0-1-1 0 0,-1-1 0 0 0,0-1 1 0 0,-33 11-1 0 0,34-16-634 0 0,0-1 0 0 0,-1-1 0 0 0,1-1 0 0 0,0 0 0 0 0,-1-1 0 0 0,1-2 0 0 0,-1 0 0 0 0,1-1 0 0 0,0 0 0 0 0,-22-8 0 0 0,18 3-1018 0 0,-1-1 1 0 0,-39-20 0 0 0,41 16-1695 0 0,1 0 0 0 0,-33-28 0 0 0,26 15-1395 0 0,4 0-2081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7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616 0 1600 0 0,'4'11'13981'0'0,"-19"29"-11340"0"0,-9-9-497 0 0,-7 1-552 0 0,-4 1-384 0 0,-16 8-316 0 0,-3-4-292 0 0,-6-6-440 0 0,-2-5-272 0 0,-4-4-380 0 0,9-12-4608 0 0,3-7 1319 0 0,-6-7 197 0 0,9-9-5405 0 0</inkml:trace>
  <inkml:trace contextRef="#ctx0" brushRef="#br0" timeOffset="1">294 79 4560 0 0,'28'39'7654'0'0,"-3"1"-3511"0"0,-12-16-2984 0 0,-2 1 0 0 0,0 0 0 0 0,9 34 0 0 0,2 26 517 0 0,18 148 1 0 0,-11 92-700 0 0,-26-272-947 0 0,15 312-3470 0 0,-11-121-8177 0 0,-7-192 4081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8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0 9125 0 0,'6'12'6100'0'0,"0"15"-2867"0"0,-3 9-745 0 0,-8 19-724 0 0,-5 6-360 0 0,-2 28-452 0 0,-5 8-248 0 0,5 5-468 0 0,-3 8-768 0 0,-1 3-204 0 0,-1-2-4496 0 0,1-7 1319 0 0,4-11 401 0 0,3-11-5809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8.4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4752 0 0,'4'-1'911'0'0,"0"0"-1"0"0,0 0 0 0 0,0 0 0 0 0,-1 1 0 0 0,1-1 0 0 0,0 1 0 0 0,0 0 0 0 0,0 0 0 0 0,0 0 0 0 0,0 1 1 0 0,0-1-1 0 0,0 1 0 0 0,5 2 0 0 0,-3-1-414 0 0,0 1 0 0 0,0 0 1 0 0,0 0-1 0 0,-1 0 0 0 0,0 1 1 0 0,0-1-1 0 0,8 8 0 0 0,2 5-221 0 0,-1 1 0 0 0,0 0 1 0 0,19 32-1 0 0,-32-47-153 0 0,109 206 1195 0 0,-55-95-851 0 0,187 314-75 0 0,-192-352-556 0 0,4-3-1 0 0,2-1 1 0 0,94 90 0 0 0,-114-128-169 0 0,1-2 0 0 0,63 39 0 0 0,-76-55-1092 0 0,0-2 0 0 0,1 0 0 0 0,1-2 0 0 0,0-1 1 0 0,40 11-1 0 0,-55-19-55 0 0,0 0 0 0 0,22 1 0 0 0,16-7-5959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8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632 1 8553 0 0,'-8'2'6388'0'0,"-1"5"-3215"0"0,-7 1-617 0 0,-4 9-716 0 0,-10 4-284 0 0,-6 4-288 0 0,-3 1-168 0 0,-5-1-468 0 0,-16 6-355 0 0,0-5-586 0 0,9-6-455 0 0,3-4-660 0 0,-5-1-3832 0 0,-2-6 1311 0 0,5-9 449 0 0,-2-6-5893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9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601 1 6297 0 0,'18'0'15916'0'0,"-23"5"-14744"0"0,-8 6-561 0 0,0 0 0 0 0,-28 16 0 0 0,-41 20 343 0 0,33-20-725 0 0,-3 4-375 0 0,-59 46 0 0 0,85-57 190 0 0,2 2-1 0 0,1 0 0 0 0,-42 51 0 0 0,60-67 25 0 0,1 1-1 0 0,0-1 0 0 0,-1 1 1 0 0,2 0-1 0 0,-1 0 0 0 0,1 0 0 0 0,0 1 1 0 0,1-1-1 0 0,0 1 0 0 0,0-1 1 0 0,1 1-1 0 0,-1 9 0 0 0,2-15-43 0 0,0 0 0 0 0,0 1 1 0 0,0-1-1 0 0,0 0 0 0 0,1 0 0 0 0,-1 0 0 0 0,1 1 1 0 0,0-1-1 0 0,-1 0 0 0 0,1 0 0 0 0,1 2 0 0 0,1 3 28 0 0,1 0 2 0 0,-1 0 0 0 0,1 1 0 0 0,1-1 0 0 0,-1 0 0 0 0,1-1 0 0 0,0 1 0 0 0,1-1 0 0 0,0 0 0 0 0,11 9 0 0 0,4 1 142 0 0,39 21-1 0 0,-47-30-168 0 0,13 9 7 0 0,154 98 161 0 0,-158-98-181 0 0,-1 1 1 0 0,0 1-1 0 0,-1 1 0 0 0,-1 1 1 0 0,27 37-1 0 0,-38-45-9 0 0,0 1 0 0 0,-1-1 0 0 0,0 1 0 0 0,-1 1 0 0 0,0-1 0 0 0,-1 1 0 0 0,3 16 0 0 0,-7-25-9 0 0,0 0 0 0 0,0 0-1 0 0,0 0 1 0 0,-1 1 0 0 0,0-1 0 0 0,0 0 0 0 0,-1 0 0 0 0,1 0 0 0 0,-1 0 0 0 0,0 0-1 0 0,0 0 1 0 0,-1 0 0 0 0,0 0 0 0 0,1-1 0 0 0,-2 1 0 0 0,1 0 0 0 0,0-1-1 0 0,-1 0 1 0 0,0 1 0 0 0,0-1 0 0 0,0 0 0 0 0,-1-1 0 0 0,-5 7 0 0 0,1-4-93 0 0,-1-1 0 0 0,1 0 1 0 0,-1 0-1 0 0,1 0 1 0 0,-1-1-1 0 0,-1-1 0 0 0,1 0 1 0 0,0 0-1 0 0,-1 0 1 0 0,0-1-1 0 0,1-1 0 0 0,-1 0 1 0 0,0 0-1 0 0,0-1 0 0 0,-17-1 1 0 0,0-2-712 0 0,0-1 0 0 0,0-1-1 0 0,0-2 1 0 0,-34-12 0 0 0,27 6-1712 0 0,1-2 0 0 0,1-1 0 0 0,0-2 0 0 0,-50-36 0 0 0,19 6-5246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9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1 1512 0 0,'6'2'22640'0'0,"-18"4"-20274"0"0,-9 2-4711 0 0,9-4 3650 0 0,-19 6-925 0 0,-52 20 212 0 0,70-25-546 0 0,0 1 0 0 0,1 1 0 0 0,0 0-1 0 0,-11 9 1 0 0,17-11 11 0 0,0 1 1 0 0,1-1-1 0 0,-1 1 0 0 0,1 1 1 0 0,1-1-1 0 0,-1 1 0 0 0,1 0 1 0 0,0 0-1 0 0,1 0 0 0 0,0 0 1 0 0,0 0-1 0 0,-2 9 0 0 0,-1 8-19 0 0,1-1 0 0 0,-3 41 1 0 0,0 73 138 0 0,7 0 1 0 0,31 269-1 0 0,9-196-898 0 0,-29-171 163 0 0,3 0-1 0 0,1-1 0 0 0,23 45 1 0 0,-9-34-1835 0 0,-25-45 1016 0 0,0 0 0 0 0,0-1-1 0 0,0 1 1 0 0,1-1 0 0 0,4 5 0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49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424 0 5697 0 0,'6'10'8228'0'0,"-2"5"-2307"0"0,-22 24-4033 0 0,-1-21-392 0 0,-10 5-484 0 0,-10-7-464 0 0,-3-2-264 0 0,-6 0-628 0 0,-2-4-1160 0 0,-2-1-3360 0 0,1-9 1339 0 0,7-4-195 0 0,2-1-4637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0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888 54 8961 0 0,'4'19'8685'0'0,"-37"10"-6273"0"0,-6-13-676 0 0,-12-1-284 0 0,-12-9-320 0 0,-21 0-344 0 0,-12-8-144 0 0,-2-8-608 0 0,2-5-844 0 0,1-5-4496 0 0,8-5 1311 0 0,9-7 525 0 0,6-8-6045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0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445 5 400 0 0,'2'-4'23286'0'0,"-15"6"-20354"0"0,-20 7-4573 0 0,31-8 2172 0 0,-39 10 22 0 0,-85 13 1 0 0,102-21-1891 0 0,-35-2-1 0 0,41-3-1468 0 0,1 1 0 0 0,-29-8-1 0 0,11-3-1723 0 0,2-2-3701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1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4928 0 0,'12'2'13374'0'0,"0"10"-10110"0"0,-7 33-2164 0 0,-1 4-212 0 0,-1 12-144 0 0,0 28-380 0 0,3 13-260 0 0,0 9-284 0 0,-3 11-584 0 0,0 4-4240 0 0,-3 4 1323 0 0,0-1 41 0 0,5-8-5097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1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0 4176 0 0,'-1'1'7080'0'0,"-8"6"1091"0"0,6-2-7717 0 0,0 0-1 0 0,0 0 1 0 0,1 0-1 0 0,0 0 1 0 0,0 0 0 0 0,1 1-1 0 0,-2 5 1 0 0,-4 44 422 0 0,4-28-354 0 0,-38 452 2137 0 0,62-10-1880 0 0,47 114 457 0 0,-46-403-821 0 0,-20-158-418 0 0,16 169 113 0 0,-18-165-613 0 0,0 1 1 0 0,-2-1-1 0 0,-1 0 1 0 0,-1 0-1 0 0,-8 30 0 0 0,11-52-140 0 0,0-1 0 0 0,0 1 0 0 0,0-1 0 0 0,-1 1 0 0 0,1-1 0 0 0,-1 1 0 0 0,0-1 0 0 0,0 0 0 0 0,0 1 0 0 0,-1-1 0 0 0,1-1 0 0 0,-1 1 0 0 0,1 0-1 0 0,-1 0 1 0 0,0-1 0 0 0,0 0 0 0 0,0 1 0 0 0,0-1 0 0 0,-1 0 0 0 0,1-1 0 0 0,0 1 0 0 0,-1-1 0 0 0,1 1 0 0 0,-6 0 0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2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6489 0 0,'0'0'6512'0'0,"0"10"-2862"0"0,15 198 2825 0 0,-2-50-4721 0 0,75 918 2055 0 0,-55-791-3655 0 0,2 27-233 0 0,-32-276-241 0 0,12 213-313 0 0,-18-125-1920 0 0,-14-1-4125 0 0,11-97 2559 0 0,-11 29-1 0 0,8-30-3461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2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2429 1 2536 0 0,'4'12'3648'0'0,"0"1"0"0"0,4 24 0 0 0,-6-19-1427 0 0,0 27 1 0 0,-12 83 552 0 0,9-118-2432 0 0,-33 231 2031 0 0,-65 242 1 0 0,-91 110-2023 0 0,126-450-318 0 0,57-129 4 0 0,-2 0 0 0 0,0 0 0 0 0,0-1 0 0 0,-2 0-1 0 0,1-1 1 0 0,-1 0 0 0 0,-21 17 0 0 0,25-24 6 0 0,-1-1-1 0 0,0 1 1 0 0,0-1-1 0 0,0 0 1 0 0,0-1-1 0 0,-1 0 1 0 0,0 0 0 0 0,1-1-1 0 0,-1 0 1 0 0,0-1-1 0 0,0 0 1 0 0,0 0-1 0 0,0-1 1 0 0,0 0-1 0 0,-13-2 1 0 0,-6-2 80 0 0,0-2 0 0 0,1-1 0 0 0,-44-16 1 0 0,-156-79 317 0 0,200 88-416 0 0,-63-34 125 0 0,2-4 0 0 0,3-4 0 0 0,-140-120 0 0 0,-199-240-140 0 0,307 288-616 0 0,6-6-3773 0 0,55 61-1434 0 0,-82-141 0 0 0,76 92-3531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4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389 763 872 0 0,'0'0'18465'0'0,"-3"5"-17519"0"0,-11 11-205 0 0,10-12 396 0 0,1-3-725 0 0,-6 5-199 0 0,0 0 0 0 0,0 0 0 0 0,1 1 0 0 0,0 0 0 0 0,-14 15 0 0 0,-35 49 62 0 0,-40 68-115 0 0,70-94-131 0 0,7-13-139 0 0,0 1-1 0 0,2 1 0 0 0,-24 65 1 0 0,38-80 65 0 0,0 1 1 0 0,-1 21-1 0 0,3-29 22 0 0,1 1-72 0 0,-1 0 0 0 0,2 0 0 0 0,0 1-1 0 0,1-1 1 0 0,0 0 0 0 0,0 0 0 0 0,2 0-1 0 0,0 0 1 0 0,6 17 0 0 0,-7-25 40 0 0,0 0 0 0 0,1-1 0 0 0,-1 0 0 0 0,1 0 0 0 0,5 7 0 0 0,-6-10 48 0 0,0 1 0 0 0,0 0 0 0 0,-1-1 0 0 0,1 1 0 0 0,0-1 0 0 0,0 0 0 0 0,0 1-1 0 0,0-1 1 0 0,1 0 0 0 0,-1-1 0 0 0,0 1 0 0 0,0 0 0 0 0,1 0 0 0 0,-1-1 0 0 0,5 1 0 0 0,11 0-31 0 0,-17-1 30 0 0,-1 0 0 0 0,1 0 0 0 0,0 0-1 0 0,-1 0 1 0 0,1 0 0 0 0,-1 0 0 0 0,1 0 0 0 0,0-1-1 0 0,-1 1 1 0 0,1 0 0 0 0,-1 0 0 0 0,1-1-1 0 0,0 1 1 0 0,-1 0 0 0 0,1 0 0 0 0,-1-1 0 0 0,1 0-1 0 0,9-5-22 0 0,-1 0 0 0 0,-1 0-1 0 0,1-1 1 0 0,-1-1-1 0 0,0 0 1 0 0,0 0-1 0 0,11-17 1 0 0,-5 3 100 0 0,-2-1 0 0 0,-1 0 0 0 0,-1-1 0 0 0,14-47 0 0 0,12-105 358 0 0,4-168 226 0 0,13-70 1420 0 0,-45 374-1549 0 0,2 1-1 0 0,28-73 0 0 0,-29 92-462 0 0,1 0 1 0 0,0 1-1 0 0,2 0 1 0 0,0 0 0 0 0,1 2-1 0 0,28-31 1 0 0,-34 41-163 0 0,0 1 1 0 0,0 1 0 0 0,0 0-1 0 0,1 0 1 0 0,0 0 0 0 0,0 1-1 0 0,0 0 1 0 0,0 0 0 0 0,0 1 0 0 0,1 0-1 0 0,0 1 1 0 0,0 0 0 0 0,-1 0-1 0 0,16-1 1 0 0,-11 3-176 0 0,0 0 0 0 0,0 1 0 0 0,1 1-1 0 0,-1 0 1 0 0,0 0 0 0 0,-1 1 0 0 0,1 1 0 0 0,0 0-1 0 0,17 9 1 0 0,-13-5-580 0 0,0 1 1 0 0,-1 1-1 0 0,0 1 0 0 0,15 13 1 0 0,-17-12-1123 0 0,-1 0 0 0 0,0 2 0 0 0,-1-1 0 0 0,15 24 0 0 0,-3 0-4210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5.1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280 9 3920 0 0,'8'-8'18491'0'0,"-10"20"-17488"0"0,-34 139 1320 0 0,-70 240-1774 0 0,22-130-4412 0 0,82-256 3122 0 0,0 0-1 0 0,-1 0 0 0 0,-5 9 0 0 0,5-11-346 0 0,1 0 0 0 0,-1 1 0 0 0,0-1 0 0 0,0 0 0 0 0,-4 2 1 0 0,1-3-2973 0 0,-11 1-2049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5.5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889 0 11037 0 0,'0'0'11827'0'0,"-5"11"-10277"0"0,-114 224 2750 0 0,80-146-4710 0 0,14-31-672 0 0,-47 81 0 0 0,71-137 1171 0 0,0 1 0 0 0,-1-1 0 0 0,0 1 0 0 0,1-1-1 0 0,-1 0 1 0 0,0 0 0 0 0,0 0 0 0 0,0 0 0 0 0,-1 0 0 0 0,1 0-1 0 0,0 0 1 0 0,-1-1 0 0 0,-3 3 0 0 0,3-3 1038 0 0,-2-7-483 0 0,-2 0-429 0 0,3 2-68 0 0,0 0-1 0 0,0 0 0 0 0,0 0 0 0 0,0 0 1 0 0,1-1-1 0 0,-4-6 0 0 0,3 4-4 0 0,-1 0 0 0 0,0 0 0 0 0,0 0 0 0 0,-1 0 0 0 0,0 1 0 0 0,-1 0 0 0 0,1 0 0 0 0,-1 0 0 0 0,-14-8 0 0 0,13 13-75 0 0,2 1-93 0 0,-1 0 1 0 0,0 1-1 0 0,1 0 1 0 0,-1 0-1 0 0,1 1 1 0 0,0 0-1 0 0,-1 0 1 0 0,1 0-1 0 0,0 1 1 0 0,-9 5-1 0 0,-20 17-906 0 0,0 0-1 0 0,-58 59 1 0 0,82-74 626 0 0,-54 54-2592 0 0,-57 51-11317 0 0,89-89 5591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6.1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445 11 7617 0 0,'-8'-10'17859'0'0,"12"20"-17086"0"0,75 144 256 0 0,-60-122-1057 0 0,3 5-53 0 0,45 60 0 0 0,-50-76 171 0 0,-15-19 300 0 0,-9 0-379 0 0,-28 0-110 0 0,1-2 0 0 0,-43-4 1 0 0,74 4 45 0 0,-9-1-328 0 0,1 0-1 0 0,0 1 0 0 0,-16 2 1 0 0,25-2 314 0 0,0 1 1 0 0,1-1-1 0 0,-1 0 1 0 0,1 1 0 0 0,-1-1-1 0 0,0 1 1 0 0,1 0-1 0 0,-1 0 1 0 0,-1 1-1 0 0,-1 0-7 0 0,-1 2-33 0 0,-2 8 135 0 0,6-5 119 0 0,1-2-56 0 0,0-3-31 0 0,0 0 1 0 0,0 0-1 0 0,0 0 1 0 0,1 0-1 0 0,-1-1 1 0 0,0 1 0 0 0,1 0-1 0 0,0 0 1 0 0,-1 0-1 0 0,1-1 1 0 0,2 4-1 0 0,26 67 1002 0 0,-4-15-19 0 0,27 94-1 0 0,-50-142-966 0 0,0 0 0 0 0,-1 0 0 0 0,0 0 0 0 0,0 1 0 0 0,-1-1 0 0 0,-1 12 0 0 0,1-18-78 0 0,-1 0 0 0 0,1 1 1 0 0,-1-1-1 0 0,0 0 0 0 0,0 0 1 0 0,0 0-1 0 0,0 0 0 0 0,-1 0 1 0 0,1-1-1 0 0,-1 1 0 0 0,0 0 1 0 0,1-1-1 0 0,-1 1 0 0 0,0-1 1 0 0,-1 1-1 0 0,1-1 0 0 0,0 0 1 0 0,-1 0-1 0 0,1 0 0 0 0,-1 0 1 0 0,-3 1-1 0 0,-1 0-99 0 0,-1 0 0 0 0,1-1 0 0 0,-1 1 0 0 0,1-2 0 0 0,-1 1 0 0 0,0-1 1 0 0,0 0-1 0 0,-9-1 0 0 0,-8 0-793 0 0,-31-6 0 0 0,14 0-2297 0 0,1-2 1 0 0,-1-2-1 0 0,2-2 0 0 0,-50-22 0 0 0,29 7-4891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6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1 108 384 0 0,'0'-3'7839'0'0,"0"-11"-2637"0"0,0 10-2502 0 0,1 0-803 0 0,1-3-1345 0 0,0 2 7 0 0,0-1 0 0 0,-1 1-1 0 0,2-1 1 0 0,-1 1 0 0 0,1 0 0 0 0,0 0 0 0 0,0 0 0 0 0,0 0 0 0 0,0 0 0 0 0,7-5 0 0 0,-10 10-551 0 0,1-2 87 0 0,1 1 1 0 0,0 0 0 0 0,0-1 0 0 0,0 1-1 0 0,0 0 1 0 0,-1 0 0 0 0,1 0 0 0 0,1 1-1 0 0,-1-1 1 0 0,0 0 0 0 0,0 1 0 0 0,0-1 0 0 0,0 1-1 0 0,0 0 1 0 0,0 0 0 0 0,1 0 0 0 0,-1 0-1 0 0,3 0 1 0 0,15 3 47 0 0,-1 1 0 0 0,0 1 0 0 0,0 1-1 0 0,0 0 1 0 0,-1 2 0 0 0,0 0 0 0 0,23 14 0 0 0,7 7 239 0 0,62 51 0 0 0,-71-47-387 0 0,56 58 0 0 0,-44-32-3802 0 0,-50-58 2352 0 0,4 5 328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7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632 625 10205 0 0,'0'34'5712'0'0,"-3"12"-2443"0"0,0 2-777 0 0,-3 3-556 0 0,-3 1-520 0 0,-1-1-100 0 0,2-2-520 0 0,-4-3-607 0 0,-3-2-438 0 0,3-1-339 0 0,-5-4-660 0 0,-4-6-4108 0 0,3-13 1311 0 0,-3-4 605 0 0,-1-7-6205 0 0</inkml:trace>
  <inkml:trace contextRef="#ctx0" brushRef="#br0" timeOffset="1">84 0 576 0 0,'-5'18'8325'0'0,"-1"7"-3265"0"0,-4 3-2808 0 0,2-2-327 0 0,-1 3-489 0 0,-1 1-572 0 0,2-5-480 0 0,-2 1-840 0 0,2-2-3717 0 0,5-7 833 0 0,-3 0-6753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8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352 106 4736 0 0,'2'-6'2304'0'0,"-1"0"0"0"0,1 1 0 0 0,1-1 0 0 0,-1 1 0 0 0,4-7 0 0 0,-4 10-1875 0 0,-1 0 1 0 0,1 0-1 0 0,0 0 0 0 0,0 0 1 0 0,0 0-1 0 0,0 0 0 0 0,0 0 1 0 0,4-2-1 0 0,-4 3 100 0 0,4 3-159 0 0,7 4-272 0 0,0 0 1 0 0,0 1 0 0 0,-1 0 0 0 0,-1 1-1 0 0,14 11 1 0 0,7 10 124 0 0,-1 2 0 0 0,-1 1 0 0 0,-1 1-1 0 0,-3 2 1 0 0,0 0 0 0 0,-3 2 0 0 0,0 1 0 0 0,-3 0 0 0 0,-1 2 0 0 0,-2 0 0 0 0,17 63 0 0 0,-30-89-139 0 0,0 0 0 0 0,-2 0 1 0 0,1 0-1 0 0,-2 1 0 0 0,0-1 1 0 0,-1 1-1 0 0,-2 23 0 0 0,1-31-58 0 0,0-1-1 0 0,-1 1 0 0 0,1-1 1 0 0,-1 0-1 0 0,-1 0 0 0 0,1 0 1 0 0,-1 0-1 0 0,0 0 0 0 0,-1 0 1 0 0,1-1-1 0 0,-1 1 0 0 0,0-1 1 0 0,0 0-1 0 0,-1 0 1 0 0,1-1-1 0 0,-1 0 0 0 0,0 1 1 0 0,-11 6-1 0 0,8-8-19 0 0,1 1 0 0 0,-1-1 0 0 0,0 0 0 0 0,0-1 0 0 0,0 0 0 0 0,0 0 0 0 0,0 0 0 0 0,0-1 0 0 0,0-1 0 0 0,-1 1 0 0 0,1-1 0 0 0,0-1 0 0 0,-1 0 0 0 0,-9-2 1 0 0,-2-1-39 0 0,-1-1 1 0 0,1-1 0 0 0,0-2 0 0 0,-25-11 0 0 0,10 1-23 0 0,1-1 1 0 0,1-2-1 0 0,1-2 0 0 0,-46-40 0 0 0,43 30 116 0 0,1-1-1 0 0,2-2 1 0 0,-36-53 0 0 0,54 68 18 0 0,1 0 0 0 0,0 0 0 0 0,2-1 1 0 0,1 0-1 0 0,1-1 0 0 0,-11-39 1 0 0,18 51-48 0 0,0 0 1 0 0,0-1 0 0 0,1 1-1 0 0,1-1 1 0 0,0 1 0 0 0,3-23-1 0 0,-1 25-33 0 0,0 1 0 0 0,1-1 0 0 0,-1 1 0 0 0,2 0 0 0 0,-1 0 0 0 0,1 0 0 0 0,0 0 1 0 0,1 1-1 0 0,0-1 0 0 0,6-6 0 0 0,-3 5-121 0 0,-1 1 0 0 0,2 0 0 0 0,-1 1 1 0 0,1-1-1 0 0,0 2 0 0 0,1-1 1 0 0,-1 1-1 0 0,1 1 0 0 0,0 0 0 0 0,1 0 1 0 0,13-3-1 0 0,-15 5-631 0 0,0 1 0 0 0,1 0 0 0 0,-1 1 0 0 0,0 0 0 0 0,18 1 0 0 0,-18 0-766 0 0,-1 1 0 0 0,0 1 0 0 0,0-1-1 0 0,0 1 1 0 0,0 1 0 0 0,0-1 0 0 0,8 5-1 0 0,0 2-6071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8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371 1029 8401 0 0,'-1'2'8933'0'0,"0"-1"-8388"0"0,0 1 1 0 0,-1 0-1 0 0,1 0 1 0 0,1 0-1 0 0,-1 0 1 0 0,0 0-1 0 0,0 0 0 0 0,0 4 1 0 0,-3 34 639 0 0,3-20-676 0 0,-5 144 169 0 0,-3 14-1315 0 0,9-177 629 0 0,-7 47-194 0 0,7-45 225 0 0,-1 1-1 0 0,0-1 1 0 0,0 0 0 0 0,0 0 0 0 0,0 0 0 0 0,-1 0 0 0 0,1 0-1 0 0,-1 0 1 0 0,0 0 0 0 0,-4 5 0 0 0,6-8-3 0 0,-1 1-1 0 0,1-1 1 0 0,-1 0 0 0 0,1 1-1 0 0,-1-1 1 0 0,1 0 0 0 0,-1 1-1 0 0,0-1 1 0 0,1 0 0 0 0,-1 0-1 0 0,0 1 1 0 0,1-1-1 0 0,-1 0 1 0 0,0 0 0 0 0,1 0-1 0 0,-1 0 1 0 0,0 0 0 0 0,0 0-1 0 0,-1 0 47 0 0,2 0-59 0 0,0 0 0 0 0,-1 0 0 0 0,1 0 1 0 0,0 0-1 0 0,-1 0 0 0 0,1 0 0 0 0,0 0 0 0 0,0 0 0 0 0,-1 0 0 0 0,1 0 0 0 0,0 0 0 0 0,0-1 0 0 0,-1 1 0 0 0,1 0 0 0 0,0 0 1 0 0,0 0-1 0 0,-1 0 0 0 0,1 0 0 0 0,0-1 0 0 0,0 1 0 0 0,0 0 0 0 0,-1 0 0 0 0,1 0 0 0 0,0-1 0 0 0,0 1 0 0 0,0 0 0 0 0,0 0 0 0 0,0 0 1 0 0,-1-1-1 0 0,1 1 0 0 0,0 0 0 0 0,0 0 0 0 0,0-1 0 0 0,-18-23 221 0 0,2 0 0 0 0,0-2 1 0 0,2 0-1 0 0,-21-53 0 0 0,-33-124 488 0 0,66 199-703 0 0,-81-329 525 0 0,66 239-437 0 0,-8-148 1 0 0,24 203-417 0 0,2 1-1 0 0,1-1 1 0 0,2 1 0 0 0,11-46 0 0 0,-8 58-1214 0 0,0 1 0 0 0,17-35 0 0 0,-15 40-1021 0 0,2 0 0 0 0,0 1 0 0 0,18-23 0 0 0,-1 6-5637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8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1 2688 0 0,'-6'46'8377'0'0,"0"6"-4033"0"0,0 7-1959 0 0,0 4-333 0 0,3 19-504 0 0,0 7-480 0 0,0 3-324 0 0,6 7-352 0 0,-3-1-364 0 0,3 3-600 0 0,-3-7-4248 0 0,-6-10 1339 0 0,9-28-263 0 0,0-10-4505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9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 1 5889 0 0,'-3'1'6532'0'0,"-7"3"-2783"0"0,10-4-3671 0 0,0 1 0 0 0,0-1 0 0 0,-1 0 0 0 0,1 0 0 0 0,0 0 0 0 0,0 0 0 0 0,0 0 0 0 0,0 0 0 0 0,-1 0 0 0 0,1 1 0 0 0,0-1 0 0 0,0 0 0 0 0,0 0 0 0 0,0 0 0 0 0,-1 0 0 0 0,1 1 0 0 0,0-1 0 0 0,0 0 0 0 0,0 0 0 0 0,0 0 0 0 0,0 1 0 0 0,0-1 0 0 0,0 0 0 0 0,0 0 0 0 0,0 0 0 0 0,0 1 0 0 0,0-1 0 0 0,0 0 0 0 0,0 0 0 0 0,0 1 0 0 0,-2 7 405 0 0,1 0 0 0 0,1 0-1 0 0,-1 0 1 0 0,1 0-1 0 0,1 1 1 0 0,-1-1 0 0 0,3 9-1 0 0,17 59 354 0 0,-15-58-618 0 0,40 113 303 0 0,-1-3-283 0 0,-44-127-208 0 0,1 0 0 0 0,-1 1 0 0 0,0-1 0 0 0,0 0 0 0 0,0 1 0 0 0,0-1 0 0 0,0 0-1 0 0,0 1 1 0 0,0-1 0 0 0,-1 0 0 0 0,1 0 0 0 0,0 1 0 0 0,-1-1 0 0 0,1 0 0 0 0,-1 0 0 0 0,1 1 0 0 0,-1-1 0 0 0,0 0-1 0 0,0 0 1 0 0,1 0 0 0 0,-1 0 0 0 0,-1 1 0 0 0,1 0-46 0 0,0-2 26 0 0,1 0-1 0 0,0 1 1 0 0,0-1 0 0 0,0 0 0 0 0,0 0 0 0 0,-1 0 0 0 0,1 1 0 0 0,0-1 0 0 0,0 0 0 0 0,0 0 0 0 0,-1 0 0 0 0,1 1 0 0 0,0-1 0 0 0,0 0 0 0 0,-1 0 0 0 0,1 0 0 0 0,0 0-1 0 0,0 0 1 0 0,-1 0 0 0 0,1 0 0 0 0,0 0 0 0 0,0 0 0 0 0,-1 0 0 0 0,1 0 0 0 0,0 1 0 0 0,0-2 0 0 0,-1 1 0 0 0,1 0 0 0 0,0 0 0 0 0,-1 0 0 0 0,-37 1 899 0 0,0 1 0 0 0,-41 8 0 0 0,61-7-779 0 0,0 1 0 0 0,0 1 0 0 0,1 1-1 0 0,0 0 1 0 0,0 1 0 0 0,-27 16 0 0 0,38-19-193 0 0,0 0 0 0 0,1 0 1 0 0,-1 1-1 0 0,1-1 0 0 0,0 1 0 0 0,0 1 0 0 0,1-1 1 0 0,0 1-1 0 0,0-1 0 0 0,0 1 0 0 0,0 0 0 0 0,-4 13 1 0 0,5-10-69 0 0,0 0 0 0 0,1 1 0 0 0,0-1 0 0 0,0 0 0 0 0,1 1 0 0 0,1 0 0 0 0,0-1 1 0 0,1 16-1 0 0,2-5-34 0 0,1 1 1 0 0,1-2 0 0 0,0 1-1 0 0,2 0 1 0 0,0-1-1 0 0,1 0 1 0 0,1-1 0 0 0,13 20-1 0 0,-11-21 153 0 0,0-1 0 0 0,1-1-1 0 0,1 0 1 0 0,0-1-1 0 0,1-1 1 0 0,21 17 0 0 0,-25-23-637 0 0,0 0 0 0 0,1-1 0 0 0,0 0 0 0 0,18 7 1 0 0,-21-10-815 0 0,0 0 0 0 0,1-1 1 0 0,-1 0-1 0 0,1-1 1 0 0,0 0-1 0 0,0 0 1 0 0,9-1-1 0 0,8-2-6150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8:59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8105 0 0,'0'0'16237'0'0,"11"-1"-15483"0"0,-2 0-584 0 0,3 1 42 0 0,-1-1 0 0 0,0 1 0 0 0,1 1 0 0 0,-1 0 0 0 0,12 3 0 0 0,4 3-2 0 0,-1 1-1 0 0,-1 2 0 0 0,0 0 0 0 0,0 2 0 0 0,-1 1 0 0 0,-1 0 0 0 0,0 2 0 0 0,0 1 0 0 0,-2 1 0 0 0,0 0 0 0 0,30 34 1 0 0,-27-24-438 0 0,-1 2 1 0 0,-1 0 0 0 0,21 38-1 0 0,-26-36-837 0 0,-1 2-1 0 0,-1 0 0 0 0,11 38 0 0 0,-21-53-5398 0 0,6 34-1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00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460 0 5953 0 0,'0'0'10274'0'0,"4"5"-7785"0"0,0-1-1946 0 0,-2-3-389 0 0,-1 1 1 0 0,1-1 0 0 0,-1 0 0 0 0,1 1-1 0 0,-1 0 1 0 0,0-1 0 0 0,0 1 0 0 0,1 0 0 0 0,-1-1-1 0 0,-1 1 1 0 0,1 0 0 0 0,0 0 0 0 0,0 0-1 0 0,-1 0 1 0 0,1 0 0 0 0,-1 0 0 0 0,1 0 0 0 0,-1 4-1 0 0,-1 20 1395 0 0,-6 31-1 0 0,0-3-283 0 0,2 17-389 0 0,2 0 1 0 0,4 0-1 0 0,11 87 0 0 0,-9-132-929 0 0,0 34 1 0 0,-3-56-54 0 0,-3-5-127 0 0,-13 0 192 0 0,6-2 85 0 0,-34-29 31 0 0,-29-20 350 0 0,61 45-251 0 0,0 0 1 0 0,-1 1 0 0 0,0 0-1 0 0,-17-5 1 0 0,26 10-126 0 0,0 0-1 0 0,0 0 1 0 0,-1 1-1 0 0,1-1 1 0 0,0 1-1 0 0,0 0 1 0 0,-1 0-1 0 0,1 1 1 0 0,0-1-1 0 0,-1 1 1 0 0,1 0-1 0 0,0 0 1 0 0,-5 2-1 0 0,3-1-23 0 0,1 1-1 0 0,-1 0 1 0 0,1 1-1 0 0,-1-1 1 0 0,1 1-1 0 0,0 0 1 0 0,0 0-1 0 0,-4 6 1 0 0,-1 1-121 0 0,1 1 1 0 0,0 0-1 0 0,1 1 1 0 0,0 0-1 0 0,1 0 1 0 0,-9 24 0 0 0,-2 14-2418 0 0,-21 94 1 0 0,35-128 1084 0 0,-8 19-12472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00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 8853 0 0,'2'-11'5471'0'0,"-2"-21"8830"0"0,47 298-14240 0 0,-22-165-483 0 0,17 73-4422 0 0,-5 1-7020 0 0,-28-133 3068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00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1786 306 8105 0 0,'-41'-74'10580'0'0,"-6"0"-6343"0"0,33 54-3708 0 0,-1 0 0 0 0,-1 1 0 0 0,0 1 0 0 0,-36-30-1 0 0,47 44-406 0 0,0 0 0 0 0,-1 1 0 0 0,1 0 0 0 0,-1 0-1 0 0,1 0 1 0 0,-1 1 0 0 0,0 0 0 0 0,0 0-1 0 0,0 0 1 0 0,0 1 0 0 0,-1 0 0 0 0,1 0 0 0 0,0 0-1 0 0,0 1 1 0 0,-1 0 0 0 0,-10 1 0 0 0,5 2 72 0 0,0 0 0 0 0,-1 0 0 0 0,2 1 1 0 0,-1 0-1 0 0,0 1 0 0 0,1 0 0 0 0,-17 11 1 0 0,-140 105 1027 0 0,-5 2-862 0 0,132-100-703 0 0,0-1 0 0 0,-2-2 0 0 0,0-2 0 0 0,-1-2 1 0 0,-1-2-1 0 0,0-2 0 0 0,-1-2 0 0 0,0-2 0 0 0,-83 4 1 0 0,44-11-4992 0 0,0-3 1 0 0,-148-25 0 0 0,137 9-3252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11.9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14694 528 832 0 0,'4'1'6015'0'0,"31"3"2803"0"0,-31-4-7645 0 0,-1 1-257 0 0,36-3 1699 0 0,-34 2-2047 0 0,-2-1-372 0 0,0-1 798 0 0,-4 0-398 0 0,-12 0-252 0 0,-21 1-610 0 0,32 0 388 0 0,-13 1 6 0 0,1 1 0 0 0,-26 4 0 0 0,13-2-114 0 0,-41 2 203 0 0,17-2-102 0 0,-55 12 0 0 0,45-5-71 0 0,-74 5 1 0 0,-64-8 80 0 0,78-4-137 0 0,-525-20 670 0 0,153-2-358 0 0,-491-18 12 0 0,353 5-8 0 0,180 12-130 0 0,323 13-113 0 0,-594-20 978 0 0,-256 18-308 0 0,-149 68-278 0 0,148-15-118 0 0,-117-90-129 0 0,741 22-210 0 0,-238-18 178 0 0,-110-31-60 0 0,-472-65 425 0 0,918 110-417 0 0,-170-17-65 0 0,-4 19 31 0 0,191 23 80 0 0,-550-22-74 0 0,619 15-150 0 0,-193-8-3223 0 0,352 17 1895 0 0,-53-3-4894 0 0,58 3 5433 0 0,1 0 0 0 0,-1-1 1 0 0,0 1-1 0 0,1-2 0 0 0,-1 1 0 0 0,1-1 0 0 0,-7-3 0 0 0,8 3-1500 0 0,0-1 1 0 0,1 0-1 0 0,-8-7 0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13.3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364 1 464 0 0,'-2'2'11056'0'0,"1"-2"-10402"0"0,-1 1-304 0 0,1 0 1 0 0,-1 0 0 0 0,1 0-1 0 0,-1 0 1 0 0,1 0 0 0 0,0 0 0 0 0,0 0-1 0 0,-1 0 1 0 0,1 0 0 0 0,0 1-1 0 0,0-1 1 0 0,0 0 0 0 0,0 1 0 0 0,1-1-1 0 0,-1 1 1 0 0,0-1 0 0 0,0 3-1 0 0,-20 60 1745 0 0,6-19-1317 0 0,-15 39 224 0 0,-60 116 1 0 0,67-153-1517 0 0,-46 65 1 0 0,63-103-333 0 0,0-1 1 0 0,-11 10-1 0 0,13-14-413 0 0,0-1 0 0 0,0 1 1 0 0,0-1-1 0 0,-1 0 0 0 0,-8 4 0 0 0,6-5-2573 0 0,-15 2-1823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13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65 528 0 0,'3'-3'10343'0'0,"20"-20"-4711"0"0,-22 21-4825 0 0,1 0-120 0 0,21-20 1685 0 0,-21 20-1637 0 0,-2 2-721 0 0,1 0-1 0 0,-1 0 1 0 0,0-1 0 0 0,0 1 0 0 0,0 0-1 0 0,0 0 1 0 0,0-1 0 0 0,0 1 0 0 0,1 0-1 0 0,-1 0 1 0 0,0-1 0 0 0,0 1 0 0 0,0 0-1 0 0,1 0 1 0 0,-1 0 0 0 0,0 0 0 0 0,0-1-1 0 0,1 1 1 0 0,-1 0 0 0 0,0 0-1 0 0,0 0 1 0 0,1 0 0 0 0,-1 0 0 0 0,0 0-1 0 0,1 0 1 0 0,-1-1 0 0 0,1 1 1 0 0,-1 0 1 0 0,0 0-1 0 0,0 0 1 0 0,1 0-1 0 0,-1 0 1 0 0,0 0-1 0 0,0 0 1 0 0,1 0-1 0 0,-1 0 1 0 0,0-1-1 0 0,0 1 1 0 0,1 0-1 0 0,-1 0 1 0 0,0 0-1 0 0,0 0 1 0 0,1-1-1 0 0,-1 1 1 0 0,0 0-1 0 0,0 0 1 0 0,0-1-1 0 0,0 1 1 0 0,1 0-1 0 0,-1 0 1 0 0,0-1-1 0 0,0 1 1 0 0,0-1-1 0 0,3 1 161 0 0,13-1 262 0 0,-11 4-334 0 0,-1 0-47 0 0,1 0-1 0 0,-1 0 1 0 0,0 0 0 0 0,0 1 0 0 0,0-1 0 0 0,0 1 0 0 0,-1 0 0 0 0,0 0 0 0 0,4 7-1 0 0,3 3 77 0 0,-1 1-1 0 0,-1 1 0 0 0,10 28 0 0 0,19 49 106 0 0,37 92-198 0 0,-55-139-1222 0 0,2-2 0 0 0,34 52 1 0 0,-48-84-714 0 0,1-1 1 0 0,-1-1-1 0 0,2 1 1 0 0,0-1 0 0 0,17 15-1 0 0,-7-11-4419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14.4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0 4968 0 0,'0'0'14630'0'0,"-3"53"-12802"0"0,3-34-640 0 0,0 10-840 0 0,3-7-284 0 0,-3 8-260 0 0,3 7-384 0 0,-9 7-452 0 0,9 5-3344 0 0,-3-9 1211 0 0,9 8-675 0 0,-3-1-3237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15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1 7193 0 0,'4'0'4362'0'0,"21"9"2665"0"0,-18-6-6845 0 0,-7-3-157 0 0,0 0-1 0 0,0 0 0 0 0,1 0 1 0 0,-1 0-1 0 0,0 1 0 0 0,0-1 1 0 0,0 0-1 0 0,0 0 0 0 0,1 0 1 0 0,-1 0-1 0 0,0 0 0 0 0,0 0 1 0 0,0 0-1 0 0,0 0 0 0 0,0 1 0 0 0,0-1 1 0 0,0 0-1 0 0,1 0 0 0 0,-1 0 1 0 0,0 0-1 0 0,0 0 0 0 0,0 1 1 0 0,0-1-1 0 0,0 0 0 0 0,0 0 1 0 0,0 0-1 0 0,0 0 0 0 0,0 1 1 0 0,0-1-1 0 0,0 0 0 0 0,0 0 1 0 0,0 0-1 0 0,0 0 0 0 0,0 1 0 0 0,0-1 1 0 0,-1 8 259 0 0,1 0 0 0 0,-2 0 0 0 0,1-1 1 0 0,-1 1-1 0 0,-1 0 0 0 0,-5 13 0 0 0,-26 46 237 0 0,-91 133 418 0 0,121-195-921 0 0,-75 107 125 0 0,63-91-573 0 0,-1-2-1 0 0,-1 0 1 0 0,-25 21-1 0 0,38-36-466 0 0,0-1-1 0 0,1 0 1 0 0,-2 0 0 0 0,1 0-1 0 0,0 0 1 0 0,0-1 0 0 0,-1 0-1 0 0,1 0 1 0 0,-9 2-1 0 0,6-5-3037 0 0,-20-6-1924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15.3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1616 0 0,'49'22'12093'0'0,"-1"3"-6644"0"0,-37-18-4955 0 0,-1 0 1 0 0,1 0-1 0 0,-1 1 1 0 0,-1 0-1 0 0,1 1 1 0 0,12 16-1 0 0,91 130-47 0 0,-61-79-1686 0 0,83 92 1 0 0,-118-150-78 0 0,8 9-3687 0 0,41 35-1 0 0,-36-41-1502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15.8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0 7897 0 0,'0'0'11121'0'0,"-9"39"-9821"0"0,3-10-376 0 0,-4 9-268 0 0,5 3-220 0 0,-1 6-264 0 0,6 5-180 0 0,-3 4-532 0 0,0 4-528 0 0,9 0-3228 0 0,3-1 1059 0 0,-3 0-495 0 0,2-7-3133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16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387 1 2576 0 0,'0'0'4975'0'0,"4"0"-1234"0"0,12 0 2121 0 0,-14 2-4608 0 0,6 10-161 0 0,-6-5-216 0 0,-4 1-632 0 0,0 0 0 0 0,0 0-1 0 0,0 0 1 0 0,-1 0 0 0 0,-1-1 0 0 0,-7 14 0 0 0,-31 45 588 0 0,23-43-877 0 0,0 0 0 0 0,-2-1-1 0 0,0-1 1 0 0,-27 20-1 0 0,21-20-1789 0 0,-45 25-1 0 0,65-42 854 0 0,-1 0 0 0 0,1-1 0 0 0,-1 1 0 0 0,0-2 0 0 0,0 1 0 0 0,0-1 0 0 0,0 0 0 0 0,0-1 0 0 0,0 0 0 0 0,-10 0 0 0 0,-9-3-4502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16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1040 0 0,'93'24'14770'0'0,"-5"9"-9388"0"0,-66-22-4949 0 0,0 1 0 0 0,0 1 0 0 0,-1 0 0 0 0,-1 2 0 0 0,30 27 0 0 0,71 88-185 0 0,13 12-409 0 0,-88-102-376 0 0,79 55 0 0 0,-48-47-4626 0 0,-70-44 3840 0 0,0 0 1 0 0,0 0 0 0 0,1-1 0 0 0,-1 0-1 0 0,14 3 1 0 0,8-3-5624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17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1 3816 0 0,'2'2'1405'0'0,"-1"0"0"0"0,1 1 0 0 0,0-1-1 0 0,-1 1 1 0 0,1-1 0 0 0,-1 1 0 0 0,2 3-1 0 0,2 21 3426 0 0,-5-15-4291 0 0,0 0 0 0 0,-3 17-1 0 0,2-24-359 0 0,-8 60 903 0 0,-30 107 0 0 0,34-147-934 0 0,4-19-129 0 0,0 0-1 0 0,0 1 1 0 0,-1-1-1 0 0,0 0 1 0 0,0 0-1 0 0,0 0 0 0 0,-4 6 1 0 0,5-11 19 0 0,-7 12 239 0 0,-8 21 0 0 0,21-32-244 0 0,15 6-100 0 0,27 5 1 0 0,8 4-155 0 0,46 25-966 0 0,-66-25-3273 0 0,66 20 0 0 0,-60-28 49 0 0,-4-9-2721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20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79 200 4672 0 0,'0'0'10493'0'0,"-22"-41"-11961"0"0,11 13-2380 0 0,-5-9 944 0 0,1-9 535 0 0,1-2 553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21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2146 1856 0 0,'-30'-116'7839'0'0,"0"2"-3692"0"0,-42-157 3 0 0,49 168-2714 0 0,4 0 1 0 0,-11-191-1 0 0,27 193-1055 0 0,4 0 0 0 0,4 0-1 0 0,24-135 1 0 0,26-95 970 0 0,-51 293-1267 0 0,-3 27-31 0 0,-1 1 1 0 0,2 0 0 0 0,-1-1 0 0 0,2 1 0 0 0,-1 0 0 0 0,1 0-1 0 0,1 0 1 0 0,0 0 0 0 0,8-13 0 0 0,-11 20-84 0 0,1 0-1 0 0,0 0 1 0 0,0 1-1 0 0,0-1 1 0 0,0 1-1 0 0,0 0 1 0 0,0-1 0 0 0,1 1-1 0 0,-1 0 1 0 0,1 0-1 0 0,-1 0 1 0 0,1 1 0 0 0,0-1-1 0 0,0 1 1 0 0,0-1-1 0 0,0 1 1 0 0,0 0-1 0 0,6-1 1 0 0,128-20 357 0 0,-44 9 29 0 0,39-8-24 0 0,231-6 0 0 0,-294 28-331 0 0,-1 2-1 0 0,0 3 1 0 0,0 4-1 0 0,0 2 1 0 0,82 26-1 0 0,-129-31 13 0 0,0 1-1 0 0,-1 1 1 0 0,1 0 0 0 0,-2 2-1 0 0,26 17 1 0 0,-35-20 4 0 0,-1-1-1 0 0,0 1 1 0 0,0 1-1 0 0,-1 0 1 0 0,0 0-1 0 0,0 1 1 0 0,-1-1-1 0 0,-1 2 1 0 0,1-1-1 0 0,-2 1 1 0 0,8 17-1 0 0,-6-6-44 0 0,-1 0 0 0 0,-1 1-1 0 0,-1-1 1 0 0,-1 1 0 0 0,-1 0 0 0 0,-2 36-1 0 0,-19 139 8 0 0,16-176 37 0 0,-46 267 175 0 0,0-8-285 0 0,47-265 94 0 0,-25 242 48 0 0,20 90-8 0 0,10-235-380 0 0,21 121-1 0 0,4-78-1512 0 0,-21-127-464 0 0,2 0-1 0 0,0 0 1 0 0,16 33-1 0 0,-19-52 824 0 0,-1 0 0 0 0,9 11 0 0 0,15 12-6285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22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190 983 6401 0 0,'0'0'12915'0'0,"-3"-1"-11961"0"0,1 1-792 0 0,0 0 0 0 0,0-1 0 0 0,0 1 0 0 0,0-1 0 0 0,0 1 0 0 0,0-1-1 0 0,1 0 1 0 0,-1 0 0 0 0,0 0 0 0 0,0 0 0 0 0,1 0 0 0 0,-1 0 0 0 0,0 0 0 0 0,1-1 0 0 0,-1 1 0 0 0,1-1 0 0 0,-3-2 0 0 0,1-1-88 0 0,0-1-1 0 0,0 1 1 0 0,0-1 0 0 0,-2-8-1 0 0,-11-31 331 0 0,-14-75-1 0 0,2-47 452 0 0,27 163-828 0 0,-10-66 423 0 0,-35-316 1796 0 0,45 374-2265 0 0,0 7-24 0 0,0 0 1 0 0,1-1 0 0 0,-1 1 0 0 0,1 0 0 0 0,0-1 0 0 0,1 1 0 0 0,0 0 0 0 0,0 0 0 0 0,2-8 0 0 0,-2 11 19 0 0,0 0 0 0 0,0 1 0 0 0,0-1 0 0 0,0 0 0 0 0,0 1 0 0 0,1-1 0 0 0,-1 0 0 0 0,1 1 0 0 0,-1 0 0 0 0,1-1 0 0 0,0 1 0 0 0,-1 0 0 0 0,1 0 0 0 0,0 0 0 0 0,0 0 0 0 0,0 0 0 0 0,0 0 0 0 0,0 0 0 0 0,0 1 0 0 0,0-1 0 0 0,0 1 0 0 0,0-1 0 0 0,0 1 0 0 0,4 0 0 0 0,2-1-22 0 0,33 1 11 0 0,89 8 191 0 0,155-13 0 0 0,389-29-347 0 0,-655 33 164 0 0,-13 0 7 0 0,-1 1-1 0 0,1-1 1 0 0,-1 1 0 0 0,1 0 0 0 0,-1 1 0 0 0,11 2 0 0 0,-14-3 13 0 0,0 0 0 0 0,0 1 0 0 0,-1-1 0 0 0,1 1 0 0 0,-1 0 0 0 0,1-1 0 0 0,0 1 0 0 0,-1 0 0 0 0,1 0 0 0 0,-1 0 0 0 0,0 0 0 0 0,1 0 1 0 0,-1 0-1 0 0,0 1 0 0 0,0-1 0 0 0,1 0 0 0 0,-1 1 0 0 0,0-1 0 0 0,-1 1 0 0 0,1-1 0 0 0,0 1 0 0 0,1 2 0 0 0,-1 4-2 0 0,-1 0 0 0 0,0 0 0 0 0,0 0 0 0 0,-2 10-1 0 0,2-11 13 0 0,-6 42 65 0 0,-15 58 1 0 0,8-46-31 0 0,-7 49-383 0 0,4 1-1 0 0,5 0 1 0 0,5 159-1 0 0,9-159-4213 0 0,0 18-5291 0 0,0-79 1582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23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11408 17 5160 0 0,'-84'-6'6595'0'0,"-189"-4"-374"0"0,-147 39-3563 0 0,-3 24-1232 0 0,-901 55 1122 0 0,520-120-739 0 0,-8-30-113 0 0,751 39-1628 0 0,-725-38 865 0 0,-381 29-572 0 0,0 76-89 0 0,884-40-264 0 0,-1297 90 85 0 0,1089-105-67 0 0,1-16 2 0 0,-117 1-1339 0 0,334 19-957 0 0,94 4-4445 0 0,53-8-1861 0 0,69-3 298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24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50 502 4264 0 0,'0'4'6357'0'0,"-4"22"-3"0"0,0 9-1679 0 0,1-22-4890 0 0,2-9 341 0 0,-1 4-45 0 0,2-8-73 0 0,0 0 0 0 0,0 0 0 0 0,0 0 0 0 0,0 0-1 0 0,0 0 1 0 0,0 0 0 0 0,0 0 0 0 0,0 0 0 0 0,0-1 0 0 0,0 1-1 0 0,0 0 1 0 0,0 0 0 0 0,0 0 0 0 0,0 0 0 0 0,0 0 0 0 0,0 0 0 0 0,0 0-1 0 0,0 0 1 0 0,0 0 0 0 0,0 0 0 0 0,0 0 0 0 0,0-1 0 0 0,0 1-1 0 0,0 0 1 0 0,-1 0 0 0 0,1 0 0 0 0,0 0 0 0 0,0 0 0 0 0,0 0 0 0 0,0 0-1 0 0,0 0 1 0 0,0 0 0 0 0,0 0 0 0 0,0 0 0 0 0,0 0 0 0 0,-1 0-1 0 0,1 0 1 0 0,0 0 0 0 0,0 0 0 0 0,0 0 0 0 0,0 0 0 0 0,0 0-1 0 0,0 0 1 0 0,0 0 0 0 0,0 0 0 0 0,-1 0 0 0 0,1 0 0 0 0,0 0 0 0 0,0 0-1 0 0,0 0 1 0 0,0 0 0 0 0,0 0 0 0 0,0 0 0 0 0,0 0 0 0 0,0 1-1 0 0,0-1 1 0 0,0 0 0 0 0,0 0 0 0 0,-1 0 0 0 0,1 0 0 0 0,-10-33 84 0 0,8 25 13 0 0,1 4 17 0 0,-3-12 1 0 0,3 12 13 0 0,0 1 0 0 0,1-1-83 0 0,0-1 0 0 0,1 1 1 0 0,-1 0-1 0 0,1 0 0 0 0,0 0 1 0 0,1-5-1 0 0,0 5 70 0 0,10 1 98 0 0,-9 2-175 0 0,0 0 77 0 0,0 0-9 0 0,0 0-13 0 0,0 0 0 0 0,0-1 1 0 0,0 1-1 0 0,-1-1 0 0 0,1 0 1 0 0,0 0-1 0 0,-1 0 0 0 0,1 0 0 0 0,-1 0 1 0 0,0 0-1 0 0,1-1 0 0 0,-1 1 1 0 0,0-1-1 0 0,0 1 0 0 0,-1-1 1 0 0,1 0-1 0 0,-1 0 0 0 0,1 0 0 0 0,-1 0 1 0 0,0 0-1 0 0,1-4 0 0 0,0-3-2 0 0,0 0-1 0 0,-1 0 1 0 0,0-1-1 0 0,0 1 0 0 0,-3-19 1 0 0,-1-8-417 0 0,-2 0 0 0 0,-1 0 1 0 0,-2 0-1 0 0,-2 1 1 0 0,-1 0-1 0 0,-19-40 0 0 0,15 41-641 0 0,14 33 542 0 0,-3-9-5386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24.7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49 64 0 0,'12'-6'1552'0'0,"-57"-36"-2872"0"0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25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4 320 0 0,'0'0'5225'0'0,"-14"-3"-249"0"0,-13 6-12201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25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1 422 3008 0 0,'0'0'5476'0'0,"1"4"-1682"0"0,0 0-3293 0 0,0 0-1 0 0,0 0 1 0 0,0 0 0 0 0,0 0 0 0 0,1-1 0 0 0,0 1-1 0 0,0 0 1 0 0,0-1 0 0 0,0 0 0 0 0,1 1 0 0 0,-1-1 0 0 0,4 3-1 0 0,-1-3-379 0 0,-1 0 0 0 0,1 0-1 0 0,0 0 1 0 0,0-1 0 0 0,0 0-1 0 0,0 0 1 0 0,1 0-1 0 0,-1 0 1 0 0,1-1 0 0 0,-1 0-1 0 0,1 0 1 0 0,-1-1 0 0 0,1 0-1 0 0,7 0 1 0 0,-10 0 219 0 0,4-1-19 0 0,0-1-233 0 0,26-8 234 0 0,-29 9-218 0 0,0-2 0 0 0,0 1 0 0 0,0 0 1 0 0,0-1-1 0 0,-1 1 0 0 0,1-1 0 0 0,-1 0 0 0 0,1 0 0 0 0,-1-1 0 0 0,0 1 0 0 0,3-6 0 0 0,-1 1 35 0 0,0 0-1 0 0,-1 0 1 0 0,0-1 0 0 0,5-12-1 0 0,12-40 131 0 0,-9 0-167 0 0,-8 41-28 0 0,-3 6 84 0 0,2-25 0 0 0,-3 30-67 0 0,0 0 0 0 0,1 0 0 0 0,0 0 1 0 0,0 0-1 0 0,1 1 0 0 0,0-1 0 0 0,6-14 0 0 0,-7 20-92 0 0,1 0 0 0 0,-1 0 0 0 0,1 0-1 0 0,-1 1 1 0 0,1-1 0 0 0,0 1 0 0 0,0 0 0 0 0,0-1 0 0 0,1 1 0 0 0,-1 0-1 0 0,0 0 1 0 0,1 0 0 0 0,-1 0 0 0 0,1 1 0 0 0,0-1 0 0 0,5-2 0 0 0,-4 3-20 0 0,14-2-68 0 0,3 2 118 0 0,37 2 0 0 0,-39 1 1 0 0,156-5 402 0 0,-18-1-272 0 0,209 6-149 0 0,-253-7-96 0 0,137-24 1 0 0,-154 13 504 0 0,0 5-1 0 0,0 4 1 0 0,142 8 0 0 0,-130 8-166 0 0,57 2-219 0 0,-112-9 255 0 0,58-7 1 0 0,-27-2 210 0 0,-81 7-774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26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 93 1896 0 0,'-50'-22'5849'0'0,"29"11"-2237"0"0,1-1-1116 0 0,-5 4-1496 0 0,4 0-712 0 0,1-1-576 0 0,4 4-564 0 0,-7-4-6012 0 0,4 1 2487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28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1225 2216 0 0,'5'-1'5969'0'0,"51"-7"5416"0"0,-54 8-9965 0 0,37-5 486 0 0,-36 5-1687 0 0,2 1-38 0 0,7 3-78 0 0,1 1-1 0 0,12 6 0 0 0,-21-9-80 0 0,1 0-1 0 0,-1 0 0 0 0,1-1 0 0 0,6 2 0 0 0,-6-1 10 0 0,-2-1 119 0 0,18-5 190 0 0,-19 0-242 0 0,0 0-72 0 0,-1 3-17 0 0,0 0-1 0 0,-1 0 0 0 0,1 0 1 0 0,0-1-1 0 0,-1 1 0 0 0,1 0 0 0 0,-1-1 1 0 0,0 1-1 0 0,1 0 0 0 0,-1-1 0 0 0,0 1 1 0 0,0 0-1 0 0,0-1 0 0 0,0 1 1 0 0,0-3-1 0 0,-18-204 195 0 0,3 66 101 0 0,8-263 854 0 0,10 365-804 0 0,1 0 0 0 0,11-44-1 0 0,-7 39-179 0 0,2 11-30 0 0,-8 18-148 0 0,-2 15 3 0 0,0 0 0 0 0,0 0-1 0 0,0 0 1 0 0,0 1 0 0 0,0-1 0 0 0,0 0 0 0 0,0 0-1 0 0,0 0 1 0 0,1 0 0 0 0,-1 1 0 0 0,0-1-1 0 0,0 0 1 0 0,1 0 0 0 0,-1 1 0 0 0,0-1-1 0 0,1 0 1 0 0,0 0 0 0 0,0 0 6 0 0,-1 0 0 0 0,1 0 0 0 0,0-1 0 0 0,-1 1 1 0 0,1 0-1 0 0,-1 0 0 0 0,1 0 0 0 0,-1 0 0 0 0,0-1 0 0 0,1 1 0 0 0,-1-2 1 0 0,5-33 18 0 0,2 7-100 0 0,-3 0 222 0 0,-3 18-90 0 0,1 0 1 0 0,0-1-1 0 0,5-14 0 0 0,-6 24-118 0 0,0 2 58 0 0,0 0 1 0 0,0-1-1 0 0,-1 1 0 0 0,1 0 1 0 0,0-1-1 0 0,0 1 0 0 0,0 0 1 0 0,-1-1-1 0 0,1 1 0 0 0,0-1 1 0 0,-1 1-1 0 0,2-2 0 0 0,0 1-1 0 0,0 0-15 0 0,3 4-143 0 0,-2 0 173 0 0,1 0-46 0 0,0 0 0 0 0,0 1 0 0 0,0 0 0 0 0,-1 0 0 0 0,1 0 0 0 0,-1 0 0 0 0,4 6 0 0 0,2 8 44 0 0,7 23-1 0 0,-16-38 21 0 0,1 0-2 0 0,3 11 14 0 0,-3-11-35 0 0,0 0 11 0 0,3 9 27 0 0,-3-9 195 0 0,0-1-84 0 0,3 7 16 0 0,-3-7-31 0 0,1-1-47 0 0,3 1-47 0 0,-1 0 0 0 0,1-1 1 0 0,-1 0-1 0 0,1 0 0 0 0,-1 0 0 0 0,9 1 1 0 0,489 36-328 0 0,-425-32 308 0 0,57 5-50 0 0,-114-10-197 0 0,-17-1 134 0 0,1 0-19 0 0,12 1 729 0 0,-20 7-554 0 0,-2 3-53 0 0,2-6-21 0 0,1 1-1 0 0,0 0 0 0 0,1-1 1 0 0,-1 1-1 0 0,1 0 1 0 0,-2 8-1 0 0,-2 17 80 0 0,1 1-1 0 0,1-1 1 0 0,1 35-1 0 0,-1-2 1 0 0,-37 323-56 0 0,35-347 10 0 0,-12 68 137 0 0,-4 13-37 0 0,-13 52 223 0 0,21-126-173 0 0,-37 112 145 0 0,50-157 71 0 0,-1 0-171 0 0,-2 3-223 0 0,2-5 137 0 0,2-5 282 0 0,6-31-443 0 0,-1 20-27 0 0,0 12 54 0 0,-3 3-7 0 0,-1-1-3 0 0,0 1 1 0 0,0 0-1 0 0,0 0 1 0 0,0 0-1 0 0,0 0 1 0 0,0 0-1 0 0,0 0 1 0 0,1 0-1 0 0,-1 0 1 0 0,0 0-1 0 0,1 0 1 0 0,-1 1-1 0 0,2-2 1 0 0,3 0-9 0 0,6-4 9 0 0,1 0-1 0 0,0 0 1 0 0,0 1 0 0 0,24-5-1 0 0,54-5-54 0 0,-83 14 60 0 0,171-19 25 0 0,19-2-94 0 0,-67 1-45 0 0,54-6 108 0 0,-2 15-122 0 0,-180 12 137 0 0,140 3 21 0 0,-139-3-10 0 0,-1 0-11 0 0,9 0 23 0 0,-9 0 14 0 0,-9-6-343 0 0,-9-10 325 0 0,1 0 0 0 0,1-1 0 0 0,0 0 0 0 0,-18-36-1 0 0,16 19 185 0 0,-11-42-1 0 0,22 58-159 0 0,0 1-1 0 0,0-1 0 0 0,2-1 0 0 0,-1-20 1 0 0,5 24 106 0 0,-1 12-136 0 0,0 0-49 0 0,0 0-46 0 0,0 0 61 0 0,0 1-1 0 0,0-1 1 0 0,0 1 0 0 0,1-1 0 0 0,-1 1 0 0 0,1 0 0 0 0,-1 0 0 0 0,4-3 0 0 0,-3 3-50 0 0,0 1-140 0 0,8-5 233 0 0,-7 5 25 0 0,9-5 163 0 0,-8 5-137 0 0,-1 1-55 0 0,13-4-127 0 0,-1 2 0 0 0,17-1-1 0 0,10 3-161 0 0,157 7-269 0 0,-122-4 242 0 0,247 18-227 0 0,-286-18 521 0 0,49 2 54 0 0,2-4-1 0 0,118-14 1 0 0,-171 7-41 0 0,-1-1 0 0 0,1-3 0 0 0,59-23 0 0 0,48-16 145 0 0,-137 48-182 0 0,7-3 34 0 0,-1 1 0 0 0,20-2 0 0 0,56 2 286 0 0,-83 3-272 0 0,0 1 0 0 0,-1-1 0 0 0,1 1 0 0 0,6 2-1 0 0,-4-1-3 0 0,-4-2-31 0 0,-1 1 14 0 0,1-1 0 0 0,0 1 0 0 0,0 0 0 0 0,-1-1 0 0 0,1 1 0 0 0,-1 0 0 0 0,1 1 0 0 0,-1-1 1 0 0,1 0-1 0 0,2 3 0 0 0,-4-4-16 0 0,2 3 21 0 0,1 0-1 0 0,-1-1 1 0 0,0 1-1 0 0,0 0 1 0 0,-1 0-1 0 0,1 1 1 0 0,0-1-1 0 0,-1 1 1 0 0,0-1-1 0 0,0 1 1 0 0,3 6-1 0 0,-1 2 56 0 0,-1-5-17 0 0,-1-1 1 0 0,1 0-1 0 0,-2 1 0 0 0,3 11 1 0 0,4 43 61 0 0,-6-50-46 0 0,-1-1 1 0 0,1 17 0 0 0,-1-3 70 0 0,50 374 610 0 0,-27-294-880 0 0,-11-62-4457 0 0,-8-24-603 0 0,-2-10-574 0 0,0-2 4011 0 0,-2-3-248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31.4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75 195 6953 0 0,'0'0'4707'0'0,"2"-10"-1548"0"0,6-29-1192 0 0,-8 36-1668 0 0,1 1 0 0 0,-1-1 0 0 0,1 0 0 0 0,0 0 0 0 0,0 0 0 0 0,0 1 0 0 0,0-1 0 0 0,1 0 0 0 0,1-2 0 0 0,3-6 776 0 0,-4 2-68 0 0,3-2-475 0 0,0 3 81 0 0,27-56 1832 0 0,-31 62-2188 0 0,1 0-18 0 0,1-4-167 0 0,-3 6-53 0 0,0 0-1 0 0,0 0 1 0 0,0-1-1 0 0,0 1 1 0 0,0 0-1 0 0,1 0 1 0 0,-1 0 0 0 0,0 0-1 0 0,0 0 1 0 0,0-1-1 0 0,0 1 1 0 0,0 0-1 0 0,1 0 1 0 0,-1 0-1 0 0,0 0 1 0 0,0 0-1 0 0,0 0 1 0 0,0 0-1 0 0,1 0 1 0 0,-1 0-1 0 0,0 0 1 0 0,0 0-1 0 0,0 0 1 0 0,1 0-1 0 0,-1 0 1 0 0,0 0-1 0 0,0 0 1 0 0,0 0-1 0 0,0 0 1 0 0,1 0-1 0 0,-1 0 1 0 0,0 0-1 0 0,0 0 1 0 0,0 0-1 0 0,1 0 1 0 0,-1 0-1 0 0,0 0 1 0 0,0 0-1 0 0,0 0 1 0 0,0 0-1 0 0,0 0 1 0 0,1 1-1 0 0,-1-1 1 0 0,0 0 0 0 0,0 0-1 0 0,0 0 1 0 0,0 0-1 0 0,0 0 1 0 0,0 1-1 0 0,1-1 1 0 0,-1 0-1 0 0,0 0 1 0 0,0 0-1 0 0,0 0 1 0 0,0 1-1 0 0,4 7-53 0 0,-1 0-1 0 0,0 0 0 0 0,0 0 1 0 0,-1 0-1 0 0,0 1 0 0 0,1 11 1 0 0,12 450 32 0 0,-21 270-790 0 0,6-247 264 0 0,-12 460 224 0 0,-52-48 551 0 0,38-601-205 0 0,20-224 14 0 0,-49 645 66 0 0,30 0-157 0 0,25-564-11 0 0,3 497-219 0 0,12 1006 480 0 0,58 486 427 0 0,-27-914-460 0 0,-44-1149-187 0 0,-1 503 54 0 0,-16 3-58 0 0,3-139-14 0 0,93 1724 1288 0 0,-59-1965-872 0 0,73 798 1332 0 0,-52 0-1408 0 0,-58-604-2756 0 0,5-315-1000 0 0,-4 0 1 0 0,-31 114-1 0 0,10-103-1234 0 0,8-48-5161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03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677 378 976 0 0,'2'-4'2128'0'0,"83"-106"7058"0"0,14 6-3518 0 0,-84 90-5545 0 0,1 2 0 0 0,0 0 0 0 0,0 1 0 0 0,2 0 0 0 0,-1 2 0 0 0,1 0 0 0 0,1 1 0 0 0,-1 0 0 0 0,29-6 0 0 0,2 3 9 0 0,0 1 1 0 0,80-4-1 0 0,-30 10 187 0 0,-1 4 0 0 0,104 14 1 0 0,193 52-159 0 0,-266-34 301 0 0,-1 5 0 0 0,241 105 1 0 0,-329-123-333 0 0,-1 1 0 0 0,-1 2 0 0 0,52 40 1 0 0,-72-48-132 0 0,-2 1 1 0 0,0 0 0 0 0,0 1 0 0 0,-2 1-1 0 0,0 1 1 0 0,-1 0 0 0 0,0 0 0 0 0,17 37-1 0 0,-10-7-73 0 0,-2 1-1 0 0,18 75 0 0 0,3 105-93 0 0,-35-188 131 0 0,-2 0 0 0 0,-2 0 0 0 0,-1 0-1 0 0,-3 0 1 0 0,-1-1 0 0 0,-19 74 0 0 0,-14 9 346 0 0,-5-1-1 0 0,-114 223 1 0 0,0-90 376 0 0,135-221-627 0 0,3-7-29 0 0,-2-1-1 0 0,0-1 1 0 0,-38 34-1 0 0,-84 56-98 0 0,-2-23-134 0 0,132-84 181 0 0,-29 14-41 0 0,0-1 1 0 0,-2-2 0 0 0,0-2-1 0 0,0-2 1 0 0,-2-1 0 0 0,0-3 0 0 0,-53 6-1 0 0,27-10-2 0 0,0-3-1 0 0,0-3 1 0 0,-144-17-1 0 0,142 6 168 0 0,0-3-1 0 0,1-4 1 0 0,1-3-1 0 0,-117-49 1 0 0,148 50 146 0 0,0-2 0 0 0,1-1 0 0 0,1-3 0 0 0,1-1 0 0 0,2-1 0 0 0,1-2 0 0 0,1-2 0 0 0,-58-67 0 0 0,39 28 140 0 0,-57-99-1 0 0,-27-88-391 0 0,81 136-56 0 0,5-2 0 0 0,5-3 0 0 0,6-1 0 0 0,6-3 0 0 0,-22-155 0 0 0,48 224-45 0 0,3 0-1 0 0,4-84 0 0 0,4 104 32 0 0,1-1 0 0 0,2 0 1 0 0,2 1-1 0 0,17-54 0 0 0,-16 73 2 0 0,0-1-1 0 0,1 2 1 0 0,1-1 0 0 0,1 1-1 0 0,0 1 1 0 0,2 0-1 0 0,1 1 1 0 0,0 0 0 0 0,1 2-1 0 0,1-1 1 0 0,1 2-1 0 0,0 1 1 0 0,1 0 0 0 0,1 1-1 0 0,0 1 1 0 0,1 1-1 0 0,23-10 1 0 0,-7 6-181 0 0,0 1 0 0 0,1 3 1 0 0,49-11-1 0 0,-27 12-1549 0 0,93-4 1 0 0,281 26-7291 0 0,-207 6 1783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18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98 4392 0 0,'0'0'13912'0'0,"2"-7"-13754"0"0,8-21 32 0 0,-8 22 76 0 0,-1 1 71 0 0,7-31 597 0 0,-8 34-771 0 0,1-2-155 0 0,1 1-544 0 0,0-3 936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19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1779 5400 0 0,'-16'26'10450'0'0,"8"-12"-8478"0"0,7-11-1284 0 0,0-1-172 0 0,-11 24 874 0 0,11-24 1298 0 0,3-11-2553 0 0,8-27-39 0 0,-9 32-79 0 0,0-1 0 0 0,0 0 0 0 0,-1 0 0 0 0,1 1 0 0 0,-1-1 1 0 0,0 0-1 0 0,0 0 0 0 0,-1-5 0 0 0,0 4-16 0 0,-1-32-22 0 0,-7-35 18 0 0,0 28-21 0 0,-1 0-1 0 0,-28-71 1 0 0,23 71 181 0 0,3 0 1 0 0,-12-68-1 0 0,22 86 2 0 0,0-1 1 0 0,1 1 0 0 0,2 0-1 0 0,1 0 1 0 0,1-1-1 0 0,1 2 1 0 0,16-53 0 0 0,4 9-445 0 0,55-112 1 0 0,-54 128 53 0 0,-3-2 0 0 0,-2 0 0 0 0,24-114 0 0 0,-33 120 431 0 0,1-1 0 0 0,22-51-1 0 0,-31 95-251 0 0,1-1-1 0 0,0 1 0 0 0,1 1 1 0 0,-1-1-1 0 0,1 0 0 0 0,1 1 1 0 0,-1 0-1 0 0,1 0 1 0 0,0 1-1 0 0,0 0 0 0 0,1 0 1 0 0,0 0-1 0 0,-1 1 0 0 0,2 0 1 0 0,10-5-1 0 0,10-3-63 0 0,0 2 0 0 0,54-13 0 0 0,-34 13 141 0 0,1 2 0 0 0,0 1 1 0 0,69 1-1 0 0,-84 7 116 0 0,1 1 1 0 0,-1 1-1 0 0,46 12 1 0 0,-64-12-125 0 0,-1 2 0 0 0,1 0 1 0 0,-1 1-1 0 0,0 0 0 0 0,0 1 1 0 0,22 16-1 0 0,-29-18-15 0 0,-1 1-1 0 0,0 0 1 0 0,0 1 0 0 0,-1-1 0 0 0,0 2-1 0 0,0-1 1 0 0,-1 0 0 0 0,1 1-1 0 0,-2 0 1 0 0,1 0 0 0 0,-1 1-1 0 0,5 15 1 0 0,9 39-149 0 0,-4 0 1 0 0,10 91-1 0 0,-13-76-120 0 0,7 98 37 0 0,5 29 544 0 0,-15-153-302 0 0,11 54 33 0 0,-1-34 45 0 0,31 74 1 0 0,-38-118-62 0 0,2-1 0 0 0,1 0 0 0 0,1-1 0 0 0,1-1 0 0 0,31 38 0 0 0,-30-44-25 0 0,0-1 1 0 0,2 0-1 0 0,0-2 1 0 0,1 0-1 0 0,1-1 1 0 0,0-1-1 0 0,1-1 1 0 0,0-1-1 0 0,32 12 1 0 0,-47-21-25 0 0,1 0 1 0 0,-1-1-1 0 0,1-1 1 0 0,0 1-1 0 0,0-1 0 0 0,-1 0 1 0 0,1-1-1 0 0,0 0 1 0 0,0 0-1 0 0,0-1 1 0 0,0 0-1 0 0,-1 0 1 0 0,1 0-1 0 0,0-1 1 0 0,13-6-1 0 0,5-1 68 0 0,1 1-1 0 0,0 1 0 0 0,0 2 0 0 0,0 1 0 0 0,32-2 0 0 0,60-10-64 0 0,-105 13-2 0 0,0-1-1 0 0,0 0 0 0 0,-1-2 0 0 0,1 1 0 0 0,-1-1 1 0 0,16-10-1 0 0,-22 10 15 0 0,1 0 0 0 0,-1 0 1 0 0,-1 0-1 0 0,1 0 0 0 0,-1-1 1 0 0,0 0-1 0 0,-1-1 0 0 0,1 1 1 0 0,-1-1-1 0 0,-1 0 0 0 0,0 0 1 0 0,6-15-1 0 0,-5 9 9 0 0,-1-1 0 0 0,-1 1-1 0 0,0-1 1 0 0,0 0 0 0 0,-2 0 0 0 0,0 0-1 0 0,-1-16 1 0 0,-8-39-229 0 0,-5 1-3336 0 0,-6-43-6640 0 0,15 63 3462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04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 1192 0 0,'0'0'1832'0'0,"37"-5"-504"0"0,-19 4-135 0 0,3-2-361 0 0,0 3 24 0 0,3 0 0 0 0,5 3-92 0 0,4-2-4 0 0,0 4-48 0 0,-2 2-60 0 0,7 3-184 0 0,-2 2-272 0 0,-1 5-424 0 0,-2 0-828 0 0,0 6-1884 0 0,0-1 411 0 0,0-2 865 0 0,3-1 1200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05.2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2989 1098 3536 0 0,'0'2'130'0'0,"34"163"8143"0"0,-3 0-5190 0 0,12 168-1119 0 0,-37-222-1746 0 0,-4 1 0 0 0,-5-1-1 0 0,-6 0 1 0 0,-31 160 0 0 0,22-198-202 0 0,-3-2 0 0 0,-3-1 0 0 0,-3 0 0 0 0,-3-2 0 0 0,-3-2 0 0 0,-3 0 0 0 0,-3-3 0 0 0,-3-1 0 0 0,-97 111 0 0 0,111-143-33 0 0,-1-1 1 0 0,-1-1-1 0 0,-2-2 0 0 0,0 0 1 0 0,-2-3-1 0 0,-1-1 0 0 0,0-1 1 0 0,-2-2-1 0 0,-39 15 0 0 0,30-19 59 0 0,0-1 0 0 0,-1-2 1 0 0,0-3-1 0 0,-89 7 0 0 0,76-14 121 0 0,0-3 1 0 0,0-2 0 0 0,-88-16-1 0 0,64 0 24 0 0,1-3 0 0 0,1-3 0 0 0,1-5 0 0 0,1-2 0 0 0,-123-72-1 0 0,105 46-199 0 0,3-4 0 0 0,-138-118 0 0 0,185 136-10 0 0,1-1 0 0 0,3-3 0 0 0,-38-52 0 0 0,36 36 85 0 0,4-2 0 0 0,2-2-1 0 0,4-1 1 0 0,2-2 0 0 0,3-1 0 0 0,4-2-1 0 0,3 0 1 0 0,-25-137 0 0 0,33 109-5 0 0,5-1-1 0 0,4 0 1 0 0,5-1-1 0 0,4 1 1 0 0,5 0-1 0 0,23-119 1 0 0,-15 144-196 0 0,5 0 0 0 0,49-129 1 0 0,-46 148 79 0 0,2 0 1 0 0,3 2 0 0 0,64-96-1 0 0,-64 112 78 0 0,1 1 0 0 0,54-53 0 0 0,-44 57 117 0 0,2 1 1 0 0,2 3-1 0 0,1 2 1 0 0,73-39 0 0 0,-70 47-50 0 0,0 2 1 0 0,92-24 0 0 0,-93 33-301 0 0,0 2 0 0 0,1 3 0 0 0,0 2 0 0 0,69 1 0 0 0,182 31-4602 0 0,93 42-2419 0 0,-179-24 1880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16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4 1424 0 0,'-25'-3'14903'0'0,"21"3"-14102"0"0,-1 1-466 0 0,-2 0-23 0 0,-1-1 3787 0 0,8 0-4047 0 0,0 0-1 0 0,0 0 1 0 0,-1 0-1 0 0,1 0 1 0 0,0 0-1 0 0,-1 0 1 0 0,1 1-1 0 0,0-1 1 0 0,0 0-1 0 0,-1 0 1 0 0,1 0-1 0 0,0 0 1 0 0,0 1-1 0 0,-1-1 1 0 0,1 0-1 0 0,0 0 1 0 0,0 0-1 0 0,0 1 1 0 0,-1-1-1 0 0,1 0 1 0 0,0 0 0 0 0,0 1-1 0 0,0-1 1 0 0,-3 4-3104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37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883 1 3856 0 0,'-59'51'12965'0'0,"6"6"-7517"0"0,-42 66-4585 0 0,42-51 268 0 0,-7 4-1157 0 0,-3-3-1 0 0,-129 116 1 0 0,169-169-64 0 0,-2-1 1 0 0,-41 24-1 0 0,51-36-642 0 0,0 0 0 0 0,-21 7 0 0 0,26-10-789 0 0,-1-2-1 0 0,1 1 0 0 0,-1-2 1 0 0,-15 2-1 0 0,-4-5-2869 0 0,0-7-2569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38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8089 0 0,'16'0'1429'0'0,"1"0"0"0"0,0 1 0 0 0,0 1 1 0 0,-1 0-1 0 0,1 2 0 0 0,-1 0 0 0 0,24 9 0 0 0,-20-5-464 0 0,1 2-1 0 0,-1 1 1 0 0,-1 0-1 0 0,34 27 0 0 0,-20-11-410 0 0,50 55-1 0 0,21 40-264 0 0,-54-62 483 0 0,21 23-1747 0 0,98 87 0 0 0,-32-62-1820 0 0,-100-84-482 0 0,77 37 0 0 0,-99-54 879 0 0,0-1 0 0 0,31 8 0 0 0,-13-8-2861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38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8357 0 0,'18'33'6212'0'0,"-5"7"-3207"0"0,-1 8-553 0 0,-4 1-792 0 0,1 4-340 0 0,-5 0-400 0 0,2-2-340 0 0,-4 2-416 0 0,4-2-912 0 0,-3-1-4284 0 0,3-8 1327 0 0,0-12 81 0 0,6-8-5177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38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546 1 3752 0 0,'0'0'8085'0'0,"6"15"-1620"0"0,-21 23-4477 0 0,-9-1-576 0 0,-15 15-312 0 0,-3 2-204 0 0,-9 8-352 0 0,-3-2-272 0 0,-3 1-532 0 0,-3-1-564 0 0,0-4-4084 0 0,1-10 1327 0 0,5-9-107 0 0,18-15-4805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39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7081 0 0,'31'7'6480'0'0,"10"12"-3672"0"0,13 16-611 0 0,6 13-433 0 0,6 9-528 0 0,2 8-248 0 0,22 20-228 0 0,6-2-316 0 0,-21-14-136 0 0,0-8-188 0 0,-1-1-192 0 0,2-2-380 0 0,-5-2-804 0 0,0-6-3408 0 0,-7-12 1347 0 0,2-12-511 0 0,-16-11-4009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39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1 4072 0 0,'5'47'10401'0'0,"-7"1"-5366"0"0,-1-26-4270 0 0,-1 1-1 0 0,-1-1 0 0 0,-1 0 1 0 0,-12 28-1 0 0,17-46-818 0 0,-1 1-1 0 0,0 0 0 0 0,-1 0 1 0 0,1-1-1 0 0,-1 1 1 0 0,0-1-1 0 0,0 0 1 0 0,0 0-1 0 0,0 0 0 0 0,-1 0 1 0 0,0-1-1 0 0,0 1 1 0 0,0-1-1 0 0,0 0 0 0 0,0 0 1 0 0,-1 0-1 0 0,1-1 1 0 0,-1 0-1 0 0,0 0 1 0 0,-5 2-1 0 0,-27 4-90 0 0,33-8 463 0 0,0 0-94 0 0,-5-1-221 0 0,5 1 252 0 0,6 2 1054 0 0,374 121 801 0 0,-102-31-2592 0 0,-241-81-1878 0 0,53 9 0 0 0,-74-18 981 0 0,1-1 0 0 0,0 0 0 0 0,0-1-1 0 0,-1 0 1 0 0,1-1 0 0 0,0 0 0 0 0,17-5-1 0 0,12-7-5882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0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972 0 7321 0 0,'3'3'10150'0'0,"-2"-2"-9944"0"0,0 0-36 0 0,0 0 1 0 0,0 0 0 0 0,0 0 0 0 0,0 1-1 0 0,0-1 1 0 0,0 0 0 0 0,0 0 0 0 0,0 1-1 0 0,-1-1 1 0 0,1 1 0 0 0,0-1 0 0 0,-1 1-1 0 0,1-1 1 0 0,-1 1 0 0 0,0-1 0 0 0,1 1-1 0 0,-1-1 1 0 0,0 1 0 0 0,0-1 0 0 0,0 1-1 0 0,0-1 1 0 0,0 1 0 0 0,-1-1 0 0 0,1 3-1 0 0,-7 25 869 0 0,-1-1-1 0 0,-16 39 0 0 0,-32 54 190 0 0,-122 223-728 0 0,-26-16-3764 0 0,183-299 2336 0 0,-25 28-1 0 0,38-48 713 0 0,-1 0-1 0 0,-1-1 1 0 0,1 0-1 0 0,-1 0 0 0 0,0-1 1 0 0,-16 8-1 0 0,22-13 191 0 0,1-1 0 0 0,0 0 0 0 0,-1 1 0 0 0,0-1 0 0 0,1 0 0 0 0,-1-1 0 0 0,0 1 0 0 0,1-1 0 0 0,-1 0 0 0 0,0 0 0 0 0,0 0 0 0 0,1 0 0 0 0,-1 0 0 0 0,0-1 0 0 0,-6-1 0 0 0,4-1 36 0 0,0 1-1 0 0,1-1 0 0 0,-1 0 1 0 0,0 0-1 0 0,1 0 1 0 0,0-1-1 0 0,0 0 0 0 0,-7-7 1 0 0,-3-4 107 0 0,2-1 0 0 0,0 0 0 0 0,1-1 1 0 0,-16-29-1 0 0,9 9 198 0 0,1-1-1 0 0,2-1 1 0 0,-18-68 0 0 0,-16-128 433 0 0,31 91-464 0 0,17 117-259 0 0,1 0-1 0 0,1 0 1 0 0,5-36-1 0 0,-4 58-4 0 0,0-1 0 0 0,0 0 0 0 0,1 0 0 0 0,0 1-1 0 0,0-1 1 0 0,0 1 0 0 0,0 0 0 0 0,6-9 0 0 0,-6 12 7 0 0,-1 0 0 0 0,1 0 1 0 0,0 0-1 0 0,0 1 0 0 0,-1-1 0 0 0,1 1 1 0 0,0-1-1 0 0,0 1 0 0 0,0 0 1 0 0,1-1-1 0 0,-1 1 0 0 0,0 0 1 0 0,0 1-1 0 0,1-1 0 0 0,-1 0 0 0 0,0 1 1 0 0,1-1-1 0 0,-1 1 0 0 0,0 0 1 0 0,1 0-1 0 0,-1 0 0 0 0,1 0 1 0 0,-1 0-1 0 0,4 1 0 0 0,15 2 125 0 0,-1 2 0 0 0,1 1 0 0 0,-1 1 0 0 0,0 0 0 0 0,0 1-1 0 0,22 14 1 0 0,111 78 557 0 0,-80-45-154 0 0,125 125 0 0 0,-112-89-1553 0 0,87 119-1 0 0,-138-162-2081 0 0,73 91-7007 0 0,-61-90 1473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0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251 0 336 0 0,'30'5'12164'0'0,"13"2"-3801"0"0,-40-6-8213 0 0,-1-1 1 0 0,0 1 0 0 0,1 0 0 0 0,-1 0-1 0 0,0 0 1 0 0,1 0 0 0 0,-1 1 0 0 0,0-1 0 0 0,0 1-1 0 0,0-1 1 0 0,0 1 0 0 0,-1 0 0 0 0,1 0 0 0 0,0-1-1 0 0,-1 1 1 0 0,1 0 0 0 0,-1 1 0 0 0,0-1-1 0 0,1 0 1 0 0,-1 0 0 0 0,0 1 0 0 0,0-1 0 0 0,-1 0-1 0 0,1 1 1 0 0,0 4 0 0 0,1 1-325 0 0,-1 1 0 0 0,-1-1 0 0 0,0 1 1 0 0,0-1-1 0 0,0 1 0 0 0,-3 8 0 0 0,2-9-96 0 0,0-1 0 0 0,-1 1-1 0 0,-1-1 1 0 0,1 1 0 0 0,-1-1-1 0 0,-5 10 1 0 0,5-12 216 0 0,1-1 0 0 0,-1 0 0 0 0,0-1 0 0 0,-1 1-1 0 0,1 0 1 0 0,0-1 0 0 0,-1 0 0 0 0,0 0 0 0 0,0 0 0 0 0,0 0 0 0 0,0-1 0 0 0,-8 5 0 0 0,-73 28 4177 0 0,84-35-4059 0 0,0 1 0 0 0,0-1 0 0 0,0 0 0 0 0,1 1-1 0 0,-1-1 1 0 0,0 1 0 0 0,0-1 0 0 0,1 1 0 0 0,-1-1-1 0 0,0 1 1 0 0,1-1 0 0 0,-1 1 0 0 0,1 0 0 0 0,-2 0-1 0 0,1 1 102 0 0,0-1-129 0 0,1-1-1 0 0,-1 1 1 0 0,1-1 0 0 0,0 1 0 0 0,-1 0 0 0 0,1-1 0 0 0,-1 1 0 0 0,1-1 0 0 0,0 1 0 0 0,0 0-1 0 0,-1-1 1 0 0,1 1 0 0 0,0 0 0 0 0,0 0 0 0 0,0-1 0 0 0,0 1 0 0 0,0 0 0 0 0,0-1-1 0 0,0 1 1 0 0,0 1 0 0 0,0-1 60 0 0,1 9 172 0 0,5 12-133 0 0,2 1 1 0 0,1-1 0 0 0,0-1 0 0 0,22 37 0 0 0,62 82 309 0 0,-89-133-403 0 0,-3-5-36 0 0,61 93 296 0 0,-53-81-395 0 0,-2 1-1 0 0,0 0 0 0 0,0 1 1 0 0,7 28-1 0 0,-13-42 22 0 0,-1 0-1 0 0,1 0 1 0 0,-1 0 0 0 0,0 0-1 0 0,1 1 1 0 0,-1-1 0 0 0,0 0-1 0 0,0 0 1 0 0,0 0-1 0 0,-1 0 1 0 0,1 1 0 0 0,0-1-1 0 0,-1 0 1 0 0,0 0-1 0 0,1 0 1 0 0,-1 0 0 0 0,0 0-1 0 0,0 0 1 0 0,0 0 0 0 0,0 0-1 0 0,0-1 1 0 0,-1 1-1 0 0,1 0 1 0 0,0 0 0 0 0,-1-1-1 0 0,0 1 1 0 0,1-1-1 0 0,-1 0 1 0 0,0 1 0 0 0,1-1-1 0 0,-1 0 1 0 0,0 0-1 0 0,0 0 1 0 0,0 0 0 0 0,0 0-1 0 0,0-1 1 0 0,0 1 0 0 0,0-1-1 0 0,-1 1 1 0 0,1-1-1 0 0,-3 0 1 0 0,-13 1-932 0 0,0-1-1 0 0,0-1 1 0 0,0 0 0 0 0,0-2 0 0 0,1 0-1 0 0,-27-8 1 0 0,23 5-108 0 0,-31-7-2779 0 0,-59-25 0 0 0,33 5-2724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1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1024 0 6185 0 0,'-18'46'9882'0'0,"-14"20"-6838"0"0,15-32-1730 0 0,-157 296 3553 0 0,-1 0-2785 0 0,139-255-2047 0 0,-48 90-584 0 0,70-140 124 0 0,-2-2 1 0 0,0 0 0 0 0,-1-1-1 0 0,-30 30 1 0 0,42-47 239 0 0,0 0 0 0 0,-1-1 0 0 0,0 1 1 0 0,0-1-1 0 0,0 0 0 0 0,-1-1 1 0 0,1 1-1 0 0,-1-1 0 0 0,0-1 0 0 0,1 1 1 0 0,-1-1-1 0 0,-1 0 0 0 0,-12 1 1 0 0,12-2-286 0 0,0-2 1 0 0,0 1 0 0 0,0-1 0 0 0,-1 0 0 0 0,1-1 0 0 0,0 1 0 0 0,1-2 0 0 0,-1 1 0 0 0,0-1 0 0 0,1 0 0 0 0,-1-1 0 0 0,-7-5 0 0 0,-7-4-1395 0 0,0-2 1 0 0,2-1-1 0 0,-27-25 0 0 0,-8-16-3975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1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8001 0 0,'12'-10'8336'0'0,"27"3"-6099"0"0,-10 12-357 0 0,16 13-480 0 0,11 17-192 0 0,4 13-308 0 0,4 14-64 0 0,2 9-140 0 0,-4 10-96 0 0,16 19-188 0 0,-24-20-432 0 0,3 4-360 0 0,-3 0-988 0 0,-1-1-3864 0 0,5 1 1319 0 0,-2-13 401 0 0,4-4-5809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1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7513 0 0,'0'0'12453'0'0,"4"6"-10540"0"0,21 34-287 0 0,1 0 0 0 0,33 36 0 0 0,76 68-1116 0 0,-114-125-604 0 0,0 0 0 0 0,2-2 0 0 0,0 0 0 0 0,1-2 1 0 0,1 0-1 0 0,0-2 0 0 0,1-1 0 0 0,0 0 0 0 0,36 9 0 0 0,-44-17 83 0 0,0 0 0 0 0,1 0 0 0 0,-1-2 0 0 0,0 0-1 0 0,1-2 1 0 0,-1 1 0 0 0,1-2 0 0 0,-1-1 0 0 0,0 0 0 0 0,0-2 0 0 0,1 1 0 0 0,-2-2 0 0 0,1-1 0 0 0,-1 0-1 0 0,22-12 1 0 0,-31 14 49 0 0,-1 0 0 0 0,1-1 0 0 0,-1 0 0 0 0,9-9 0 0 0,-13 11 8 0 0,0 0 0 0 0,-1 1 0 0 0,1-1 1 0 0,-1 0-1 0 0,0-1 0 0 0,0 1 0 0 0,0 0 0 0 0,0 0 0 0 0,-1-1 0 0 0,1 1 1 0 0,-1-1-1 0 0,1-3 0 0 0,-2-10 530 0 0,0 15 179 0 0,-7 3-462 0 0,1 1-265 0 0,0 0-1 0 0,0 0 1 0 0,0 0 0 0 0,0 1-1 0 0,1-1 1 0 0,0 2-1 0 0,-1-1 1 0 0,1 0 0 0 0,0 1-1 0 0,0 0 1 0 0,1 0 0 0 0,-5 5-1 0 0,-12 16-221 0 0,2 0-1 0 0,0 2 0 0 0,2 0 0 0 0,1 0 0 0 0,1 2 0 0 0,2 0 1 0 0,-13 40-1 0 0,8-11-3493 0 0,2 0 1 0 0,-15 120-1 0 0,23-76-912 0 0,3-1-4342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4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387 0 6297 0 0,'11'14'4658'0'0,"18"27"1"0"0,21 51-1036 0 0,-28-49-2454 0 0,130 237 1665 0 0,119 232-833 0 0,-229-417-1828 0 0,-35-78-173 0 0,-2 0 0 0 0,0 1 0 0 0,5 27 0 0 0,-10-44 2 0 0,0-1 1 0 0,0 0 0 0 0,0 0 0 0 0,0 0-1 0 0,0 0 1 0 0,0 1 0 0 0,0-1-1 0 0,0 0 1 0 0,0 0 0 0 0,0 0 0 0 0,0 1-1 0 0,0-1 1 0 0,0 0 0 0 0,0 0 0 0 0,0 0-1 0 0,0 1 1 0 0,0-1 0 0 0,0 0 0 0 0,-1 0-1 0 0,1 0 1 0 0,0 0 0 0 0,0 1-1 0 0,0-1 1 0 0,0 0 0 0 0,0 0 0 0 0,0 0-1 0 0,-1 0 1 0 0,1 0 0 0 0,0 0 0 0 0,0 1-1 0 0,0-1 1 0 0,-11 9 61 0 0,11-9-63 0 0,0 1 0 0 0,0-1 0 0 0,-1 0 1 0 0,1 0-1 0 0,0 0 0 0 0,-1 1 0 0 0,1-1 0 0 0,0 0 0 0 0,-1 0 0 0 0,1 0 1 0 0,0 0-1 0 0,-1 0 0 0 0,1 0 0 0 0,0 0 0 0 0,-1 0 0 0 0,1 0 0 0 0,0 0 0 0 0,-1 0 1 0 0,1 0-1 0 0,0 0 0 0 0,-1 0 0 0 0,1 0 0 0 0,0 0 0 0 0,-1 0 0 0 0,1-1 1 0 0,0 1-1 0 0,-1 0 0 0 0,1 0 0 0 0,0 0 0 0 0,0 0 0 0 0,-1-1 0 0 0,1 1 1 0 0,-1-1-1 0 0,-28-11 27 0 0,1-1 1 0 0,0-2 0 0 0,1-1-1 0 0,-41-32 1 0 0,-99-94 90 0 0,98 81-19 0 0,-321-299 463 0 0,377 349-547 0 0,-62-64 95 0 0,62 61-143 0 0,2-1 1 0 0,-1 0-1 0 0,-14-26 1 0 0,24 38-61 0 0,1 1 1 0 0,0-1 0 0 0,-1 0-1 0 0,1 0 1 0 0,0 0 0 0 0,0 0-1 0 0,1 0 1 0 0,-1 0 0 0 0,1 0-1 0 0,-1 0 1 0 0,1 0 0 0 0,0 0-1 0 0,0 0 1 0 0,0 0 0 0 0,1 0-1 0 0,-1 0 1 0 0,2-4 0 0 0,-1 4-447 0 0,0 1-1 0 0,1-1 1 0 0,-1 0 0 0 0,1 1 0 0 0,0-1 0 0 0,0 1 0 0 0,0 0-1 0 0,0-1 1 0 0,0 1 0 0 0,1 0 0 0 0,-1 0 0 0 0,0 1 0 0 0,1-1-1 0 0,0 0 1 0 0,-1 1 0 0 0,1-1 0 0 0,3 0 0 0 0,23-9-3963 0 0,1 2-3437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5.2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9977 0 0,'12'41'5360'0'0,"-6"-2"-2679"0"0,1 5-653 0 0,-5 3-916 0 0,1 4-644 0 0,0-4-2036 0 0,-6 3-2529 0 0,3-12 689 0 0,3-6-52 0 0,0-6-2873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5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14 122 11005 0 0,'9'1'907'0'0,"0"0"1"0"0,0 1-1 0 0,0 1 1 0 0,-1-1-1 0 0,1 1 1 0 0,-1 1-1 0 0,0 0 0 0 0,0 0 1 0 0,0 0-1 0 0,-1 1 1 0 0,0 0-1 0 0,9 8 0 0 0,10 12 20 0 0,-1 2 0 0 0,28 36-1 0 0,37 66-817 0 0,-82-118-115 0 0,3 6-35 0 0,84 129-551 0 0,-77-114 132 0 0,-1 1-1 0 0,21 59 1 0 0,-35-83 230 0 0,-1 0 1 0 0,0 0-1 0 0,-1 0 0 0 0,0 0 0 0 0,0 10 0 0 0,-4-9-63 0 0,-4 6 185 0 0,-2-1 0 0 0,0 1 0 0 0,-1-1 0 0 0,-15 19 0 0 0,22-31 107 0 0,-15 19 124 0 0,-31 49-1 0 0,44-63-68 0 0,1 1-1 0 0,0 0 0 0 0,0 0 1 0 0,1 0-1 0 0,0 0 0 0 0,1 0 1 0 0,0 1-1 0 0,0-1 1 0 0,0 20-1 0 0,3-13 46 0 0,0-1 0 0 0,1 1 0 0 0,1-1 0 0 0,0 1 0 0 0,1-1 0 0 0,1 0 0 0 0,0-1 1 0 0,1 1-1 0 0,1-1 0 0 0,9 15 0 0 0,-4-10 56 0 0,1 0 0 0 0,1-1 0 0 0,0-1 1 0 0,1 0-1 0 0,1-1 0 0 0,25 21 0 0 0,-34-32-38 0 0,-1 0 1 0 0,1-1-1 0 0,0 1 0 0 0,0-1 0 0 0,14 6 1 0 0,-18-10 52 0 0,1-3-26 0 0,-3 2-136 0 0,0 0-7 0 0,1 0-1 0 0,-1-1 1 0 0,1 1 0 0 0,-1 0-1 0 0,0-1 1 0 0,0 1 0 0 0,0-1-1 0 0,1 0 1 0 0,-2 1 0 0 0,1-1-1 0 0,0 0 1 0 0,0 1-1 0 0,0-1 1 0 0,-1 0 0 0 0,1 0-1 0 0,-1 0 1 0 0,1 0 0 0 0,-1 1-1 0 0,0-1 1 0 0,0 0 0 0 0,0 0-1 0 0,0-4 1 0 0,-3-19-1 0 0,-1 1 0 0 0,0-1 1 0 0,-16-43-1 0 0,11 39 33 0 0,-59-157 144 0 0,-12 8 60 0 0,70 156-210 0 0,-141-289 573 0 0,82 176-249 0 0,-97-195 483 0 0,159 316-882 0 0,-12-29 74 0 0,18 40-141 0 0,0 0 1 0 0,1 0-1 0 0,-1 0 0 0 0,0 0 1 0 0,1 0-1 0 0,0 0 1 0 0,-1 0-1 0 0,1 0 0 0 0,1 0 1 0 0,-1-1-1 0 0,1-3 1 0 0,-1 6 87 0 0,0 1 0 0 0,0 0 0 0 0,0 0 0 0 0,0 0 0 0 0,1 0 0 0 0,-1 0 0 0 0,0 0 0 0 0,0-1 0 0 0,0 1 0 0 0,0 0 0 0 0,0 0 0 0 0,0 0 0 0 0,0 0-1 0 0,1 0 1 0 0,-1 0 0 0 0,0 0 0 0 0,0 0 0 0 0,0 0 0 0 0,0 0 0 0 0,0-1 0 0 0,0 1 0 0 0,1 0 0 0 0,-1 0 0 0 0,0 0 0 0 0,0 0 0 0 0,0 0 0 0 0,0 0 0 0 0,1 0 0 0 0,-1 0 0 0 0,0 0 0 0 0,0 0 0 0 0,0 0 0 0 0,0 0 0 0 0,0 0 0 0 0,1 0 0 0 0,-1 1 0 0 0,0-1 0 0 0,0 0 0 0 0,0 0 0 0 0,0 0 0 0 0,0 0 0 0 0,0 0 0 0 0,1 0 0 0 0,-1 0 0 0 0,0 0 0 0 0,0 0 0 0 0,0 1 0 0 0,7 0-749 0 0,-1 2-1 0 0,1-1 1 0 0,-1 1 0 0 0,0-1 0 0 0,11 8 0 0 0,31 23-3675 0 0,-26-17 3326 0 0,44 31-3333 0 0,6 7-3110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7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344 145 3688 0 0,'8'-1'3078'0'0,"4"-2"-116"0"0,-1-4 6095 0 0,30-23-3891 0 0,-35 30-4682 0 0,-3-1-371 0 0,-2 1-90 0 0,0 0 0 0 0,1 0 1 0 0,-1 0-1 0 0,0 0 0 0 0,0 0 1 0 0,0 1-1 0 0,0-1 0 0 0,0 0 1 0 0,0 0-1 0 0,0 1 0 0 0,0-1 1 0 0,0 1-1 0 0,0-1 0 0 0,0 1 1 0 0,0-1-1 0 0,0 1 0 0 0,0-1 1 0 0,1 2-1 0 0,11 7 89 0 0,-1 1 0 0 0,0 0 0 0 0,-1 1 0 0 0,0 0-1 0 0,18 23 1 0 0,3 9 216 0 0,-2 1 0 0 0,44 86 0 0 0,-64-110-269 0 0,-1 1 1 0 0,-1 1 0 0 0,-1-1-1 0 0,-1 1 1 0 0,-1 1 0 0 0,-1-1-1 0 0,0 1 1 0 0,-2 0 0 0 0,-1 28-1 0 0,-1-45-88 0 0,-1 1 0 0 0,1-1 0 0 0,-2 1 0 0 0,1-1 0 0 0,-1 0 0 0 0,0 0 0 0 0,-4 9 0 0 0,5-13 25 0 0,0 0 0 0 0,0 0 0 0 0,0 0-1 0 0,0-1 1 0 0,0 1 0 0 0,0-1 0 0 0,-1 1 0 0 0,1-1-1 0 0,-1 1 1 0 0,1-1 0 0 0,-1 0 0 0 0,0 1 0 0 0,1-1-1 0 0,-1 0 1 0 0,0 0 0 0 0,0-1 0 0 0,0 1-1 0 0,0 0 1 0 0,0-1 0 0 0,0 1 0 0 0,0-1 0 0 0,0 1-1 0 0,0-1 1 0 0,0 0 0 0 0,0 0 0 0 0,0 0 0 0 0,-4 0-1 0 0,-4-2 3 0 0,0-1-1 0 0,1 1 1 0 0,-1-1-1 0 0,1-1 1 0 0,0 0-1 0 0,0 0 1 0 0,-13-9-1 0 0,-56-43-26 0 0,-11-18 288 0 0,4-5 0 0 0,-84-98-1 0 0,55 33-25 0 0,110 138-223 0 0,0 0-1 0 0,-1 0 1 0 0,2 0 0 0 0,-1-1-1 0 0,1 1 1 0 0,0-1 0 0 0,0 0-1 0 0,1 0 1 0 0,0 0 0 0 0,0 0-1 0 0,1-1 1 0 0,0 1 0 0 0,0 0 0 0 0,1-8-1 0 0,0 12-94 0 0,0 1 0 0 0,1-1-1 0 0,-1 1 1 0 0,1-1 0 0 0,0 1-1 0 0,0-1 1 0 0,0 1 0 0 0,0 0-1 0 0,0-1 1 0 0,0 1 0 0 0,1 0-1 0 0,-1 0 1 0 0,1 0 0 0 0,0 0-1 0 0,-1 0 1 0 0,1 0 0 0 0,0 1 0 0 0,0-1-1 0 0,0 0 1 0 0,0 1 0 0 0,0 0-1 0 0,1-1 1 0 0,-1 1 0 0 0,0 0-1 0 0,1 0 1 0 0,2 0 0 0 0,8-3-1944 0 0,-1 1 0 0 0,1 0 0 0 0,26-1 0 0 0,-27 2 288 0 0,35-2-2824 0 0,6 3-3947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7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 5288 0 0,'0'0'18141'0'0,"1"4"-17074"0"0,1 6-558 0 0,-1 1 1 0 0,0-1-1 0 0,-1 0 0 0 0,0 1 0 0 0,-2 14 1 0 0,-11 58-618 0 0,5-45-842 0 0,6-24 60 0 0,1-12-466 0 0,0 1-1245 0 0,0 1 1235 0 0,-2 2-232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8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2368 0 0,'21'34'11013'0'0,"-7"10"-6796"0"0,-2 6-1153 0 0,1 8-1248 0 0,-1 17-640 0 0,-4 7-384 0 0,1 7-200 0 0,-3 4-360 0 0,6 5-364 0 0,-3 2-556 0 0,7 4-4472 0 0,4-1 1319 0 0,1-7 293 0 0,6-6-5593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8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3088 0 0,'18'-1'10299'0'0,"4"0"-5265"0"0,9-1-2047 0 0,-28 2-2548 0 0,-2 2-1142 0 0,4 5 236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9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838 211 3944 0 0,'0'0'4135'0'0,"-5"-1"-1240"0"0,-13-2-714 0 0,14 2-823 0 0,1 0-507 0 0,-32 3 2079 0 0,32-1-2090 0 0,0 0 13 0 0,1 0-496 0 0,0 1 0 0 0,0 0-1 0 0,0-1 1 0 0,0 1 0 0 0,0 0 0 0 0,0 0 0 0 0,0 0-1 0 0,1 0 1 0 0,-2 3 0 0 0,1-2 695 0 0,3 1-639 0 0,9 34 1143 0 0,-8-34-1358 0 0,-1-2-54 0 0,5 9-30 0 0,-5-9 166 0 0,0 0-91 0 0,3 6-15 0 0,-3-6 8 0 0,1 0 40 0 0,6 10-90 0 0,0 1 0 0 0,-1-1-1 0 0,0 1 1 0 0,-1 0 0 0 0,-1 1-1 0 0,0-1 1 0 0,-1 1 0 0 0,4 17-1 0 0,-5-12-123 0 0,0 1-1 0 0,-1-1 0 0 0,-1 0 1 0 0,-1 1-1 0 0,-3 33 1 0 0,1-39-28 0 0,-1 0 1 0 0,0 0 0 0 0,-1-1 0 0 0,-1 1-1 0 0,0-1 1 0 0,0 0 0 0 0,-14 22 0 0 0,16-30 8 0 0,-1 1 1 0 0,0-1-1 0 0,0 0 1 0 0,0-1-1 0 0,0 1 1 0 0,-1-1 0 0 0,0 0-1 0 0,0 0 1 0 0,0 0-1 0 0,0-1 1 0 0,-1 1-1 0 0,1-1 1 0 0,-1-1 0 0 0,0 1-1 0 0,0-1 1 0 0,0 0-1 0 0,0 0 1 0 0,0-1-1 0 0,-11 2 1 0 0,4-3 7 0 0,0-1 1 0 0,1 0-1 0 0,-1 0 0 0 0,1-1 0 0 0,-1-1 1 0 0,1 0-1 0 0,0-1 0 0 0,0 0 1 0 0,-22-11-1 0 0,2-2 23 0 0,0-2 1 0 0,-32-25-1 0 0,15 5 79 0 0,2-1 1 0 0,3-3-1 0 0,1-1 0 0 0,2-3 1 0 0,-44-64-1 0 0,67 86-32 0 0,-25-48 0 0 0,37 59-41 0 0,0 0-1 0 0,0 0 1 0 0,2 0 0 0 0,-1-1-1 0 0,-2-23 1 0 0,6 33-12 0 0,1 0 0 0 0,-1 0 0 0 0,1 0 0 0 0,1 0 0 0 0,-1 0 0 0 0,1 0 0 0 0,0 0 0 0 0,0 0 0 0 0,0 1 0 0 0,0-1 0 0 0,1 0 0 0 0,0 1-1 0 0,0-1 1 0 0,0 1 0 0 0,1 0 0 0 0,0-1 0 0 0,-1 1 0 0 0,1 0 0 0 0,1 1 0 0 0,-1-1 0 0 0,1 0 0 0 0,-1 1 0 0 0,1 0 0 0 0,0 0 0 0 0,8-5 0 0 0,-2 3-19 0 0,0 0 0 0 0,0 1 0 0 0,1 0 0 0 0,-1 1 0 0 0,1 0 0 0 0,-1 0 0 0 0,1 1 0 0 0,0 1 0 0 0,0 0 0 0 0,19 0 0 0 0,-2 3-54 0 0,1 2 1 0 0,-1 0-1 0 0,0 2 0 0 0,49 17 1 0 0,-23-3-133 0 0,71 39 0 0 0,-92-41-125 0 0,0 2 0 0 0,-2 1-1 0 0,0 1 1 0 0,48 48 0 0 0,-52-43-2155 0 0,-2 1 1 0 0,33 48-1 0 0,19 40-6404 0 0,-49-73 6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9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9825 0 0,'12'43'5664'0'0,"-2"-6"-2783"0"0,-5 6-709 0 0,-2 3-760 0 0,3 0-608 0 0,-3 3-520 0 0,0 0-1040 0 0,0-4-3880 0 0,-1-8 1355 0 0,8-8-571 0 0,-1-7-3905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50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4968 0 0,'27'29'7641'0'0,"-6"7"-4061"0"0,-3 8-1031 0 0,-3 9-561 0 0,-1 16-728 0 0,-1 11-100 0 0,-4 6-360 0 0,-4 14-124 0 0,1 9-512 0 0,-6 7-1996 0 0,4 3-2968 0 0,5-8 1347 0 0,5-6-307 0 0,13-8-4421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54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1261 0 1896 0 0,'0'0'12156'0'0,"-3"0"-9509"0"0,-18 3 5174 0 0,15-3-8036 0 0,3 0 894 0 0,0 3-24 0 0,-11 12-67 0 0,0 0 0 0 0,1 1-1 0 0,-19 29 1 0 0,-9 13-153 0 0,30-44-440 0 0,-1-1 1 0 0,0 0-1 0 0,-1-1 1 0 0,0-1-1 0 0,-1 0 1 0 0,0-1-1 0 0,-1 0 1 0 0,0-1-1 0 0,0-1 1 0 0,-1 0-1 0 0,0-1 0 0 0,-1-1 1 0 0,1-1-1 0 0,-1 0 1 0 0,0-1-1 0 0,-32 4 1 0 0,-14-5 26 0 0,-106-7-1 0 0,106 0-333 0 0,-116 9 0 0 0,147-2-45 0 0,1 3 1 0 0,-1 0 0 0 0,-49 18 0 0 0,64-18-462 0 0,1 2 1 0 0,-1 0 0 0 0,-15 11-1 0 0,22-12-514 0 0,-1 1-1 0 0,1 0 1 0 0,0 0-1 0 0,1 1 1 0 0,-9 11-1 0 0,14-15 211 0 0,0 0 1 0 0,1 1-1 0 0,-6 8 0 0 0,1 14-6708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55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119 1 7833 0 0,'0'0'13149'0'0,"-3"10"-12114"0"0,-13 36 295 0 0,-17 91-1 0 0,13 92-190 0 0,20-124-1375 0 0,-1 29-1752 0 0,-6-47-3640 0 0,6-74 4020 0 0,-1 0 0 0 0,-1-1 0 0 0,0 0 0 0 0,-9 24 1 0 0,-6 1-5557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55.6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0 5056 0 0,'0'0'19184'0'0,"-2"9"-18840"0"0,0-1-268 0 0,0 0 0 0 0,0 0 0 0 0,1 0 0 0 0,1 0 0 0 0,-1 0 0 0 0,1 0 0 0 0,1 0 0 0 0,-1 0 0 0 0,1 0 0 0 0,1 0 0 0 0,2 11 0 0 0,3 0 132 0 0,1-1 1 0 0,1 1 0 0 0,0-1 0 0 0,1-1 0 0 0,20 26-1 0 0,-11-19 93 0 0,2-1 0 0 0,0-1 0 0 0,26 20 0 0 0,21 10 408 0 0,124 71 0 0 0,-146-95-695 0 0,36 24-793 0 0,-31-20-2480 0 0,1 0-5294 0 0,-28-21 3912 0 0,-3-2-4751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56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1 4520 0 0,'0'0'10571'0'0,"3"0"-8177"0"0,11 0-563 0 0,-10 0-416 0 0,-1 5-267 0 0,9 22-366 0 0,-1 0 1 0 0,-2 0-1 0 0,11 46 1 0 0,10 94-63 0 0,-28-154-703 0 0,-1-9-13 0 0,9 85-430 0 0,-9-80 292 0 0,-1 0 1 0 0,0 1-1 0 0,-1-1 0 0 0,0 0 1 0 0,0 0-1 0 0,-1 0 1 0 0,-4 11-1 0 0,5-17 111 0 0,0 0 1 0 0,-1 0-1 0 0,1-1 0 0 0,-1 1 1 0 0,1 0-1 0 0,-1-1 1 0 0,0 1-1 0 0,0-1 0 0 0,0 1 1 0 0,-3 2-1 0 0,3-4 5 0 0,-1 1 52 0 0,1 0-1 0 0,-1 0 0 0 0,0-1 1 0 0,0 1-1 0 0,0-1 1 0 0,0 0-1 0 0,0 0 0 0 0,0 0 1 0 0,0-1-1 0 0,0 1 1 0 0,-1-1-1 0 0,1 1 0 0 0,0-1 1 0 0,-5 0-1 0 0,-39-4 483 0 0,46 4-510 0 0,-56-7 1595 0 0,54 7-1170 0 0,10 4-224 0 0,121 58 377 0 0,-72-36-563 0 0,139 75-714 0 0,-57-29-6140 0 0,-9-16-1985 0 0,-75-38 67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56.9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5336 0 0,'0'0'17413'0'0,"3"8"-16500"0"0,25 55 91 0 0,43 69 1 0 0,-24-48-824 0 0,146 233 189 0 0,22-15 392 0 0,68 107 394 0 0,-102-135-448 0 0,-166-251-626 0 0,225 373-751 0 0,-184-289-841 0 0,-16-28-6202 0 0,80 119-1 0 0,-77-144-853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57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19 8281 0 0,'0'0'8125'0'0,"1"-3"-6064"0"0,0 0-1501 0 0,2-9 2900 0 0,5 19-2584 0 0,38 42 498 0 0,62 88-1 0 0,34 73-41 0 0,-129-190-1202 0 0,16 40-1 0 0,-28-54-147 0 0,-1 6 17 0 0,0-12 2 0 0,0 1 0 0 0,0-1 0 0 0,0 0 0 0 0,0 0 0 0 0,0 0 1 0 0,0 0-1 0 0,0 0 0 0 0,0 1 0 0 0,0-1 0 0 0,0 0 0 0 0,0 0 0 0 0,0 0 0 0 0,0 0 1 0 0,0 0-1 0 0,0 1 0 0 0,0-1 0 0 0,0 0 0 0 0,-1 0 0 0 0,1 0 0 0 0,0 0 0 0 0,0 0 0 0 0,0 0 1 0 0,0 0-1 0 0,0 1 0 0 0,0-1 0 0 0,0 0 0 0 0,0 0 0 0 0,-1 0 0 0 0,1 0 0 0 0,0 0 1 0 0,0 0-1 0 0,0 0 0 0 0,0 0 0 0 0,0 0 0 0 0,0 0 0 0 0,-1 0 0 0 0,1 1 0 0 0,0-1 0 0 0,0 0 1 0 0,0 0-1 0 0,0 0 0 0 0,-1 0 0 0 0,-12 5 20 0 0,4-5 24 0 0,-79-24 269 0 0,49 12-72 0 0,0 2 0 0 0,-47-6-1 0 0,83 16-141 0 0,-1 1 6 0 0,-14 6-56 0 0,18-7-48 0 0,-1 0 0 0 0,1 0 1 0 0,0 0-1 0 0,0 0 1 0 0,0 0-1 0 0,0 0 0 0 0,-1 0 1 0 0,1 0-1 0 0,0 0 1 0 0,0 0-1 0 0,0 0 0 0 0,0 1 1 0 0,-1-1-1 0 0,1 0 1 0 0,0 0-1 0 0,0 0 0 0 0,0 0 1 0 0,0 0-1 0 0,0 0 1 0 0,0 1-1 0 0,-1-1 0 0 0,1 0 1 0 0,0 0-1 0 0,0 0 0 0 0,0 0 1 0 0,0 0-1 0 0,0 1 1 0 0,0-1-1 0 0,0 0 0 0 0,0 0 1 0 0,0 0-1 0 0,0 0 1 0 0,0 1-1 0 0,0-1 0 0 0,0 0 1 0 0,0 0-1 0 0,0 0 1 0 0,0 1-1 0 0,0-1 0 0 0,0 0 1 0 0,0 0-1 0 0,0 0 1 0 0,0 0-1 0 0,0 1 0 0 0,0-1 1 0 0,0 0-1 0 0,0 0 1 0 0,0 0-1 0 0,0 0 0 0 0,0 1 1 0 0,1-1-1 0 0,-1 0 0 0 0,0 0 1 0 0,0 0-1 0 0,0 0 1 0 0,6 14 137 0 0,0-1 0 0 0,1-1 1 0 0,0 1-1 0 0,1-1 0 0 0,0 0 1 0 0,14 14-1 0 0,67 66 869 0 0,-76-79-897 0 0,46 43 392 0 0,0-1-454 0 0,-2 3-1 0 0,52 69 1 0 0,-101-117-21 0 0,-1 1 0 0 0,0 0 0 0 0,-1 0 0 0 0,0 0 0 0 0,-1 1 0 0 0,0 0 0 0 0,5 20 0 0 0,-9-26-37 0 0,0 0 1 0 0,0 1-1 0 0,-1-1 0 0 0,1 0 0 0 0,-2 1 1 0 0,1-1-1 0 0,-1 0 0 0 0,0 0 1 0 0,0 0-1 0 0,0 1 0 0 0,-1-1 1 0 0,0 0-1 0 0,0-1 0 0 0,-1 1 0 0 0,1 0 1 0 0,-1-1-1 0 0,-7 10 0 0 0,1-4-352 0 0,0-1 1 0 0,-1 0-1 0 0,0 0 0 0 0,-1-1 0 0 0,0 0 1 0 0,0-1-1 0 0,-1 0 0 0 0,0-1 0 0 0,-1-1 0 0 0,1 0 1 0 0,-1 0-1 0 0,-15 4 0 0 0,-8 0-2197 0 0,0-1 1 0 0,-1-1-1 0 0,-49 3 1 0 0,-15-5-2112 0 0,0-7-5075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3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705 51 6377 0 0,'19'14'5316'0'0,"15"12"1139"0"0,-28-22-5993 0 0,-1 1 1 0 0,1 0 0 0 0,-1 1-1 0 0,-1 0 1 0 0,1-1 0 0 0,-1 1 0 0 0,4 8-1 0 0,8 19-6 0 0,-2 0-1 0 0,-1 2 0 0 0,-2-1 0 0 0,-2 1 0 0 0,0 1 1 0 0,-3-1-1 0 0,3 47 0 0 0,-6-34-452 0 0,-3 0-1 0 0,-2-1 1 0 0,-2 1 0 0 0,-2 0-1 0 0,-12 48 1 0 0,13-77-66 0 0,-1 0 0 0 0,-1 0 0 0 0,-16 33 0 0 0,17-42 35 0 0,0 0 0 0 0,-1 1 0 0 0,0-2 0 0 0,-1 1 1 0 0,0-1-1 0 0,0 0 0 0 0,-15 11 0 0 0,18-16 63 0 0,0-1 1 0 0,0 0-1 0 0,0 0 1 0 0,0 0-1 0 0,-1-1 1 0 0,0 1-1 0 0,1-1 1 0 0,-1-1-1 0 0,0 1 1 0 0,0-1-1 0 0,-9 1 1 0 0,6-2 43 0 0,0 0 1 0 0,0 0-1 0 0,0-1 1 0 0,0 0-1 0 0,0-1 1 0 0,-16-5-1 0 0,1-2 92 0 0,1-2 0 0 0,0 0 0 0 0,0-1 0 0 0,-28-22-1 0 0,14 7 0 0 0,2-1-1 0 0,1-2 1 0 0,-37-41-1 0 0,23 16-87 0 0,-50-76 0 0 0,76 99-60 0 0,1-1-1 0 0,2-1 1 0 0,-20-48 0 0 0,34 68-15 0 0,0-1 1 0 0,1 0 0 0 0,0 0-1 0 0,-1-26 1 0 0,4 31 13 0 0,1 0-1 0 0,0-1 1 0 0,1 1 0 0 0,0 0-1 0 0,1 0 1 0 0,0 0-1 0 0,7-20 1 0 0,-4 19-28 0 0,0-1 0 0 0,1 1 0 0 0,0 0 0 0 0,1 0 0 0 0,1 1 0 0 0,-1 0 0 0 0,1 0 0 0 0,1 1 0 0 0,0 0 0 0 0,1 0 0 0 0,14-9 0 0 0,-8 7-121 0 0,1 0 0 0 0,1 1 0 0 0,-1 2 0 0 0,2-1 0 0 0,-1 2 0 0 0,31-8 0 0 0,-30 11-195 0 0,1 1-1 0 0,-1 1 1 0 0,1 0-1 0 0,0 1 1 0 0,0 2-1 0 0,0 0 0 0 0,-1 1 1 0 0,1 0-1 0 0,-1 2 1 0 0,1 1-1 0 0,18 6 0 0 0,17 10-3851 0 0,0 2 0 0 0,68 40 0 0 0,-58-26-3677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3.9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1 80 0 0,'0'17'10333'0'0,"-4"3"-5089"0"0,-2 6-2399 0 0,0 5-809 0 0,-3 0-844 0 0,1 8-548 0 0,-2 4-1000 0 0,2-4-4212 0 0,4-10 1351 0 0,4-9-671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49:44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 6017 0 0,'15'-18'6058'0'0,"-13"15"-2490"0"0,3 3-1361 0 0,11-1-519 0 0,-15 1-1622 0 0,-1 0-1 0 0,0 0 1 0 0,1 0-1 0 0,-1 0 1 0 0,1 0-1 0 0,-1 0 1 0 0,1 0-1 0 0,-1 0 0 0 0,1 0 1 0 0,-1 0-1 0 0,0 0 1 0 0,1 0-1 0 0,-1 1 1 0 0,1-1-1 0 0,-1 0 0 0 0,1 0 1 0 0,-1 1-1 0 0,0-1 1 0 0,1 1-1 0 0,10 6 389 0 0,-1 2-1 0 0,-1-1 0 0 0,1 1 1 0 0,-1 1-1 0 0,15 20 1 0 0,36 62 542 0 0,192 414 1452 0 0,-195-358-2072 0 0,-52-137-362 0 0,-1 1 1 0 0,-1-1 0 0 0,0 1-1 0 0,0 0 1 0 0,1 18-1 0 0,-6-7 324 0 0,-2-23-256 0 0,-10 3 5 0 0,13-3-81 0 0,1 0 0 0 0,-1 0 0 0 0,1 0 0 0 0,-1 0 0 0 0,1 0 0 0 0,-1 0 0 0 0,0 0 0 0 0,1 0 0 0 0,-1-1 0 0 0,1 1 0 0 0,-1 0 0 0 0,1 0 0 0 0,-1 0 0 0 0,1-1 0 0 0,-1 1 0 0 0,1 0 0 0 0,-1-1 0 0 0,-48-25-6 0 0,1-3-1 0 0,2-1 1 0 0,-57-49 0 0 0,93 71-139 0 0,1 0-1 0 0,0 0 1 0 0,1-1 0 0 0,0 0 0 0 0,1-1 0 0 0,-8-12 0 0 0,14 20 78 0 0,0 0 0 0 0,0 1 0 0 0,0-1-1 0 0,1 0 1 0 0,-1 1 0 0 0,1-1 0 0 0,-1 0-1 0 0,1 0 1 0 0,0 0 0 0 0,0 1 0 0 0,0-1 0 0 0,0 0-1 0 0,0 0 1 0 0,0 0 0 0 0,0 0 0 0 0,1 1-1 0 0,-1-1 1 0 0,1 0 0 0 0,-1 0 0 0 0,1 1 0 0 0,-1-1-1 0 0,1 0 1 0 0,0 1 0 0 0,0-1 0 0 0,0 1 0 0 0,0-1-1 0 0,0 1 1 0 0,0-1 0 0 0,1 1 0 0 0,-1 0-1 0 0,3-3 1 0 0,2 0-93 0 0,-1 0 1 0 0,1 0-1 0 0,1 0 0 0 0,-1 1 0 0 0,1 0 0 0 0,11-5 1 0 0,4 2-627 0 0,1 0 0 0 0,-1 1 1 0 0,27-1-1 0 0,72-2-4627 0 0,-83 6 4006 0 0,61-1-2994 0 0,7 1-2603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08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364 494 2088 0 0,'60'-74'10422'0'0,"5"6"-5858"0"0,-19 26-3612 0 0,3 2 0 0 0,79-51 0 0 0,-85 64-756 0 0,2 3 0 0 0,1 1-1 0 0,1 2 1 0 0,1 2 0 0 0,68-18-1 0 0,-80 28-51 0 0,1 2-1 0 0,0 2 0 0 0,0 1 1 0 0,1 2-1 0 0,-1 1 1 0 0,1 2-1 0 0,-1 2 0 0 0,42 8 1 0 0,-46-3-98 0 0,1 1 0 0 0,-1 2 0 0 0,-1 1 0 0 0,0 2 0 0 0,37 22 0 0 0,-21-7 18 0 0,-2 2 0 0 0,66 56 0 0 0,-47-28 0 0 0,-3 2 1 0 0,-3 3-1 0 0,-2 2 1 0 0,-3 3 0 0 0,-4 2-1 0 0,-2 3 1 0 0,-4 1-1 0 0,-3 2 1 0 0,-4 2-1 0 0,32 94 1 0 0,-43-85 26 0 0,27 168 0 0 0,-14 95-204 0 0,-18 49-678 0 0,-38 0 163 0 0,10-347 473 0 0,-2-1-1 0 0,-3 0 1 0 0,-2-1 0 0 0,-2 0-1 0 0,-2-1 1 0 0,-40 77-1 0 0,49-110 127 0 0,-1-1 0 0 0,0 0-1 0 0,-1 0 1 0 0,-1-1 0 0 0,0-1 0 0 0,-1 0-1 0 0,0-1 1 0 0,-2 0 0 0 0,1-1 0 0 0,-1 0-1 0 0,-1-2 1 0 0,0 1 0 0 0,0-2 0 0 0,-1 0-1 0 0,-1-2 1 0 0,1 1 0 0 0,-1-2-1 0 0,0 0 1 0 0,-29 4 0 0 0,10-5 128 0 0,-1-2 0 0 0,0-1 1 0 0,1-2-1 0 0,-49-7 0 0 0,34-1 79 0 0,0-2 1 0 0,-76-25-1 0 0,24-4 88 0 0,1-5 0 0 0,-122-72 0 0 0,149 75 31 0 0,-132-98 0 0 0,122 69-103 0 0,-84-88-1 0 0,125 110-123 0 0,3-2-1 0 0,2-1 1 0 0,-39-67 0 0 0,25 28 172 0 0,-51-114-1 0 0,-64-251 591 0 0,121 279-420 0 0,-28-201-1 0 0,47 137-351 0 0,28 203-96 0 0,1 1 1 0 0,2-1-1 0 0,1 1 1 0 0,13-57 0 0 0,-12 76-76 0 0,1 0 0 0 0,1 0 1 0 0,1 1-1 0 0,0-1 0 0 0,1 2 0 0 0,1-1 1 0 0,0 1-1 0 0,16-19 0 0 0,-15 23-197 0 0,0 0 0 0 0,0 1-1 0 0,1 1 1 0 0,0-1 0 0 0,1 2-1 0 0,0 0 1 0 0,0 0 0 0 0,1 1 0 0 0,0 1-1 0 0,24-9 1 0 0,-12 7-1175 0 0,1 2 0 0 0,-1 0 0 0 0,31-2 1 0 0,80 3-4265 0 0,-27 7-1087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10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1296 0 2816 0 0,'49'19'8315'0'0,"-2"2"-4245"0"0,-12-3-2130 0 0,61 44 0 0 0,88 64-524 0 0,-132-94-1114 0 0,93 42 0 0 0,193 88 1099 0 0,-279-126-1226 0 0,-1 2-1 0 0,64 57 1 0 0,-89-66-56 0 0,-2 2 0 0 0,-1 2-1 0 0,-1 0 1 0 0,39 60 0 0 0,-20-13 15 0 0,-3 2-1 0 0,-4 1 1 0 0,-4 3 0 0 0,45 153-1 0 0,-70-187-95 0 0,7 65 0 0 0,-16-87-46 0 0,-1 0-1 0 0,-2 0 0 0 0,-1-1 1 0 0,-1 1-1 0 0,-2 0 0 0 0,-1-1 1 0 0,-1 1-1 0 0,-17 46 0 0 0,8-34-43 0 0,-3-1 0 0 0,-2 0 0 0 0,-1-2 0 0 0,-2 0 0 0 0,-31 39 0 0 0,-4-5 75 0 0,-4-2 0 0 0,-2-4 0 0 0,-3-2 0 0 0,-3-3 0 0 0,-139 94 0 0 0,152-120-41 0 0,-2-2 1 0 0,-1-3 0 0 0,-1-3 0 0 0,-1-3 0 0 0,-1-2 0 0 0,-100 22 0 0 0,110-36 70 0 0,0-2 1 0 0,-1-3-1 0 0,0-1 0 0 0,-105-11 0 0 0,110 2 26 0 0,0-2 1 0 0,1-3-1 0 0,0-1 0 0 0,1-3 0 0 0,0-2 1 0 0,-43-22-1 0 0,18 4 47 0 0,2-3 0 0 0,-100-71 1 0 0,110 61 112 0 0,2-3 1 0 0,-99-113 0 0 0,119 117-92 0 0,2-1 1 0 0,2-1-1 0 0,-44-89 0 0 0,45 71-78 0 0,4-1-1 0 0,2-1 1 0 0,3-2-1 0 0,4 0 1 0 0,2-1-1 0 0,4-1 1 0 0,3-1-1 0 0,-2-91 1 0 0,13 124-55 0 0,1 1 0 0 0,2 0 0 0 0,1 0 0 0 0,3 0 0 0 0,1 1 0 0 0,16-48 0 0 0,-13 57-202 0 0,1 1-1 0 0,1 1 1 0 0,2 0-1 0 0,1 0 1 0 0,1 2-1 0 0,1 0 1 0 0,1 1-1 0 0,33-34 1 0 0,-21 30-1185 0 0,2 1 0 0 0,1 1 0 0 0,51-30 1 0 0,120-54-8751 0 0,-119 67 2943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10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1379 27 5761 0 0,'28'-7'3129'0'0,"0"0"-1"0"0,0 2 1 0 0,49-2 0 0 0,-36 7-1309 0 0,83 9-1 0 0,-36 6-1432 0 0,144 44 0 0 0,-189-45-233 0 0,-2 0 1 0 0,0 3 0 0 0,58 32-1 0 0,-77-35-68 0 0,0 0-1 0 0,0 2 0 0 0,-2 1 0 0 0,0 0 1 0 0,0 1-1 0 0,-2 1 0 0 0,18 24 1 0 0,-19-18-5 0 0,0 1 1 0 0,-2 1-1 0 0,-1 1 1 0 0,-1-1 0 0 0,-2 2-1 0 0,0 0 1 0 0,-2 0 0 0 0,7 40-1 0 0,-7-15-10 0 0,-3-1 1 0 0,-2 1-1 0 0,-5 103 0 0 0,-6-89-56 0 0,-3-1-1 0 0,-2 0 1 0 0,-4 0 0 0 0,-2-1-1 0 0,-32 75 1 0 0,1-27-128 0 0,-127 210 0 0 0,151-284 181 0 0,-1-1 0 0 0,-2-2-1 0 0,-2 0 1 0 0,-1-2 0 0 0,-46 39 0 0 0,48-49-5 0 0,-2-1 1 0 0,-1-2 0 0 0,0-1 0 0 0,-2-1-1 0 0,-45 18 1 0 0,58-29-24 0 0,0-2 1 0 0,-1 0-1 0 0,-1-2 0 0 0,1 0 1 0 0,0-2-1 0 0,-1 0 0 0 0,0-2 1 0 0,0 0-1 0 0,1-2 0 0 0,-35-4 1 0 0,13-3 65 0 0,1-3 0 0 0,1-1 1 0 0,0-2-1 0 0,0-2 0 0 0,-77-41 0 0 0,35 7 174 0 0,-128-100-1 0 0,121 77-126 0 0,4-4 0 0 0,3-4 1 0 0,3-3-1 0 0,4-4 0 0 0,4-3 0 0 0,-102-168 1 0 0,141 199-83 0 0,3-2 0 0 0,2-1 0 0 0,3-1 0 0 0,-35-131 1 0 0,53 156 112 0 0,-3-45 1 0 0,9 58-1182 0 0,1 0-1 0 0,5-47 1 0 0,-2 58 25 0 0,0 0 1 0 0,1 0-1 0 0,1 1 0 0 0,0 0 1 0 0,1-1-1 0 0,0 1 0 0 0,1 1 0 0 0,1-1 1 0 0,0 1-1 0 0,1 0 0 0 0,0 1 1 0 0,1 0-1 0 0,1 0 0 0 0,18-17 0 0 0,34-20-7798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17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0 510 1872 0 0,'69'-68'13501'0'0,"3"3"-10023"0"0,-49 47-3182 0 0,0 0 0 0 0,2 2 0 0 0,-1 1 0 0 0,46-20 0 0 0,-29 19 92 0 0,0 2-1 0 0,84-16 0 0 0,89 3-168 0 0,351-2-234 0 0,0 23-204 0 0,122-2-580 0 0,-255-9 560 0 0,-4-10 213 0 0,-126 7-137 0 0,463-29-187 0 0,-492 33 311 0 0,188 0 125 0 0,323 41 162 0 0,5 53-87 0 0,307 83-19 0 0,-648-81 264 0 0,-71 8 150 0 0,-24 21-262 0 0,-348-107-291 0 0,421 160-888 0 0,-179-36-3072 0 0,-178-85-1088 0 0,90 74-1 0 0,-99-65 981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18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11005 1602 656 0 0,'-24'25'824'0'0,"-1"-2"1"0"0,-2 0-1 0 0,0-2 0 0 0,-1 0 1 0 0,-1-2-1 0 0,-1-2 1 0 0,-1 0-1 0 0,-59 21 0 0 0,12-11 7 0 0,-1-4 1 0 0,-129 21-1 0 0,-274 12 2020 0 0,-5-31-20 0 0,76-6-1133 0 0,-13 8-574 0 0,-19 0-386 0 0,-616 7 570 0 0,720-43-746 0 0,194 4-352 0 0,-729-40 566 0 0,3-27-600 0 0,-7-28-401 0 0,679 75 102 0 0,-1032-117-2163 0 0,764 95-1386 0 0,30 0 29 0 0,197 13 1519 0 0,-112-34 4072 0 0,204 31 642 0 0,-269-107 0 0 0,366 123-2247 0 0,2-2 0 0 0,1-2 0 0 0,-49-35 0 0 0,78 46-220 0 0,1-1 0 0 0,0-1 0 0 0,-29-33 0 0 0,38 37-67 0 0,-1-1 0 0 0,2 1 0 0 0,0-2-1 0 0,0 1 1 0 0,1-1 0 0 0,-8-27 0 0 0,11 30-14 0 0,1 0 1 0 0,1-1 0 0 0,0 0 0 0 0,1 0-1 0 0,0 1 1 0 0,1-1 0 0 0,0 0 0 0 0,1 0 0 0 0,1 0-1 0 0,-1 0 1 0 0,2 1 0 0 0,0-1 0 0 0,0 1-1 0 0,1 0 1 0 0,0 0 0 0 0,1 0 0 0 0,9-16 0 0 0,2 3 15 0 0,1 1 1 0 0,1 0 0 0 0,1 1-1 0 0,1 1 1 0 0,1 1 0 0 0,0 1-1 0 0,2 1 1 0 0,0 0 0 0 0,26-13-1 0 0,14-5 171 0 0,1 4-1 0 0,101-37 0 0 0,160-32-746 0 0,8 24-2509 0 0,-267 62 1996 0 0,339-67-3035 0 0,191-19-6024 0 0,-484 86 9388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36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9614 29 5400 0 0,'0'0'11063'0'0,"6"3"-9624"0"0,19 7-231 0 0,-23-9-1070 0 0,0 0 0 0 0,0 0 1 0 0,-1 0-1 0 0,1 0 0 0 0,0 0 0 0 0,0 1 1 0 0,-1-1-1 0 0,1 0 0 0 0,-1 1 1 0 0,1-1-1 0 0,-1 1 0 0 0,1 0 0 0 0,0 1 1 0 0,2 2 294 0 0,-3-3-353 0 0,1-1 0 0 0,-1 1 1 0 0,0 0-1 0 0,1-1 0 0 0,-1 1 1 0 0,0 0-1 0 0,0 0 0 0 0,-1 0 1 0 0,1 0-1 0 0,1 2 1 0 0,0 3 68 0 0,3 5 35 0 0,0 1 1 0 0,-1 0-1 0 0,-1 0 1 0 0,0 0-1 0 0,1 15 1 0 0,-1-5-55 0 0,1 1-129 0 0,-1-1 1 0 0,-1 1-1 0 0,-1 0 1 0 0,-1 0-1 0 0,-2 0 0 0 0,0 0 1 0 0,-6 27-1 0 0,5-42-36 0 0,0 0-1 0 0,0 0 1 0 0,-1 0-1 0 0,0 0 1 0 0,-1 0 0 0 0,0-1-1 0 0,0 0 1 0 0,-1 0-1 0 0,0 0 1 0 0,-12 11-1 0 0,8-10 8 0 0,-1 0-1 0 0,1-1 0 0 0,-2 0 1 0 0,1-1-1 0 0,-1-1 0 0 0,-24 10 1 0 0,10-6 9 0 0,-2-2 0 0 0,-39 8 0 0 0,-54 1 61 0 0,102-14-29 0 0,-684 60 975 0 0,-147-57-749 0 0,386-22-215 0 0,-2 23-27 0 0,255 6 6 0 0,-487 22 18 0 0,265-18-109 0 0,-552 58 16 0 0,832-61 47 0 0,-40-2 10 0 0,-327-21 0 0 0,-188-77 503 0 0,326 19 78 0 0,333 58-477 0 0,-483-94 944 0 0,-22-4-541 0 0,133 26-533 0 0,12-24 145 0 0,310 72-1379 0 0,-185-92 0 0 0,254 110-1566 0 0,1-2 0 0 0,-35-25 0 0 0,59 38 2079 0 0,1 0 1 0 0,-1-1-1 0 0,1 1 1 0 0,-1-1-1 0 0,-6-10 1 0 0,7 7-1374 0 0,0 0 0 0 0,1 0 0 0 0,-3-8 0 0 0,6 16 2121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27.2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999 109 7209 0 0,'1'-3'1841'0'0,"0"-1"0"0"0,0 0 0 0 0,0 1 0 0 0,0-1 0 0 0,0-6 1 0 0,-1-1-557 0 0,-3 6-313 0 0,2 1-703 0 0,0 2-183 0 0,0 1 1 0 0,1-1-1 0 0,-1 0 1 0 0,0 0 0 0 0,0 1-1 0 0,0-1 1 0 0,-1 0 0 0 0,1 1-1 0 0,0-1 1 0 0,0 1 0 0 0,-1 0-1 0 0,1-1 1 0 0,-1 1 0 0 0,1 0-1 0 0,-1 0 1 0 0,-3-2 0 0 0,-6-2 63 0 0,0 1 1 0 0,0 0-1 0 0,0 1 1 0 0,-1 0-1 0 0,-21-2 1 0 0,-67-1-131 0 0,81 5-7 0 0,-81-1 32 0 0,-100 10 0 0 0,159-4 54 0 0,-1 2 0 0 0,1 2-1 0 0,0 2 1 0 0,1 1 0 0 0,-44 19 0 0 0,71-24-44 0 0,1 0 0 0 0,-1 1 0 0 0,2 0 1 0 0,-1 1-1 0 0,1 0 0 0 0,0 1 0 0 0,0 0 0 0 0,1 1 1 0 0,1 0-1 0 0,-9 11 0 0 0,12-12-10 0 0,0-1 0 0 0,0 1-1 0 0,1 1 1 0 0,1-1 0 0 0,0 1-1 0 0,0 0 1 0 0,1 0 0 0 0,0 0-1 0 0,1 0 1 0 0,0 1 0 0 0,0-1 0 0 0,1 1-1 0 0,1 19 1 0 0,1-11 87 0 0,1 1 0 0 0,2-1 1 0 0,0 0-1 0 0,0-1 0 0 0,2 1 0 0 0,0-1 0 0 0,2 0 1 0 0,0 0-1 0 0,11 18 0 0 0,-7-17 32 0 0,0 0-1 0 0,2-1 1 0 0,0 0 0 0 0,1-1-1 0 0,1-1 1 0 0,1 0 0 0 0,27 20 0 0 0,-1-8-52 0 0,0-1 1 0 0,2-3-1 0 0,1-1 1 0 0,1-3-1 0 0,1-1 1 0 0,86 20-1 0 0,-37-18-1786 0 0,0-5 0 0 0,151 6 0 0 0,-197-19-2571 0 0,0-3 0 0 0,84-10 0 0 0,-59-3-3764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28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36 3984 0 0,'0'-3'5584'0'0,"0"-9"-1629"0"0,0 9-1809 0 0,-1 0-645 0 0,-1-12 3580 0 0,2 29-4725 0 0,1 90 228 0 0,27 220 1260 0 0,-9-158-1193 0 0,-9 60-2932 0 0,-20-76-6705 0 0,4-103 4564 0 0,3-7-2815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29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658 74 6953 0 0,'40'-23'8277'0'0,"17"-12"-1589"0"0,-55 33-6063 0 0,-1 1-549 0 0,-1 0-1 0 0,1 0 0 0 0,-1 0 0 0 0,1 0 0 0 0,0 0 1 0 0,0 0-1 0 0,-1 0 0 0 0,1 1 0 0 0,0-1 1 0 0,2-1-1 0 0,-1 0 853 0 0,-15 6-783 0 0,8-3-131 0 0,-97 36 234 0 0,91-32-245 0 0,-208 90-248 0 0,10 18 145 0 0,186-98 239 0 0,1 0-1 0 0,0 2 1 0 0,1 0 0 0 0,-36 41-1 0 0,49-50-85 0 0,2 0-1 0 0,-1 1 1 0 0,1 0-1 0 0,1 0 1 0 0,0 1-1 0 0,0 0 1 0 0,1-1-1 0 0,0 2 1 0 0,0-1-1 0 0,1 0 1 0 0,1 1-1 0 0,0-1 1 0 0,0 1-1 0 0,1 0 1 0 0,0 15-1 0 0,3-9-55 0 0,0-1-1 0 0,1 1 1 0 0,1-1-1 0 0,1 0 1 0 0,0 0-1 0 0,1-1 1 0 0,0 0-1 0 0,2 0 1 0 0,-1 0-1 0 0,11 13 1 0 0,0-1 3 0 0,2-2-1 0 0,1 0 1 0 0,0-2 0 0 0,32 27 0 0 0,-10-14-22 0 0,3-2 1 0 0,0-1 0 0 0,2-3 0 0 0,1-2-1 0 0,67 27 1 0 0,-62-34-1104 0 0,1-1 1 0 0,94 19-1 0 0,-130-35-613 0 0,0-2 0 0 0,0 0 0 0 0,0 0 1 0 0,0-2-1 0 0,0 0 0 0 0,35-6 0 0 0,0-5-5693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29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46 360 0 0,'-1'-4'7780'0'0,"-2"-15"-1477"0"0,1 1 1517 0 0,6 17-7207 0 0,12-3-120 0 0,-16 4-480 0 0,1 0-1 0 0,-1 0 0 0 0,1 0 1 0 0,-1 0-1 0 0,0 0 0 0 0,1 0 1 0 0,-1 0-1 0 0,1 0 0 0 0,-1 0 1 0 0,0 1-1 0 0,1-1 0 0 0,-1 0 1 0 0,1 0-1 0 0,-1 0 0 0 0,0 0 1 0 0,1 0-1 0 0,-1 1 0 0 0,0-1 1 0 0,1 0-1 0 0,-1 0 0 0 0,0 1 1 0 0,1-1-1 0 0,-1 0 0 0 0,0 1 1 0 0,1-1-1 0 0,-1 0 0 0 0,0 0 1 0 0,0 1-1 0 0,1 0 1 0 0,53 53 376 0 0,-2 3 0 0 0,68 97 1 0 0,-105-131-314 0 0,0 1 0 0 0,-1 0 0 0 0,-1 1 0 0 0,12 34 1 0 0,-19-42-54 0 0,-1 1 1 0 0,-1 0 0 0 0,0 0-1 0 0,-1 0 1 0 0,-1 0-1 0 0,-1 1 1 0 0,-2 28 0 0 0,0-34-46 0 0,-1-1 1 0 0,-1 1 0 0 0,0-1 0 0 0,-1 0-1 0 0,0 0 1 0 0,-1 0 0 0 0,0 0-1 0 0,-1-1 1 0 0,0 0 0 0 0,-1 0 0 0 0,0-1-1 0 0,-1 0 1 0 0,0 0 0 0 0,-1 0-1 0 0,1-1 1 0 0,-2-1 0 0 0,-19 15 0 0 0,14-12-22 0 0,-1-1 0 0 0,0-1 1 0 0,0-1-1 0 0,-1 0 0 0 0,0-1 1 0 0,-1 0-1 0 0,1-2 0 0 0,-1 0 1 0 0,-1-1-1 0 0,1-1 1 0 0,-32 2-1 0 0,35-5 42 0 0,-1-1 0 0 0,-26-4 0 0 0,38 4 54 0 0,0 1 0 0 0,0-1 0 0 0,0 0 0 0 0,0 0 0 0 0,0 0 0 0 0,0-1-1 0 0,1 0 1 0 0,-1 1 0 0 0,1-1 0 0 0,-1 0 0 0 0,1-1 0 0 0,-1 1 0 0 0,1-1 0 0 0,-4-3 0 0 0,7 5 4 0 0,-1 0-1 0 0,0 0 0 0 0,0 0 0 0 0,1 0 1 0 0,-1 0-1 0 0,1 0 0 0 0,-1 0 1 0 0,1-1-1 0 0,0 1 0 0 0,-1 0 1 0 0,1 0-1 0 0,0 0 0 0 0,-1-2 0 0 0,6-2 154 0 0,-4 4-201 0 0,2-3 14 0 0,1 0 0 0 0,-1 1-1 0 0,1-1 1 0 0,0 1 0 0 0,0 0 0 0 0,0 0 0 0 0,0 0-1 0 0,1 1 1 0 0,-1-1 0 0 0,7-1 0 0 0,12-3-22 0 0,1 2 1 0 0,-1 0-1 0 0,1 1 1 0 0,0 2-1 0 0,1 0 1 0 0,35 3-1 0 0,147 24-509 0 0,135 47-1146 0 0,-4 21-4792 0 0,-87-28-1620 0 0,-143-44 858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30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735 16 464 0 0,'9'-4'3411'0'0,"9"-4"2857"0"0,0 4 5158 0 0,-28 15-11038 0 0,4-3-317 0 0,-4 4 32 0 0,-1-1 1 0 0,0 0 0 0 0,0-1 0 0 0,-20 15 0 0 0,-133 83 564 0 0,-116 84 255 0 0,255-172-851 0 0,0 1-1 0 0,1 2 0 0 0,1 0 1 0 0,-33 44-1 0 0,44-49-36 0 0,1-1-1 0 0,0 2 0 0 0,2-1 1 0 0,0 1-1 0 0,1 1 0 0 0,1 0 1 0 0,1 0-1 0 0,-5 25 0 0 0,8-23-13 0 0,0-1 0 0 0,1 1 0 0 0,1-1 0 0 0,1 1 0 0 0,1 0 0 0 0,2-1 0 0 0,-1 1 0 0 0,2-1-1 0 0,1 0 1 0 0,1 0 0 0 0,1 0 0 0 0,0-1 0 0 0,2 0 0 0 0,0 0 0 0 0,1-1 0 0 0,1 0 0 0 0,1-1 0 0 0,0 0 0 0 0,2-1 0 0 0,0-1-1 0 0,21 20 1 0 0,1-4-6 0 0,2-2-1 0 0,1-2 1 0 0,1-2-1 0 0,48 24 1 0 0,-21-17-233 0 0,137 45 1 0 0,-149-61-713 0 0,2-3 0 0 0,86 11 0 0 0,-105-21-1440 0 0,0-2 1 0 0,0-2-1 0 0,0-1 1 0 0,70-12-1 0 0,-32-4-5134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30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1 5008 0 0,'0'0'10783'0'0,"5"6"-9393"0"0,9 8-430 0 0,1 0 0 0 0,23 17 0 0 0,124 73 1572 0 0,-90-61-1805 0 0,91 72 0 0 0,-147-102-607 0 0,24 27 0 0 0,-35-35-151 0 0,-1 1 0 0 0,1-1 0 0 0,-1 1 1 0 0,0 0-1 0 0,-1 1 0 0 0,0-1 0 0 0,0 1 0 0 0,3 8 1 0 0,-5-13-306 0 0,-3 3 76 0 0,-6 15 75 0 0,8-20 179 0 0,0 1 0 0 0,0-1-1 0 0,0 0 1 0 0,0 1 0 0 0,0-1 0 0 0,-1 0-1 0 0,1 0 1 0 0,0 1 0 0 0,0-1-1 0 0,0 0 1 0 0,0 1 0 0 0,-1-1-1 0 0,1 0 1 0 0,0 0 0 0 0,0 1-1 0 0,-1-1 1 0 0,1 0 0 0 0,0 0-1 0 0,0 0 1 0 0,-1 1 0 0 0,1-1-1 0 0,0 0 1 0 0,-1 0 0 0 0,1 0-1 0 0,0 0 1 0 0,-1 1 0 0 0,-8 1-40 0 0,1 1 0 0 0,-1-1 0 0 0,0 0 0 0 0,0-1 0 0 0,0 0 0 0 0,0 0 0 0 0,0-1 0 0 0,-1-1 0 0 0,1 1 0 0 0,0-1 0 0 0,-10-3 0 0 0,-16-4 338 0 0,-51-20 1 0 0,36 11 749 0 0,46 15-716 0 0,-3 0 75 0 0,7 2-388 0 0,0 0-1 0 0,0 1 1 0 0,0-1 0 0 0,0 0-1 0 0,1 0 1 0 0,-1 0 0 0 0,0 0 0 0 0,0 0-1 0 0,0 0 1 0 0,0 0 0 0 0,0 0-1 0 0,0 0 1 0 0,0 1 0 0 0,0-1-1 0 0,0 0 1 0 0,0 0 0 0 0,0 0-1 0 0,0 0 1 0 0,0 0 0 0 0,0 0-1 0 0,0 0 1 0 0,0 1 0 0 0,0-1 0 0 0,0 0-1 0 0,0 0 1 0 0,0 0 0 0 0,0 0-1 0 0,0 0 1 0 0,0 0 0 0 0,0 1-1 0 0,0-1 1 0 0,0 0 0 0 0,0 0-1 0 0,0 0 1 0 0,0 0 0 0 0,0 0-1 0 0,0 0 1 0 0,0 0 0 0 0,0 0 0 0 0,0 1-1 0 0,0-1 1 0 0,-1 0 0 0 0,1 0-1 0 0,0 0 1 0 0,0 0 0 0 0,0 0-1 0 0,0 0 1 0 0,0 0 0 0 0,0 0-1 0 0,0 0 1 0 0,0 0 0 0 0,-1 0-1 0 0,1 0 1 0 0,0 0 0 0 0,0 0 0 0 0,0 0-1 0 0,0 0 1 0 0,0 0 0 0 0,0 0-1 0 0,0 0 1 0 0,-1 0 0 0 0,1 0-1 0 0,40 45 197 0 0,2-1 0 0 0,49 38 0 0 0,-8-8-86 0 0,-60-53-103 0 0,128 127 157 0 0,-120-114-133 0 0,-2 1 0 0 0,40 60 0 0 0,-61-81-35 0 0,0-1 0 0 0,-1 2 0 0 0,0-1 0 0 0,-1 1 1 0 0,7 28-1 0 0,-11-37-15 0 0,-1-1 1 0 0,0 1 0 0 0,-1 0 0 0 0,1 0-1 0 0,-1 0 1 0 0,-1-1 0 0 0,1 1 0 0 0,-1 0 0 0 0,0 0-1 0 0,0-1 1 0 0,0 1 0 0 0,-1-1 0 0 0,0 1 0 0 0,0-1-1 0 0,0 1 1 0 0,-1-1 0 0 0,0 0 0 0 0,-6 9-1 0 0,3-8-38 0 0,0 0-1 0 0,-1 0 0 0 0,1-1 0 0 0,-1 0 0 0 0,0 0 1 0 0,0-1-1 0 0,0 0 0 0 0,-1 0 0 0 0,0-1 0 0 0,0 0 0 0 0,1 0 1 0 0,-17 3-1 0 0,-6 0-226 0 0,1-2 0 0 0,-39 1 1 0 0,-1-5-1700 0 0,0-2 0 0 0,-82-14 1 0 0,-124-38-7212 0 0,160 23 1731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34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698 0 5248 0 0,'0'0'16843'0'0,"-4"4"-16131"0"0,-25 32 45 0 0,1 1 0 0 0,-22 41-1 0 0,9-13-631 0 0,15-26-52 0 0,-80 111 4 0 0,-51 52-335 0 0,23-27-3855 0 0,38-64-7151 0 0,69-85 4311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35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1936 0 0,'43'-20'10689'0'0,"-36"17"-9643"0"0,1 0-1 0 0,-1 1 1 0 0,0 0 0 0 0,1 0 0 0 0,0 0-1 0 0,12 0 1 0 0,-16 2-830 0 0,-1 0-1 0 0,1 1 0 0 0,-1-1 1 0 0,1 0-1 0 0,-1 1 1 0 0,1 0-1 0 0,-1 0 1 0 0,6 2-1 0 0,2 1 105 0 0,2 1-35 0 0,0 1 0 0 0,-1 0 0 0 0,1 0 0 0 0,-1 1 0 0 0,-1 1 0 0 0,1 0 0 0 0,11 11 0 0 0,6 8 260 0 0,29 36-1 0 0,165 214 703 0 0,1 2-3453 0 0,-212-265 1929 0 0,118 128-5473 0 0,-105-117 3593 0 0,1-1 1 0 0,2-2-1 0 0,45 30 1 0 0,6-10-5045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36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2384 0 0,'0'0'12033'0'0,"18"47"-9860"0"0,-9-20-405 0 0,-3 2-268 0 0,2 6-360 0 0,-2 9-288 0 0,-2 0-212 0 0,-1 5-260 0 0,-6 3-84 0 0,-1 2-456 0 0,2 1-1032 0 0,-8-1-3328 0 0,5 1 1355 0 0,-1-9-747 0 0,6-8-3545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38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6057 0 0,'4'3'4771'0'0,"14"11"-1419"0"0,-18-14-3247 0 0,1 0 0 0 0,-1 1 0 0 0,0-1-1 0 0,1 0 1 0 0,-1 1 0 0 0,0-1 0 0 0,1 0 0 0 0,-1 1 0 0 0,0-1 0 0 0,1 1-1 0 0,-1-1 1 0 0,0 0 0 0 0,1 1 0 0 0,-1-1 0 0 0,0 1 0 0 0,0-1 0 0 0,1 1-1 0 0,10 34 1308 0 0,-2 0 0 0 0,-1 0-1 0 0,7 71 1 0 0,-6 116-675 0 0,-8-162-240 0 0,-3 362 110 0 0,0-29-617 0 0,32 466-24 0 0,-9-379 198 0 0,-1 361 638 0 0,-6-166-575 0 0,31 102-142 0 0,24-2-121 0 0,-62-696 39 0 0,64 742 30 0 0,-25 0 347 0 0,-29 190 745 0 0,-9-421-714 0 0,31 310-330 0 0,-36-842-81 0 0,122 1493-1711 0 0,-98-1302-86 0 0,-2-83-3358 0 0,-21-141 3537 0 0,2 0 0 0 0,0 0 0 0 0,1 0-1 0 0,16 34 1 0 0,-17-49-799 0 0,0-1 0 0 0,9 13 0 0 0,-15-22 2396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38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318 1 2368 0 0,'-5'3'2333'0'0,"1"0"-1"0"0,-1 0 1 0 0,1 0-1 0 0,-7 7 1 0 0,-11 20 2023 0 0,12-12-3485 0 0,-13 32 1 0 0,16-34 171 0 0,-62 185 1716 0 0,15 12-1634 0 0,45-173-977 0 0,-24 117 336 0 0,-22 274 0 0 0,49 172-125 0 0,44-63-407 0 0,16 0 198 0 0,35 472 642 0 0,-59-30-324 0 0,-32 2-402 0 0,15 356-234 0 0,33 1 296 0 0,-36-1075-59 0 0,50 2115-1472 0 0,-59-2170 1 0 0,19 529-12348 0 0,-6-554 5076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40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974 0 3432 0 0,'-28'45'11097'0'0,"-3"-3"-5684"0"0,-71 79-3491 0 0,62-75-422 0 0,-81 85 199 0 0,-140 118 0 0 0,122-138-1371 0 0,110-92-1319 0 0,-2 0 0 0 0,-62 27 1 0 0,88-44 150 0 0,0 0 0 0 0,0 0 0 0 0,0 0 0 0 0,0-1 0 0 0,0 0 0 0 0,0 0 0 0 0,0 0 0 0 0,-1-1 0 0 0,1 0 0 0 0,0 0 1 0 0,-9-1-1 0 0,13 1 631 0 0,1 0 0 0 0,-1 0 0 0 0,1 0 0 0 0,0 0 0 0 0,-1 0 1 0 0,1-1-1 0 0,-1 1 0 0 0,1 0 0 0 0,0 0 0 0 0,-1 0 0 0 0,1-1 0 0 0,0 1 1 0 0,-1 0-1 0 0,1-1 0 0 0,0 1 0 0 0,0 0 0 0 0,-1-1 0 0 0,1 1 1 0 0,0 0-1 0 0,-1-1 0 0 0,-19-23-6684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40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9353 0 0,'52'6'5492'0'0,"-17"6"-2683"0"0,4 9-445 0 0,3 6-688 0 0,11 12-364 0 0,5 7-220 0 0,1 9-288 0 0,1 5-244 0 0,-4 3-236 0 0,8 5-292 0 0,-4-3-280 0 0,-1 1-504 0 0,5-4-368 0 0,-2-4-460 0 0,-2-8-3016 0 0,0-6 1359 0 0,3-10-639 0 0,-3-10-3773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40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6401 0 0,'39'3'8871'0'0,"-3"6"-4190"0"0,-28-6-4306 0 0,0 1 0 0 0,0 0 0 0 0,0 0-1 0 0,0 1 1 0 0,-1 0 0 0 0,0 0 0 0 0,0 1 0 0 0,0 0 0 0 0,-1 0 0 0 0,10 12 0 0 0,-1 1-55 0 0,-1 1-1 0 0,-1 0 1 0 0,-1 1 0 0 0,0 1-1 0 0,11 32 1 0 0,-17-37-360 0 0,0 1 0 0 0,-2-1 0 0 0,0 1 0 0 0,-1 0 0 0 0,0 0 0 0 0,-2 0 0 0 0,0 0-1 0 0,-2 18 1 0 0,1-29-37 0 0,-1-1 0 0 0,0 1 0 0 0,0-1 1 0 0,-1 0-1 0 0,0 0 0 0 0,-4 11 0 0 0,5-16 78 0 0,1 0 1 0 0,-1 0 0 0 0,1-1 0 0 0,0 1 0 0 0,-1-1 0 0 0,1 1 0 0 0,-1 0-1 0 0,0-1 1 0 0,1 1 0 0 0,-1-1 0 0 0,1 1 0 0 0,-1-1 0 0 0,-1 1 0 0 0,0 1 24 0 0,0-1 398 0 0,-3-2-148 0 0,-15-5 50 0 0,15 5 3 0 0,2-2 43 0 0,-23-24 460 0 0,25 24-397 0 0,3 3-453 0 0,1 0 1 0 0,0 0-1 0 0,-1-1 1 0 0,1 1-1 0 0,0-1 0 0 0,3-1 1 0 0,9-1-55 0 0,-9 4 11 0 0,1-1 0 0 0,-1 1-1 0 0,0 1 1 0 0,0-1 0 0 0,0 1 0 0 0,-1 0-1 0 0,1 0 1 0 0,10 6 0 0 0,0-1-125 0 0,129 64-2593 0 0,-11-5-3495 0 0,-97-50 2269 0 0,63 18-1 0 0,-43-21-3380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41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2128 0 0,'6'2'1088'0'0,"1"0"1"0"0,-1 0-1 0 0,-1 0 0 0 0,1 1 0 0 0,0 0 0 0 0,-1 0 0 0 0,1 0 1 0 0,-1 1-1 0 0,0 0 0 0 0,0 0 0 0 0,0 0 0 0 0,7 9 0 0 0,-6-5-482 0 0,0 0 0 0 0,-1 1 0 0 0,0-1 0 0 0,-1 1 0 0 0,0 0-1 0 0,0 0 1 0 0,4 15 0 0 0,-1 9-200 0 0,-2 1 1 0 0,-1-1 0 0 0,0 60-1 0 0,-4-82-68 0 0,1 237 676 0 0,2 59-395 0 0,53 433 109 0 0,44 7-513 0 0,-74-563-181 0 0,-23-166-35 0 0,127 1025 340 0 0,-40 211-261 0 0,-50-622 69 0 0,79 844 697 0 0,65 124-65 0 0,-68-586-602 0 0,-63 2-110 0 0,-66-650-543 0 0,2-251-733 0 0,-27 124 0 0 0,29-197-930 0 0,-2 0 0 0 0,-2-1 0 0 0,-1-1 1 0 0,-34 67-1 0 0,43-99 1030 0 0,1-1 0 0 0,-1 0 1 0 0,-8 10-1 0 0,-8 1-6233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42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1048 18 7129 0 0,'41'-16'12147'0'0,"-38"15"-10304"0"0,-2 4-453 0 0,0 11-296 0 0,-5 0-169 0 0,-179 373 2165 0 0,104-234-2969 0 0,-76 146-1043 0 0,121-229 636 0 0,-100 184-680 0 0,114-221 832 0 0,-2 0 0 0 0,-2-2-1 0 0,0-1 1 0 0,-2 0-1 0 0,-37 31 1 0 0,42-44-684 0 0,0-2-1 0 0,-1 0 1 0 0,-41 21-1 0 0,46-28-759 0 0,0-1 0 0 0,-1 0 1 0 0,0-2-1 0 0,0 0 0 0 0,0 0 0 0 0,-21 1 0 0 0,-14-5-6102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42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9309 0 0,'8'-2'1224'0'0,"0"0"1"0"0,0 0 0 0 0,1 1-1 0 0,-1 0 1 0 0,10 1 0 0 0,-9 0-742 0 0,0 1 1 0 0,-1 1 0 0 0,1 0-1 0 0,-1 0 1 0 0,0 0 0 0 0,0 1 0 0 0,0 0-1 0 0,15 9 1 0 0,27 17 607 0 0,56 44 1 0 0,44 45-342 0 0,-136-106-701 0 0,208 170 319 0 0,280 216-552 0 0,-175-168-1252 0 0,-74-53-6916 0 0,-180-128 3932 0 0,-6-6-2788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43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3816 0 0,'4'-1'934'0'0,"2"-2"222"0"0,-1 1 0 0 0,1 0 0 0 0,0 0 0 0 0,0 0 0 0 0,0 1 0 0 0,1-1 0 0 0,-1 2 0 0 0,0-1 0 0 0,0 1 0 0 0,12 0 0 0 0,6 4-157 0 0,0 2 0 0 0,0 0 0 0 0,-1 1 0 0 0,0 2 0 0 0,28 14 0 0 0,106 65 1232 0 0,-139-77-1874 0 0,-17-10-352 0 0,12 6-54 0 0,0 2 1 0 0,0-1-1 0 0,0 2 0 0 0,12 12 1 0 0,-23-20-390 0 0,-11-3-1600 0 0,-1 0 1787 0 0,5 1-3 0 0,-1-1 0 0 0,1 1 0 0 0,-1-1 1 0 0,-9-3-1 0 0,10 2 190 0 0,-4 0-185 0 0,0-1-1 0 0,0 1 1 0 0,0 1-1 0 0,0 0 0 0 0,0 0 1 0 0,0 1-1 0 0,-11 0 1 0 0,19 0 266 0 0,1 1-1 0 0,-1-1 1 0 0,1 0 0 0 0,-1 0 0 0 0,1 1-1 0 0,-1-1 1 0 0,1 0 0 0 0,-1 1 0 0 0,1-1 0 0 0,-1 0-1 0 0,1 1 1 0 0,-1-1 0 0 0,1 1 0 0 0,-1-1-1 0 0,1 1 1 0 0,0-1 0 0 0,-1 1 0 0 0,1-1-1 0 0,0 1 1 0 0,0-1 0 0 0,-1 1 0 0 0,1 0 0 0 0,0-1-1 0 0,0 1 1 0 0,0 0 0 0 0,-1 6 388 0 0,5 8-116 0 0,0-2 1 0 0,1 1 0 0 0,0-1-1 0 0,1 1 1 0 0,1-1 0 0 0,0-1-1 0 0,15 20 1 0 0,73 83 1339 0 0,-83-102-1422 0 0,127 149 2077 0 0,-99-110-1498 0 0,42 70 0 0 0,-71-103-584 0 0,0 1 1 0 0,-2 0-1 0 0,0 0 1 0 0,-1 1-1 0 0,-1 0 1 0 0,8 44-1 0 0,-14-53-214 0 0,0-1-1 0 0,0 1 1 0 0,-1-1 0 0 0,0 1 0 0 0,-1-1 0 0 0,-1 1-1 0 0,0-1 1 0 0,0 0 0 0 0,-1 0 0 0 0,0 1 0 0 0,-1-2-1 0 0,0 1 1 0 0,-1 0 0 0 0,0-1 0 0 0,-8 11-1 0 0,4-9-348 0 0,-1 0-1 0 0,0-1 0 0 0,-1-1 0 0 0,1 0 0 0 0,-2 0 0 0 0,0-1 0 0 0,0 0 1 0 0,0-1-1 0 0,-1-1 0 0 0,0 0 0 0 0,-1 0 0 0 0,-17 5 0 0 0,5-4-1222 0 0,0 0-1 0 0,-1-2 1 0 0,0-1 0 0 0,0-1-1 0 0,-48 1 1 0 0,-21-11-2959 0 0,1-6-3769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43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28 4776 0 0,'-3'-20'8916'0'0,"2"13"165"0"0,14 733-5433 0 0,34-245-3077 0 0,-46-478-571 0 0,49 433 238 0 0,-46-402-186 0 0,37 364 667 0 0,7 487 727 0 0,-43-489-1110 0 0,29 919-626 0 0,132 870-1856 0 0,44-181 3192 0 0,-127-1193 187 0 0,-31 0-539 0 0,-39-238-437 0 0,-38-2-5375 0 0,15-489 1309 0 0,-3 71-6221 0 0,15-125 1170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44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27184 780 5913 0 0,'-1'-7'1218'0'0,"-1"0"0"0"0,-1 0 0 0 0,1 0 1 0 0,-1 0-1 0 0,-1 1 0 0 0,1-1 1 0 0,-1 1-1 0 0,-7-9 0 0 0,5 7-577 0 0,-1 1-1 0 0,-1-1 0 0 0,1 2 1 0 0,-1-1-1 0 0,-13-8 1 0 0,0 3-283 0 0,-1 1 0 0 0,0 1 0 0 0,0 1 1 0 0,-38-10-1 0 0,-7 3 7 0 0,1 3 0 0 0,-72-6 0 0 0,-139 2-12 0 0,137 11-290 0 0,-728-20 365 0 0,-187 37-25 0 0,-171-1-234 0 0,208-40 68 0 0,0-18 243 0 0,971 46-449 0 0,-1581-50 1201 0 0,-1 47-287 0 0,66 35-528 0 0,1428-26-388 0 0,-288 7 17 0 0,-626 11 11 0 0,616-18 6 0 0,-1198-13 169 0 0,1249 0-208 0 0,-1004-43-21 0 0,3-29-70 0 0,1-17 305 0 0,14 2 676 0 0,940 68-426 0 0,58 7 34 0 0,-53 0 9 0 0,43 6-84 0 0,-44 1-8 0 0,-746 2-2 0 0,787 16-437 0 0,-38 7 0 0 0,-588 54-94 0 0,623-22-889 0 0,36 6-3630 0 0,-131 12-5253 0 0,261-50 5196 0 0,31-22-5111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46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25511 762 4648 0 0,'4'1'6697'0'0,"34"9"6788"0"0,-46-5-12989 0 0,0 0-420 0 0,-1 0-1 0 0,1-1 1 0 0,-1 0-1 0 0,0 0 0 0 0,-1-1 1 0 0,1 0-1 0 0,-12 1 1 0 0,-69 8-101 0 0,0-5 1 0 0,-96-3-1 0 0,-184-25 69 0 0,229 11 288 0 0,-378-27 685 0 0,-481-45 250 0 0,324 25-1023 0 0,-169-17-352 0 0,-89-7-327 0 0,-1 21 311 0 0,-2106 19 500 0 0,2317 57-281 0 0,-1258 20 217 0 0,-27-55 95 0 0,1589 5-279 0 0,-528-27 269 0 0,532 22-206 0 0,2 0-13 0 0,-948-48 473 0 0,945 48-589 0 0,-1250-64-45 0 0,892 39 40 0 0,-291-15 82 0 0,1 21 190 0 0,76 42-245 0 0,7 67-762 0 0,285 31-3274 0 0,566-77 451 0 0,-309 50-7630 0 0,309-61 1637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47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26769 645 2920 0 0,'33'-7'18923'0'0,"-42"9"-17979"0"0,-225 45 1093 0 0,54-19-1636 0 0,-307 9 1 0 0,-299-71 585 0 0,658 25-804 0 0,-1377-91 1457 0 0,-970-81-684 0 0,2035 147-993 0 0,94 7 39 0 0,-56-4 3 0 0,234 19 35 0 0,-977-66 86 0 0,738 54-141 0 0,-905-34 176 0 0,261 42 219 0 0,624 17-295 0 0,-579 14 344 0 0,963-14-401 0 0,-382 8 190 0 0,-719 19 324 0 0,-2-6 77 0 0,-5-7-111 0 0,-10-20-508 0 0,775-1 131 0 0,-37-3-61 0 0,40-2-34 0 0,-43-3-64 0 0,45-2 62 0 0,-42-2 0 0 0,46 0-28 0 0,-47-3-6 0 0,52 3 0 0 0,-42-1 0 0 0,309 14 0 0 0,-797-35 0 0 0,-1658 1-1099 0 0,1916 63-824 0 0,219 9-5794 0 0,396-30 6955 0 0,-369 26-7860 0 0,246-30-1255 0 0,152 1 9870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51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 5569 0 0,'0'0'8558'0'0,"6"-5"-6666"0"0,16-15-525 0 0,-22 19-1284 0 0,1 0-1 0 0,-1 0 1 0 0,1 0-1 0 0,0 1 1 0 0,0-1-1 0 0,-1 0 1 0 0,1 1-1 0 0,0-1 1 0 0,0 0-1 0 0,0 1 1 0 0,0-1-1 0 0,0 1 1 0 0,0 0-1 0 0,0-1 1 0 0,0 1-1 0 0,0 0 1 0 0,0-1-1 0 0,0 1 1 0 0,0 0 0 0 0,2 0-1 0 0,0 0 171 0 0,15-5-17 0 0,1 1 1 0 0,0 1-1 0 0,30-2 1 0 0,-13 2-302 0 0,19 0 105 0 0,0 2 1 0 0,0 2 0 0 0,0 3 0 0 0,93 18 0 0 0,-86-7-28 0 0,-1 3 0 0 0,-1 2-1 0 0,-1 3 1 0 0,61 33 0 0 0,-38-13-21 0 0,-3 2 1 0 0,-1 5-1 0 0,-3 2 1 0 0,-2 4-1 0 0,-2 3 1 0 0,110 121 0 0 0,-149-142-30 0 0,-1 2 0 0 0,-3 1 1 0 0,-1 1-1 0 0,-2 1 1 0 0,-2 1-1 0 0,-2 2 0 0 0,-2 0 1 0 0,-2 1-1 0 0,11 50 1 0 0,-5-4 45 0 0,-5 2 1 0 0,8 114 0 0 0,-22-139-271 0 0,-3 1-1 0 0,-4 0 1 0 0,-18 119-1 0 0,11-141-430 0 0,-1 0 0 0 0,-3 0-1 0 0,-25 58 1 0 0,25-77-768 0 0,-1 0-1 0 0,-1-2 1 0 0,-1 0 0 0 0,-2 0-1 0 0,0-2 1 0 0,-25 26 0 0 0,-9-2-1875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51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2616 3079 1384 0 0,'-43'13'3594'0'0,"0"-1"-1"0"0,-79 9 1 0 0,83-17-1858 0 0,-67-3 0 0 0,42-7-999 0 0,1-2 0 0 0,0-3 0 0 0,1-2-1 0 0,0-3 1 0 0,-77-32 0 0 0,36 4-144 0 0,2-4-1 0 0,-112-72 0 0 0,-92-82-124 0 0,217 138-359 0 0,-109-103-1 0 0,123 94-27 0 0,4-3 0 0 0,3-2 1 0 0,-63-100-1 0 0,45 45-107 0 0,-83-179 0 0 0,123 214 117 0 0,5-2 0 0 0,-47-177 0 0 0,75 225-127 0 0,3 0-1 0 0,1-1 0 0 0,0-70 1 0 0,9 87 67 0 0,1 0 1 0 0,1 0-1 0 0,2 1 0 0 0,2-1 1 0 0,20-61-1 0 0,-15 62 8 0 0,3 0 0 0 0,1 1 0 0 0,1 1 0 0 0,41-57 0 0 0,-41 67-21 0 0,1 1 1 0 0,1 1-1 0 0,1 0 1 0 0,1 2 0 0 0,1 0-1 0 0,0 2 1 0 0,31-19-1 0 0,-25 21-62 0 0,1 1 0 0 0,1 1-1 0 0,0 2 1 0 0,1 0-1 0 0,0 3 1 0 0,0 0 0 0 0,1 2-1 0 0,0 1 1 0 0,64 0-1 0 0,-34 6-550 0 0,1 3 0 0 0,92 17 0 0 0,128 47-4015 0 0,131 72-3012 0 0,-197-58 1392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53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1140 6849 0 0,'0'0'4571'0'0,"2"4"-1480"0"0,6 9-1328 0 0,-6-9 2032 0 0,-1-2-3650 0 0,5 6-66 0 0,-4-6 21 0 0,0-1-58 0 0,17 15 529 0 0,-16-15 52 0 0,-1 0-440 0 0,24 11 903 0 0,-24-11-67 0 0,4-2-832 0 0,8-3-70 0 0,-7 2-16 0 0,0 0 0 0 0,0 0 0 0 0,0 1 1 0 0,1 0-1 0 0,-1 0 0 0 0,0 1 0 0 0,14 1 0 0 0,6 3-19 0 0,138 36 53 0 0,-56-12 12 0 0,-61-15-198 0 0,-26-6 133 0 0,1-1-1 0 0,0-2 1 0 0,43 4-1 0 0,-60-8-36 0 0,1 0-1 0 0,0 0 1 0 0,-1-1 0 0 0,1 0-1 0 0,-1-1 1 0 0,1 0 0 0 0,-1 1-1 0 0,0-2 1 0 0,1 1-1 0 0,-1-1 1 0 0,0 0 0 0 0,8-6-1 0 0,-7 4 21 0 0,-1-1 0 0 0,0 0 0 0 0,0 0 0 0 0,0 0 0 0 0,-1-1 0 0 0,0 1 0 0 0,0-1 0 0 0,-1 0 0 0 0,4-9-1 0 0,10-22 133 0 0,-3 0 1 0 0,-1-1-1 0 0,16-79 0 0 0,-18 47-372 0 0,-4-1 0 0 0,-1-78 0 0 0,-3 41 488 0 0,0 54 296 0 0,13-65 0 0 0,-11 91-352 0 0,1 0 0 0 0,2 1 1 0 0,23-53-1 0 0,-20 60-267 0 0,1 0-1 0 0,1 1 1 0 0,1 0 0 0 0,1 2 0 0 0,0 0-1 0 0,36-30 1 0 0,-44 41 20 0 0,0 1 1 0 0,0 0-1 0 0,1 0 0 0 0,-1 0 1 0 0,1 1-1 0 0,1 1 0 0 0,-1 0 0 0 0,0 0 1 0 0,14-3-1 0 0,-15 5-18 0 0,0 1 0 0 0,1 0 0 0 0,-1 0 0 0 0,1 1 0 0 0,-1 0 0 0 0,1 1 0 0 0,-1 0 0 0 0,0 0 0 0 0,1 1 0 0 0,-1 0 0 0 0,14 5 0 0 0,8 5-60 0 0,-2 2 0 0 0,1 0 0 0 0,36 27 0 0 0,74 63-175 0 0,-107-79 168 0 0,-6-5 37 0 0,-1 2 0 0 0,-1 0 0 0 0,36 45 0 0 0,-50-54 15 0 0,-1-1 1 0 0,-1 2 0 0 0,0-1 0 0 0,-1 1 0 0 0,0 1 0 0 0,-1-1 0 0 0,-1 1 0 0 0,0 0-1 0 0,5 31 1 0 0,-6-9-85 0 0,-1 0 0 0 0,-2 1-1 0 0,-2-1 1 0 0,-6 40 0 0 0,3-47-7 0 0,0-2 39 0 0,0 43 1 0 0,4-64 75 0 0,0-1 1 0 0,0 1 0 0 0,1-1-1 0 0,0 1 1 0 0,1-1 0 0 0,-1 0-1 0 0,1 0 1 0 0,0 1-1 0 0,1-1 1 0 0,-1 0 0 0 0,8 10-1 0 0,-7-11 17 0 0,1-1 0 0 0,0 0 0 0 0,1 0 0 0 0,-1 0 0 0 0,1-1 0 0 0,0 1 0 0 0,0-1 0 0 0,0 0 0 0 0,0-1 0 0 0,10 5 0 0 0,6 0 138 0 0,31 7 0 0 0,-51-14-155 0 0,48 9 204 0 0,0-3-1 0 0,67 1 1 0 0,-12-1-5 0 0,216 38 190 0 0,-240-26-801 0 0,154 56-1 0 0,-51 8-4199 0 0,-5-3-3877 0 0,-91-45 3936 0 0,-3-4-3842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55.6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1 395 3432 0 0,'2'3'5147'0'0,"18"24"2536"0"0,-14-17-7094 0 0,-4-7-429 0 0,-1-1-1 0 0,1 0 1 0 0,0 1-1 0 0,0-1 1 0 0,-1 0 0 0 0,2 0-1 0 0,2 2 1 0 0,0 1 87 0 0,-2-2-74 0 0,0 0 0 0 0,0-1 1 0 0,1 1-1 0 0,-1-1 0 0 0,1 1 0 0 0,-1-1 0 0 0,1 0 1 0 0,5 2-1 0 0,6 3 360 0 0,67 25 754 0 0,-15-7-680 0 0,-29-12-417 0 0,0-1-1 0 0,1-2 1 0 0,55 7 0 0 0,-25-10 8 0 0,70 0-1 0 0,-101-6-154 0 0,-22-1-14 0 0,18 2 74 0 0,8 3 577 0 0,9 2 1049 0 0,-48-7-1494 0 0,1-1-316 0 0,6 0 162 0 0,-1 0 0 0 0,0-1 0 0 0,10-4-1 0 0,-17 5-46 0 0,2-1 19 0 0,33-23 488 0 0,-35 23-410 0 0,0-1-19 0 0,36-55 1096 0 0,-32 49-963 0 0,3-3-51 0 0,-8 10-58 0 0,2-1-46 0 0,24-25 45 0 0,-8 9 20 0 0,21-27 0 0 0,-28 28-73 0 0,-1 0 1 0 0,-1 0 0 0 0,-1-2-1 0 0,0 1 1 0 0,-2-1 0 0 0,8-31-1 0 0,19-49 338 0 0,-27 80-488 0 0,-2 10 73 0 0,0-1 0 0 0,0 1 1 0 0,1 0-1 0 0,0 1 0 0 0,1-1 1 0 0,9-9-1 0 0,-10 12-29 0 0,-1 1-1 0 0,1 0 1 0 0,1 1 0 0 0,-1 0-1 0 0,14-9 1 0 0,-18 13 54 0 0,4 1-46 0 0,-1 1-1 0 0,0 0 1 0 0,1 0-1 0 0,-1 0 1 0 0,0 1-1 0 0,0 0 1 0 0,0 0-1 0 0,0 0 1 0 0,0 0-1 0 0,0 1 1 0 0,-1 0-1 0 0,1 0 1 0 0,-1 0-1 0 0,0 1 1 0 0,6 5-1 0 0,6 8-31 0 0,-1 1-1 0 0,17 25 0 0 0,-18-24-14 0 0,51 72-69 0 0,-25-33 75 0 0,80 88 0 0 0,-99-127 56 0 0,0-1 0 0 0,0-1 0 0 0,2 0 0 0 0,0-2 0 0 0,1-1 0 0 0,0-1 1 0 0,1-1-1 0 0,1-1 0 0 0,0-1 0 0 0,0-2 0 0 0,44 9 0 0 0,-45-13 54 0 0,0-1 0 0 0,43-2 1 0 0,-66-1-62 0 0,10 1 34 0 0,2-3 2 0 0,-2-1 31 0 0,-4 2-53 0 0,-1 0-3 0 0,-1 0 1 0 0,1-1 0 0 0,0 1-1 0 0,-1-1 1 0 0,12-6 0 0 0,-13 5-1 0 0,0-1-1 0 0,0 0 1 0 0,0 0 0 0 0,0-1-1 0 0,-1 1 1 0 0,0-1 0 0 0,0 0 0 0 0,4-7-1 0 0,4-4 7 0 0,20-25-28 0 0,-10 11 36 0 0,24-37-32 0 0,-4 8 29 0 0,11-15 22 0 0,51-38 198 0 0,-100 108-239 0 0,1 0-1 0 0,-1 0 1 0 0,1 0-1 0 0,-1 1 1 0 0,1 0-1 0 0,0 0 0 0 0,6-3 1 0 0,-5 3-31 0 0,-1 1 0 0 0,0 0 0 0 0,1 0 0 0 0,0 0 0 0 0,-1 1 0 0 0,1 0 0 0 0,0 0 0 0 0,0 0 0 0 0,7 1 0 0 0,6 2 12 0 0,0 1 1 0 0,-1 1-1 0 0,1 1 0 0 0,-1 1 0 0 0,27 12 0 0 0,91 50 68 0 0,-85-40-92 0 0,193 124 13 0 0,0-1-205 0 0,-153-110 212 0 0,-65-32-1655 0 0,42 10 1 0 0,-47-15 332 0 0,-1-1 0 0 0,0-1-1 0 0,1 0 1 0 0,-1-2 0 0 0,1-1 0 0 0,-1 0-1 0 0,32-6 1 0 0,-26 0-912 0 0,36-12 0 0 0,35-21-5912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57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42 845 4368 0 0,'-15'9'10164'0'0,"9"-5"-8947"0"0,3-2 219 0 0,-8 9 2593 0 0,6 1-3244 0 0,4-9 922 0 0,7-10-1601 0 0,20-20 1 0 0,-25 26-98 0 0,0 0 0 0 0,0-1 0 0 0,0 1 0 0 0,0 0 0 0 0,-1-1 0 0 0,1 1 1 0 0,0-1-1 0 0,-1 1 0 0 0,1-1 0 0 0,-1 0 0 0 0,0 1 0 0 0,1-1 0 0 0,-1 1 0 0 0,0-1 0 0 0,0 0 0 0 0,0 1 1 0 0,0-3-1 0 0,0-2 33 0 0,3-102 541 0 0,-4 13-89 0 0,2-20 240 0 0,-1 113-724 0 0,2-25 100 0 0,1 0-1 0 0,1 1 1 0 0,1 0 0 0 0,12-36-1 0 0,-10 42-84 0 0,1 0-1 0 0,1 0 0 0 0,1 1 1 0 0,1 0-1 0 0,0 1 0 0 0,2 1 1 0 0,0-1-1 0 0,1 2 0 0 0,0 0 0 0 0,24-19 1 0 0,-21 21 30 0 0,1 1 0 0 0,0 1 0 0 0,1 0 0 0 0,0 2 1 0 0,1 0-1 0 0,0 1 0 0 0,32-9 0 0 0,-37 15-53 0 0,0-1 1 0 0,0 2-1 0 0,1 0 0 0 0,-1 1 1 0 0,1 0-1 0 0,-1 1 0 0 0,1 1 0 0 0,-1 1 1 0 0,0 0-1 0 0,1 1 0 0 0,19 6 0 0 0,-8 0-174 0 0,0 1-1 0 0,30 16 1 0 0,-44-19 131 0 0,-1 0 1 0 0,1 2 0 0 0,-1-1 0 0 0,-1 2 0 0 0,1-1-1 0 0,10 13 1 0 0,-5-1-6 0 0,-1 1 0 0 0,0 0 0 0 0,22 44 0 0 0,28 79-253 0 0,-34-68 80 0 0,-24-61 178 0 0,0 0 1 0 0,1-1-1 0 0,0 1 1 0 0,1-2-1 0 0,1 0 1 0 0,0 0-1 0 0,25 22 0 0 0,-25-26 62 0 0,1-1-1 0 0,1-1 1 0 0,-1 1-1 0 0,1-2 1 0 0,0 0-1 0 0,1-1 1 0 0,0 0-1 0 0,0-1 1 0 0,23 6-1 0 0,-26-9 17 0 0,-1-1 0 0 0,1 0 0 0 0,0-1 0 0 0,0 0 0 0 0,0-1 0 0 0,0 0-1 0 0,-1 0 1 0 0,1-1 0 0 0,0-1 0 0 0,-1 1 0 0 0,1-2 0 0 0,-1 0 0 0 0,10-5 0 0 0,14-8 421 0 0,0-3-1 0 0,39-29 1 0 0,-54 35-204 0 0,-10 9-189 0 0,-1 0 0 0 0,15-5 1 0 0,-6 2-48 0 0,-14 7-22 0 0,0 0 0 0 0,-1 0-1 0 0,1 1 1 0 0,0-1 0 0 0,0 1 0 0 0,0 0-1 0 0,1 0 1 0 0,-1 0 0 0 0,0 0-1 0 0,3 1 1 0 0,-3-1 3 0 0,1 0 10 0 0,0 2-30 0 0,5 2 1 0 0,0 0 0 0 0,0 0 0 0 0,0 1 0 0 0,15 11 0 0 0,-16-10 6 0 0,0-1 0 0 0,0 0 0 0 0,1 0-1 0 0,0-1 1 0 0,0 0 0 0 0,0-1 0 0 0,0 0-1 0 0,10 2 1 0 0,-6-3 23 0 0,-1 0 0 0 0,1-1-1 0 0,-1 0 1 0 0,1-1 0 0 0,0-1-1 0 0,-1 0 1 0 0,1-1 0 0 0,-1 0 0 0 0,0-1-1 0 0,0 0 1 0 0,0-1 0 0 0,22-10-1 0 0,-5 0-40 0 0,0-2 0 0 0,-1-1-1 0 0,44-34 1 0 0,51-64-167 0 0,-25 20 284 0 0,-86 85-64 0 0,0 1 0 0 0,0 0 0 0 0,1 1 1 0 0,0 0-1 0 0,0 1 0 0 0,29-10 1 0 0,-34 14-8 0 0,0 1 1 0 0,1 0 0 0 0,-1 0 0 0 0,0 1 0 0 0,1 0-1 0 0,-1 1 1 0 0,1 0 0 0 0,-1 0 0 0 0,1 1-1 0 0,-1 0 1 0 0,0 1 0 0 0,1-1 0 0 0,15 7 0 0 0,1 3 59 0 0,0 1 1 0 0,38 24 0 0 0,43 39 103 0 0,-9-5-49 0 0,36 8 570 0 0,-88-56-2100 0 0,52 17 1 0 0,-64-27-688 0 0,1-2 0 0 0,0-2 0 0 0,1-1 0 0 0,-1-2 0 0 0,1-1 0 0 0,64-1 0 0 0,-5-10-6870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0:59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557 302 6937 0 0,'19'-20'4627'0'0,"23"-18"0"0"0,-30 29-3160 0 0,24-14-1 0 0,20-7-975 0 0,1 3 0 0 0,1 3 0 0 0,1 2-1 0 0,1 3 1 0 0,111-21 0 0 0,-93 29-442 0 0,2 3 0 0 0,-1 4 1 0 0,0 3-1 0 0,90 10 0 0 0,-61 4-250 0 0,0 6-1 0 0,158 47 0 0 0,-131-22 397 0 0,185 89-1 0 0,-209-78-177 0 0,137 91 0 0 0,-170-91 65 0 0,-2 3-1 0 0,89 87 0 0 0,-110-89 80 0 0,81 107 0 0 0,-103-117-91 0 0,-3 1 0 0 0,-2 2-1 0 0,28 64 1 0 0,-31-51-126 0 0,-3 1 0 0 0,-3 1 0 0 0,19 107 0 0 0,-31-118 29 0 0,-2 0-1 0 0,-2 1 0 0 0,-2-1 1 0 0,-3 1-1 0 0,-9 53 1 0 0,5-76 7 0 0,-1 0 0 0 0,-1-1 0 0 0,-2 0 1 0 0,-1 0-1 0 0,-2-1 0 0 0,0-1 0 0 0,-2 0 1 0 0,-1-1-1 0 0,-1 0 0 0 0,-2-2 0 0 0,-32 37 1 0 0,20-30 32 0 0,-1-2 0 0 0,-2-1 1 0 0,-1-2-1 0 0,-1-1 0 0 0,0-1 0 0 0,-2-3 1 0 0,-69 31-1 0 0,44-27-2 0 0,-1-2 0 0 0,-1-3 0 0 0,-101 19 0 0 0,79-25 11 0 0,1-4-1 0 0,-135 0 1 0 0,129-16 81 0 0,2-3-1 0 0,-1-4 1 0 0,2-4 0 0 0,-153-48 0 0 0,150 31-27 0 0,1-3-1 0 0,2-5 1 0 0,1-3 0 0 0,3-4 0 0 0,-121-91 0 0 0,95 52 79 0 0,4-4-1 0 0,4-5 1 0 0,-111-136 0 0 0,122 121 33 0 0,-131-212-1 0 0,172 236-128 0 0,5-2-1 0 0,3-1 0 0 0,-40-124 1 0 0,69 168-66 0 0,2 0 1 0 0,1-1 0 0 0,3 0 0 0 0,-3-68 0 0 0,10 90-10 0 0,2 1 0 0 0,0-1 0 0 0,2 1 0 0 0,0-1 0 0 0,2 1 1 0 0,1 0-1 0 0,0 0 0 0 0,2 1 0 0 0,1 0 0 0 0,13-24 0 0 0,-13 31-130 0 0,0 1-1 0 0,2 0 1 0 0,0 0 0 0 0,1 1-1 0 0,0 1 1 0 0,1 0-1 0 0,15-12 1 0 0,-7 10-609 0 0,-1 0 0 0 0,2 2 0 0 0,0 0 1 0 0,36-14-1 0 0,-12 10-1093 0 0,0 2 1 0 0,1 3-1 0 0,1 1 1 0 0,91-7 0 0 0,40 8-5769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22.6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2000 0 0,'0'0'6193'0'0,"12"24"-9466"0"0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24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5858 222 2384 0 0,'0'0'14358'0'0,"-8"1"-13488"0"0,-1 1-617 0 0,3-1-40 0 0,0 0 0 0 0,0-1 0 0 0,-1 1 0 0 0,-5-1 0 0 0,-34-2 416 0 0,-80-13 0 0 0,-52-20-572 0 0,70 12 275 0 0,-6 4 369 0 0,-161-6 0 0 0,-118 19-371 0 0,-9 0-322 0 0,179-8 192 0 0,110 6-143 0 0,-268-17 113 0 0,0 18 91 0 0,-3 20-134 0 0,-205 1-47 0 0,31-39 24 0 0,478 18-77 0 0,-310-22 40 0 0,1 21 66 0 0,95 30 163 0 0,149 5-1466 0 0,7 13-4333 0 0,123-34 3557 0 0,1-2-1 0 0,-1 1 0 0 0,-15 1 1 0 0,8-4-4674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25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1951 50 4416 0 0,'-2'4'5268'0'0,"-1"6"-2939"0"0,1-2-1152 0 0,-1 0 1 0 0,0 1-1 0 0,-1-1 0 0 0,-6 11 1 0 0,-22 23-214 0 0,-2-2 1 0 0,-1-1 0 0 0,-2-1 0 0 0,-52 39-1 0 0,72-64-795 0 0,-1 0 0 0 0,0-2 0 0 0,-1 0 0 0 0,-1-1 0 0 0,1-1 0 0 0,-2-1 0 0 0,1 0 0 0 0,-35 7 0 0 0,17-7 45 0 0,-2-2 0 0 0,1-2 0 0 0,-74-1 0 0 0,32-8-91 0 0,0-3 1 0 0,0-4-1 0 0,-90-26 1 0 0,-228-94-1690 0 0,184 37-4571 0 0,188 81 4534 0 0,1-2 0 0 0,0 0 0 0 0,1-2 0 0 0,-35-31 0 0 0,-8-19-5513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28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 4648 0 0,'0'0'7941'0'0,"4"1"-5816"0"0,12 1-787 0 0,-12-1 626 0 0,0 1-1176 0 0,1 0-417 0 0,1 1-1 0 0,-1 1 1 0 0,0-1-1 0 0,0 1 1 0 0,-1 0-1 0 0,1 0 1 0 0,-1 0-1 0 0,0 1 1 0 0,7 8-1 0 0,-2 2 37 0 0,-1-1-1 0 0,7 19 1 0 0,-10-21-298 0 0,-3-9-86 0 0,-1 1 0 0 0,0-1 0 0 0,0 1 0 0 0,0-1 1 0 0,0 1-1 0 0,-1 0 0 0 0,1 5 0 0 0,1 9-1 0 0,-1-6 9 0 0,0 1 1 0 0,-1-1-1 0 0,-2 14 1 0 0,1-15-29 0 0,-7 57 49 0 0,2-34 18 0 0,5-31-62 0 0,1 1-30 0 0,0 9-14 0 0,0-9-32 0 0,1-1-182 0 0,1 11 154 0 0,-1-11 16 0 0,0-14 30 0 0,3-33 106 0 0,-3 32-16 0 0,-1-1 0 0 0,-1-20 0 0 0,-1 10-2 0 0,2 17-34 0 0,-1 0 0 0 0,0 0 0 0 0,0 0 0 0 0,0 0 1 0 0,-3-7-1 0 0,-3-10 9 0 0,7 16 3 0 0,-2 0 0 0 0,1 0 0 0 0,-1 0-1 0 0,-4-10 1 0 0,-1-1 5 0 0,-4-11-55 0 0,7 19 27 0 0,0-1 0 0 0,-3-13 1 0 0,-11-47 1052 0 0,50 244-718 0 0,13-12-544 0 0,-45-158 220 0 0,-1 1-262 0 0,-1 0 246 0 0,2-2 23 0 0,-1-1 1 0 0,1 1-1 0 0,-1-1 0 0 0,1 1 0 0 0,-1-1 0 0 0,1 1 0 0 0,0-1 0 0 0,-1 1 0 0 0,1 1 0 0 0,-7-9-28 0 0,-21-19 40 0 0,27 23-20 0 0,-1 1 1 0 0,1-1-1 0 0,-1 1 1 0 0,1-1-1 0 0,0 0 1 0 0,0 1-1 0 0,0-1 1 0 0,-1-4-1 0 0,-19-58 13 0 0,21 61-11 0 0,-2-4 20 0 0,1-1 0 0 0,-1 0 0 0 0,2 1 0 0 0,-1-12 0 0 0,1 10 89 0 0,1 0 0 0 0,0 1 0 0 0,0-1 0 0 0,1 1 0 0 0,4-13 0 0 0,-2 12 46 0 0,0 0-1 0 0,1 1 0 0 0,0-1 0 0 0,1 1 1 0 0,8-11-1 0 0,-12 18-131 0 0,7-11 54 0 0,-8 19-48 0 0,1 3 0 0 0,-1-5-24 0 0,0 0 1 0 0,0 0-1 0 0,0 0 0 0 0,-1 0 1 0 0,0 0-1 0 0,0 0 0 0 0,0 0 1 0 0,-2 7-1 0 0,-23 138-3206 0 0,15-102 548 0 0,-19 55 0 0 0,26-92-2140 0 0,2-4 3064 0 0,1-3-11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28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439 0 5080 0 0,'0'0'10465'0'0,"-4"11"-9232"0"0,-17 33-127 0 0,19-40-958 0 0,-1-1 0 0 0,0 1-1 0 0,0-1 1 0 0,0 1-1 0 0,0-1 1 0 0,0 0 0 0 0,-1 0-1 0 0,1-1 1 0 0,-1 1-1 0 0,0-1 1 0 0,-5 4 0 0 0,-8 5 334 0 0,-38 25 569 0 0,37-26-770 0 0,1 2 0 0 0,0 0 0 0 0,-17 17 0 0 0,17-13-69 0 0,-4 4 52 0 0,-22 27 0 0 0,-34 42-559 0 0,43-56-8418 0 0,29-31 4330 0 0,-10 4-2519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28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 2368 0 0,'6'-8'4175'0'0,"1"1"-1"0"0,14-11 0 0 0,-18 15-3575 0 0,0 1-1 0 0,0 0 1 0 0,0 1 0 0 0,1-1-1 0 0,-1 1 1 0 0,1-1-1 0 0,-1 1 1 0 0,1 0 0 0 0,6-1-1 0 0,-9 2-549 0 0,-1 0 0 0 0,1 0 0 0 0,-1 0 0 0 0,1 0 0 0 0,-1 0 0 0 0,1 0-1 0 0,-1 0 1 0 0,1 0 0 0 0,-1 0 0 0 0,1 1 0 0 0,-1-1 0 0 0,1 0 0 0 0,-1 0 0 0 0,1 0 0 0 0,-1 1 0 0 0,1-1-1 0 0,0 1 1 0 0,6 2 107 0 0,0 0-1 0 0,-1 1 1 0 0,0 0-1 0 0,1 1 1 0 0,-1-1-1 0 0,-1 1 1 0 0,1 0-1 0 0,-1 0 1 0 0,9 12-1 0 0,15 31-502 0 0,24 57-1 0 0,-9-19-5573 0 0,-38-75 3373 0 0,1-1 0 0 0,15 20-1 0 0,-4-9-3742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29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26 1104 0 0,'0'0'18083'0'0,"4"-4"-17426"0"0,16-13-224 0 0,-15 12 1295 0 0,-1 10-1488 0 0,15 14 22 0 0,-15-14 177 0 0,8 3 657 0 0,-17-2-1078 0 0,-1 2-19 0 0,5-5-5 0 0,-1 0 0 0 0,0 0-1 0 0,0-1 1 0 0,-1 1-1 0 0,1-1 1 0 0,-1 1 0 0 0,1-1-1 0 0,-1 0 1 0 0,0 0-1 0 0,1 0 1 0 0,-1 0 0 0 0,-4 1-1 0 0,-61 32-395 0 0,65-34 361 0 0,-3 1-30 0 0,4-2 123 0 0,7-2 238 0 0,-3 1-287 0 0,7-3-26 0 0,1 1 0 0 0,0 0 1 0 0,0 0-1 0 0,0 1 0 0 0,0 0 1 0 0,0 0-1 0 0,16 1 1 0 0,-6 3-896 0 0,1 1 0 0 0,-1 2 0 0 0,21 6 0 0 0,13 3-5516 0 0,-32-11 2180 0 0,-1-4-2252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30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467 36 1680 0 0,'5'0'6622'0'0,"38"-6"4165"0"0,-29 3-9442 0 0,-10 2-551 0 0,-2 0-163 0 0,-2 1-589 0 0,0 0 1 0 0,0-1-1 0 0,1 1 1 0 0,-1 0-1 0 0,0 0 1 0 0,0 0-1 0 0,1 0 0 0 0,-1 0 1 0 0,0-1-1 0 0,0 1 1 0 0,0 0-1 0 0,0 0 1 0 0,1 0-1 0 0,-1 0 1 0 0,0-1-1 0 0,0 1 1 0 0,0 0-1 0 0,0 0 1 0 0,0-1-1 0 0,0 1 1 0 0,0 0-1 0 0,0 0 1 0 0,0 0-1 0 0,1-1 1 0 0,-1 1-1 0 0,0 0 1 0 0,0 0-1 0 0,0-1 0 0 0,0 1 1 0 0,0 0-1 0 0,-1 0 1 0 0,1-1-1 0 0,0 1 1 0 0,0 0-1 0 0,0 0 1 0 0,0-1-1 0 0,0 1 1 0 0,0 0-1 0 0,0 0 1 0 0,0 0-1 0 0,0-1 1 0 0,-1 1-1 0 0,1 0 1 0 0,0 0-1 0 0,0 0 1 0 0,0-1-1 0 0,0 1 0 0 0,-1 0 1 0 0,1 0-1 0 0,0 0 1 0 0,0 0-1 0 0,0 0 1 0 0,-1-1-1 0 0,1 1 1 0 0,0 0-1 0 0,0 0 1 0 0,0 0-1 0 0,-1 0 1 0 0,1 0-1 0 0,0 0 1 0 0,-18-8-450 0 0,14 7 621 0 0,4 1-211 0 0,-1-1-1 0 0,0 1 1 0 0,1 0 0 0 0,-1 0 0 0 0,0-1 0 0 0,1 1-1 0 0,-1 0 1 0 0,0 0 0 0 0,1 0 0 0 0,-1 0 0 0 0,0 0-1 0 0,1 0 1 0 0,-1 0 0 0 0,0 0 0 0 0,0 0-1 0 0,0 0 1 0 0,-81 9-1164 0 0,0-3 0 0 0,-120-7 0 0 0,186 0-409 0 0,-73-9-8284 0 0,60 4 3217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30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362 16 1104 0 0,'0'0'20406'0'0,"-56"-15"-19678"0"0,25 19-208 0 0,2 4-264 0 0,-10 3-188 0 0,3-1-284 0 0,-2 3-412 0 0,1-1-656 0 0,2 2-3032 0 0,8-7 1099 0 0,5-4-539 0 0,11-3-3149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30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209 0 4392 0 0,'6'1'5271'0'0,"1"-1"-3921"0"0,-5 0-975 0 0,0 0 1 0 0,1 1-1 0 0,-1-1 1 0 0,0 0-1 0 0,0 1 1 0 0,0-1-1 0 0,1 1 0 0 0,-1 0 1 0 0,0-1-1 0 0,0 1 1 0 0,3 2-1 0 0,3 1 167 0 0,0 0 1 0 0,0 0-1 0 0,0 1 0 0 0,-1 0 0 0 0,0 1 0 0 0,0-1 1 0 0,12 13-1 0 0,-13-9-332 0 0,0 0 0 0 0,0 1 1 0 0,-1-1-1 0 0,0 1 0 0 0,-1 0 1 0 0,0 1-1 0 0,0-1 0 0 0,-1 1 0 0 0,2 18 1 0 0,-3-15-204 0 0,-1 1 1 0 0,-1 0-1 0 0,0 0 0 0 0,-1 0 1 0 0,0 0-1 0 0,-6 22 1 0 0,4-25-18 0 0,-1 1 1 0 0,0-1-1 0 0,0 0 1 0 0,-1 0-1 0 0,-1-1 1 0 0,0 1 0 0 0,-14 19-1 0 0,16-26 48 0 0,0 0 0 0 0,-1 0 0 0 0,1 0 0 0 0,-1-1 0 0 0,0 0 0 0 0,0 0-1 0 0,-1 0 1 0 0,1 0 0 0 0,-1-1 0 0 0,0 0 0 0 0,0 0 0 0 0,0-1 0 0 0,0 1 0 0 0,-1-1 0 0 0,1-1 0 0 0,-11 2-1 0 0,11-2 41 0 0,0-1-1 0 0,0 0 1 0 0,0-1-1 0 0,0 0 1 0 0,1 0-1 0 0,-1 0 1 0 0,0 0-1 0 0,0-1 1 0 0,1 0-1 0 0,-8-4 1 0 0,5 2 35 0 0,0 0 0 0 0,0-1 0 0 0,1 0 0 0 0,0 0 1 0 0,-13-12-1 0 0,12 7 13 0 0,-1 0 1 0 0,1-1-1 0 0,1 0 1 0 0,0 0-1 0 0,1-1 0 0 0,0 1 1 0 0,0-1-1 0 0,2-1 1 0 0,-1 1-1 0 0,1-1 1 0 0,1 0-1 0 0,1 0 0 0 0,0 0 1 0 0,0 0-1 0 0,1-17 1 0 0,1 24-178 0 0,0 1-1 0 0,1-1 1 0 0,0 1 0 0 0,0 0 0 0 0,1-1 0 0 0,-1 1-1 0 0,1 0 1 0 0,0 0 0 0 0,0 0 0 0 0,1 0 0 0 0,0 0 0 0 0,0 1-1 0 0,6-9 1 0 0,-4 8-554 0 0,-1 0 0 0 0,1 0 0 0 0,0 1-1 0 0,0 0 1 0 0,1 0 0 0 0,5-4 0 0 0,3-1-4597 0 0,10-13 955 0 0,-17 16 2014 0 0,8-11-4506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31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2064 0 0,'29'10'12873'0'0,"-27"-9"-11214"0"0,0 1-375 0 0,1 0-989 0 0,-1 0 0 0 0,1 1 1 0 0,-1-1-1 0 0,0 0 1 0 0,0 1-1 0 0,0 0 1 0 0,0-1-1 0 0,0 1 0 0 0,-1 0 1 0 0,1 0-1 0 0,-1 0 1 0 0,2 6-1 0 0,-3-6-156 0 0,0 2-196 0 0,-1 7 72 0 0,-1 8-1132 0 0,2-7-4692 0 0,0-5 1392 0 0,2 0 3036 0 0,-1-3 89 0 0,-1-1-3749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31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 6745 0 0,'0'0'11035'0'0,"8"-2"-9901"0"0,24-7-204 0 0,-24 7-237 0 0,-1 5-117 0 0,-4-2-527 0 0,17 9 450 0 0,0 0-1 0 0,0 2 1 0 0,-1 0-1 0 0,24 19 1 0 0,-35-23-420 0 0,1 1-1 0 0,-1-1 1 0 0,-1 1 0 0 0,8 11 0 0 0,-13-16-64 0 0,0 0 0 0 0,0 0 0 0 0,0 0 0 0 0,0 0 0 0 0,-1 0 1 0 0,1 0-1 0 0,-1 1 0 0 0,0-1 0 0 0,-1 1 0 0 0,1-1 0 0 0,-1 1 0 0 0,0-1 0 0 0,0 1 1 0 0,0-1-1 0 0,-1 6 0 0 0,-2 3-10 0 0,-1 0 0 0 0,0 0 0 0 0,-1 0 0 0 0,0 0 0 0 0,-10 16 0 0 0,-42 62-31 0 0,4-7-75 0 0,51-80 90 0 0,0 0 0 0 0,0 0 0 0 0,1 0 0 0 0,-1 1 0 0 0,1-1 0 0 0,0 0 0 0 0,0 1-1 0 0,0-1 1 0 0,1 1 0 0 0,-1-1 0 0 0,1 1 0 0 0,1-1 0 0 0,-1 0 0 0 0,0 1 0 0 0,1-1 0 0 0,0 1 0 0 0,0-1-1 0 0,0 0 1 0 0,4 8 0 0 0,-2-5 1 0 0,1 0-1 0 0,0 0 0 0 0,1 0 1 0 0,0-1-1 0 0,0 0 1 0 0,0 0-1 0 0,0 0 0 0 0,1 0 1 0 0,0-1-1 0 0,11 7 1 0 0,-6-5 1 0 0,-1 0 0 0 0,1-1 1 0 0,0 0-1 0 0,1-1 0 0 0,-1-1 1 0 0,1 0-1 0 0,0 0 0 0 0,0-1 1 0 0,1 0-1 0 0,-1-2 0 0 0,0 1 1 0 0,15-1-1 0 0,-25-1-24 0 0,0 0 1 0 0,0 0-1 0 0,0 0 1 0 0,0-1-1 0 0,0 1 1 0 0,0-1-1 0 0,0 0 1 0 0,0 1 0 0 0,0-1-1 0 0,0 0 1 0 0,-1 0-1 0 0,4-2 1 0 0,0-1-48 0 0,-2 2 33 0 0,0 0-1 0 0,0 0 0 0 0,-1 0 0 0 0,1-1 0 0 0,-1 1 1 0 0,0-1-1 0 0,1 1 0 0 0,-1-1 0 0 0,0 0 0 0 0,-1 0 1 0 0,1 0-1 0 0,-1 0 0 0 0,1 0 0 0 0,-1-1 0 0 0,0 1 0 0 0,0 0 1 0 0,0-1-1 0 0,0-4 0 0 0,1-4-93 0 0,-1-1 0 0 0,-1 1-1 0 0,-1-22 1 0 0,-4-4 345 0 0,-1-1 1 0 0,-17-58-1 0 0,-33-74 1237 0 0,28 92-989 0 0,-10-28 29 0 0,37 104-670 0 0,5 11-6099 0 0,-1 1 5058 0 0,11 19-1198 0 0,5-7-2055 0 0,0-5-2894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32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 80 0 0,'0'0'16970'0'0,"33"-19"-14294"0"0,0 31-8049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33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42 1152 0 0,'6'-16'13692'0'0,"-4"14"-11648"0"0,1-4-1646 0 0,4 5 6114 0 0,-6 4-6507 0 0,2 5-59 0 0,0 0-1 0 0,-1 0 1 0 0,0 1 0 0 0,0-1 0 0 0,0 15 0 0 0,-2-21 49 0 0,1-2 4 0 0,-1 1 1 0 0,0-1-1 0 0,0 0 0 0 0,1 1 1 0 0,-1-1-1 0 0,0 0 0 0 0,0 1 1 0 0,1-1-1 0 0,-1 0 1 0 0,0 1-1 0 0,0-1 0 0 0,0 0 1 0 0,0 1-1 0 0,0-1 0 0 0,1 0 1 0 0,-1 1-1 0 0,0-1 1 0 0,0 1-1 0 0,0-1 0 0 0,0 0 1 0 0,0 1-1 0 0,0-1 0 0 0,0 0 1 0 0,-1 1-1 0 0,1 0 6 0 0,0 0 0 0 0,0-1 0 0 0,0 1 0 0 0,0 0 0 0 0,0-1 0 0 0,0 1 0 0 0,1 0 0 0 0,-1-1 0 0 0,0 1 0 0 0,0-1 0 0 0,0 1 0 0 0,0 0 0 0 0,1-1 0 0 0,-1 1 0 0 0,0-1 0 0 0,1 1 0 0 0,-1-1 0 0 0,0 1 0 0 0,2 0 0 0 0,4 7 92 0 0,-4-6 43 0 0,-1 1 3 0 0,4 5 32 0 0,-3-6-19 0 0,0-1-28 0 0,15 21 128 0 0,-15-20-231 0 0,-2 2-34 0 0,0 0-5 0 0,0 0-1 0 0,0 0 1 0 0,0 0 0 0 0,-1-1 0 0 0,1 1 0 0 0,-1 0 0 0 0,0-1 0 0 0,0 1 0 0 0,-1 0 0 0 0,1-1 0 0 0,-1 1 0 0 0,1-1 0 0 0,-1 0 0 0 0,0 1 0 0 0,-1-1 0 0 0,1 0 0 0 0,0 0 0 0 0,-1-1 0 0 0,0 1-1 0 0,1 0 1 0 0,-1-1 0 0 0,0 0 0 0 0,-4 3 0 0 0,4-3 43 0 0,-1-2 38 0 0,-11 2 15 0 0,11-2-18 0 0,-1-4 28 0 0,-2-3 37 0 0,0 1-1 0 0,1-1 0 0 0,0-1 0 0 0,0 1 1 0 0,0-1-1 0 0,1 0 0 0 0,-7-16 0 0 0,9 18-27 0 0,1-1 0 0 0,0 0 0 0 0,0 0 0 0 0,1 0 0 0 0,0 0-1 0 0,0 0 1 0 0,1-12 0 0 0,2-24 216 0 0,1 24-122 0 0,-2 16-212 0 0,0 1 22 0 0,5-8 20 0 0,-5 8-46 0 0,2 2-131 0 0,-1 0 138 0 0,1 0-1 0 0,-1 0 0 0 0,1 1 0 0 0,-1-1 0 0 0,1 1 0 0 0,3 1 0 0 0,0 0-2 0 0,5 3-11 0 0,2 3 53 0 0,-1 0 0 0 0,-1 1-1 0 0,1 1 1 0 0,-1 0-1 0 0,15 19 1 0 0,-12-9-85 0 0,-12-15 29 0 0,-2 0-4 0 0,2 9-181 0 0,-2-14 212 0 0,0 1 0 0 0,0-1 0 0 0,0 1-1 0 0,0-1 1 0 0,0 0 0 0 0,0 1 0 0 0,0-1 0 0 0,0 0-1 0 0,0 1 1 0 0,1-1 0 0 0,-1 1 0 0 0,0-1 0 0 0,0 0-1 0 0,0 1 1 0 0,0-1 0 0 0,0 0 0 0 0,1 1 0 0 0,-1-1 0 0 0,0 0-1 0 0,0 1 1 0 0,1-1 0 0 0,-1 0 0 0 0,-2 4-72 0 0,-9 11-24 0 0,9-11-20 0 0,-3-5 67 0 0,1 0 43 0 0,2 1 8 0 0,1 0 0 0 0,-1 0 0 0 0,1 0 0 0 0,-1-1 0 0 0,1 1 0 0 0,-1 0 0 0 0,1-1-1 0 0,-1 1 1 0 0,1-1 0 0 0,0 0 0 0 0,-1 1 0 0 0,1-1 0 0 0,-3-2 0 0 0,-12-9 65 0 0,1-1-1 0 0,-1-1 0 0 0,2 0 1 0 0,0-1-1 0 0,1 0 0 0 0,1-1 1 0 0,-13-20-1 0 0,24 33-70 0 0,-1 1 1 0 0,1 0-1 0 0,0-1 0 0 0,0 1 0 0 0,0-1 1 0 0,0 1-1 0 0,0-1 0 0 0,1 1 1 0 0,-1-1-1 0 0,1 0 0 0 0,0-3 0 0 0,9 10-1614 0 0,3 2-563 0 0,0 0 1 0 0,0 0-1 0 0,20 16 0 0 0,-10-8-2402 0 0,1-4-4133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40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867 192 2496 0 0,'63'-38'11313'0'0,"63"-36"-3661"0"0,-104 64-7283 0 0,0 0-1 0 0,0 1 1 0 0,1 1-1 0 0,26-5 1 0 0,5 4-122 0 0,1 2 0 0 0,1 3-1 0 0,95 4 1 0 0,-58 7-138 0 0,127 26 1 0 0,-157-20-240 0 0,-2 3 0 0 0,0 3 0 0 0,105 48 1 0 0,-126-48-58 0 0,-1 3 1 0 0,-2 1-1 0 0,0 2 0 0 0,-1 2 1 0 0,-2 0-1 0 0,42 44 1 0 0,-11 3-477 0 0,67 97 1 0 0,81 172-1862 0 0,-160-247 1988 0 0,-5 1 0 0 0,-3 3 0 0 0,-5 1 0 0 0,31 121 0 0 0,-64-188 742 0 0,-1 0 0 0 0,-1 0-1 0 0,-2 1 1 0 0,-2 55 0 0 0,-4-44 25 0 0,-2 0 0 0 0,-22 87 0 0 0,2-51 109 0 0,-4 0 0 0 0,-3-2 0 0 0,-55 98 0 0 0,55-118-232 0 0,-3-2-1 0 0,-2-2 0 0 0,-66 76 0 0 0,80-106-274 0 0,-1-1 0 0 0,-2-1 0 0 0,0-1 0 0 0,-1-1 1 0 0,-2-2-1 0 0,0-1 0 0 0,-1-1 0 0 0,-51 22 0 0 0,41-25 107 0 0,-1-3 1 0 0,-1-1-1 0 0,1-2 1 0 0,-1-2-1 0 0,-1-1 0 0 0,-82-1 1 0 0,61-8 251 0 0,-1-2 1 0 0,1-3-1 0 0,-120-31 1 0 0,105 14 76 0 0,1-3 0 0 0,1-3 0 0 0,2-4 0 0 0,2-3 0 0 0,-91-61 0 0 0,67 30 153 0 0,2-5-1 0 0,4-3 1 0 0,-87-96 0 0 0,87 72-64 0 0,5-5 0 0 0,5-3-1 0 0,5-3 1 0 0,4-4 0 0 0,-82-181 0 0 0,128 237-287 0 0,2 0 0 0 0,3-2 1 0 0,3 0-1 0 0,-10-68 1 0 0,21 83-53 0 0,1 0-1 0 0,3 0 1 0 0,3 0-1 0 0,1-1 1 0 0,2 1-1 0 0,11-55 1 0 0,-7 68 5 0 0,2 2-1 0 0,1-1 1 0 0,2 1-1 0 0,1 1 1 0 0,1 0-1 0 0,36-56 1 0 0,-27 53-29 0 0,2 2-1 0 0,1 1 1 0 0,2 1 0 0 0,0 1 0 0 0,47-36-1 0 0,-35 35-76 0 0,2 2 0 0 0,0 2-1 0 0,2 2 1 0 0,1 2 0 0 0,1 1-1 0 0,0 3 1 0 0,1 2 0 0 0,1 2-1 0 0,1 2 1 0 0,59-7 0 0 0,-41 13-1390 0 0,0 3 1 0 0,0 3-1 0 0,126 16 0 0 0,197 61-6207 0 0,-148-15 324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41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1 2856 0 0,'-6'0'5229'0'0,"-98"0"3573"0"0,71 2-8492 0 0,-1 1 0 0 0,-59 13-1 0 0,88-14-479 0 0,0-1 0 0 0,0 1 0 0 0,0 0 0 0 0,0 0 0 0 0,-8 5 0 0 0,8-4 20 0 0,4-3 142 0 0,1 1-1 0 0,-1-1 0 0 0,0 1 1 0 0,1-1-1 0 0,-1 1 1 0 0,1 0-1 0 0,-1-1 1 0 0,1 1-1 0 0,-1 0 0 0 0,1-1 1 0 0,-1 1-1 0 0,1 0 1 0 0,0 0-1 0 0,-1 0 1 0 0,1-1-1 0 0,0 1 0 0 0,0 0 1 0 0,-1 1-1 0 0,1 0-6 0 0,-4 10 156 0 0,4-9-55 0 0,-1 0 332 0 0,5 2 171 0 0,0 0-372 0 0,0 1 0 0 0,1-1 0 0 0,0 0 0 0 0,0 0 0 0 0,0-1 0 0 0,1 0 0 0 0,-1 1 0 0 0,1-2 0 0 0,0 1 0 0 0,7 2 0 0 0,23 7 633 0 0,1-1 1 0 0,51 8-1 0 0,-74-17-713 0 0,316 61 518 0 0,3-15 1 0 0,446 9-1 0 0,159-58-41 0 0,-757-2-607 0 0,397-11-2650 0 0,-557 12 2094 0 0,15 0-2481 0 0,-1-1-1 0 0,1-2 1 0 0,46-12 0 0 0,-18-1-4261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42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2944 0 0,'25'22'5629'0'0,"2"2"-2245"0"0,-1 3-1128 0 0,4-1-1500 0 0,0 3-668 0 0,3-1-824 0 0,3-3-3124 0 0,3-3 912 0 0,-4-7 387 0 0,-2-8 369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42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2 254 6489 0 0,'0'-23'3171'0'0,"-1"6"-1699"0"0,1 1-1 0 0,0 0 1 0 0,1 0-1 0 0,1-1 1 0 0,1 1-1 0 0,0 0 1 0 0,8-21 0 0 0,-8 32-1335 0 0,-1 0 0 0 0,1 1 0 0 0,0-1 0 0 0,0 1 0 0 0,0 0 0 0 0,1 0 0 0 0,0 0 1 0 0,0 0-1 0 0,0 1 0 0 0,0 0 0 0 0,0-1 0 0 0,1 2 0 0 0,-1-1 0 0 0,1 0 0 0 0,0 1 0 0 0,-1 0 1 0 0,1 0-1 0 0,0 0 0 0 0,7-1 0 0 0,6-1 84 0 0,-1 1 0 0 0,1 1-1 0 0,0 0 1 0 0,26 1 0 0 0,13 4 138 0 0,-1 3 1 0 0,0 2-1 0 0,61 16 0 0 0,154 60-276 0 0,59 53-4219 0 0,25 9-7153 0 0,-216-102 2675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43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4257 48 5913 0 0,'-144'21'7808'0'0,"0"-11"-4532"0"0,-146-9-1096 0 0,275-1-1962 0 0,-647-23 1955 0 0,304 7-1329 0 0,-8-1 142 0 0,-465-6 1139 0 0,235 50-1094 0 0,189 18-3485 0 0,310-30-380 0 0,-163 17-7297 0 0,173-29 1756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44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1 873 4200 0 0,'-1'-69'10789'0'0,"7"-1"-6058"0"0,1-20-2670 0 0,-6 23-1325 0 0,3 1 0 0 0,24-124-1 0 0,-22 166-586 0 0,1-1 0 0 0,2 1-1 0 0,0 0 1 0 0,17-29 0 0 0,-17 38 8 0 0,1 1 1 0 0,0-1 0 0 0,0 2-1 0 0,2-1 1 0 0,0 2 0 0 0,0-1-1 0 0,18-12 1 0 0,-22 19-85 0 0,1 0 0 0 0,-1 1 1 0 0,1 0-1 0 0,1 0 0 0 0,-1 1 0 0 0,1 0 1 0 0,-1 1-1 0 0,1 0 0 0 0,11-1 0 0 0,-6 2 7 0 0,0 0 0 0 0,0 1-1 0 0,0 1 1 0 0,0 1 0 0 0,22 3-1 0 0,2 4 18 0 0,-1 2 0 0 0,0 1 0 0 0,64 30 0 0 0,22 16 12 0 0,31 13-262 0 0,-111-52 26 0 0,74 18 0 0 0,-49-22 105 0 0,0-4 0 0 0,1-2 0 0 0,138-3 0 0 0,210-40-227 0 0,-2 0 85 0 0,-304 34-9 0 0,202 23 0 0 0,151 60-5556 0 0,-5 0-3946 0 0,-207-49 1393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45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 0 1232 0 0,'2'12'11801'0'0,"1"0"-4080"0"0,1 16-5189 0 0,-4-8-424 0 0,-7 12-143 0 0,-7 8-909 0 0,-2 2-832 0 0,-5 1-824 0 0,-2-2-3037 0 0,-1-7-1511 0 0,12-15 1319 0 0,5-12 277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45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593 2684 4008 0 0,'1'2'7080'0'0,"2"2"-3212"0"0,-5-13 3585 0 0,-3-8-7400 0 0,-40-154 488 0 0,-127-490 1862 0 0,-35 9 670 0 0,162 507-2503 0 0,6-1 0 0 0,-36-274 0 0 0,71 388-725 0 0,2 0 1 0 0,1 0 0 0 0,2 0-1 0 0,1-1 1 0 0,1 1 0 0 0,10-39-1 0 0,-9 58 54 0 0,0 0 0 0 0,1 1 0 0 0,0-1 0 0 0,1 1 0 0 0,0 1 0 0 0,1-1 1 0 0,12-15-1 0 0,-12 19 61 0 0,0 0 1 0 0,0 1 0 0 0,0 0 0 0 0,1 0 0 0 0,1 1 0 0 0,-1 0-1 0 0,1 1 1 0 0,0 0 0 0 0,0 0 0 0 0,18-6 0 0 0,-14 7 26 0 0,1 0 1 0 0,0 1-1 0 0,0 1 1 0 0,1 0-1 0 0,-1 1 1 0 0,0 0 0 0 0,1 2-1 0 0,-1-1 1 0 0,0 2-1 0 0,18 3 1 0 0,-4 1 45 0 0,-1 2 0 0 0,0 1 0 0 0,-1 1 0 0 0,32 16 1 0 0,-36-14 47 0 0,0 0-1 0 0,-1 2 1 0 0,0 0 0 0 0,-1 1 0 0 0,-1 1 0 0 0,0 1 0 0 0,-1 1 0 0 0,-1 0 0 0 0,-1 1 0 0 0,0 1 0 0 0,-2 1 0 0 0,0 0 0 0 0,-1 1 0 0 0,-2 0 0 0 0,0 1 0 0 0,-1 0 0 0 0,-1 1 0 0 0,8 38 0 0 0,-12-36-76 0 0,-1 0 0 0 0,-1 1 0 0 0,-2-1 0 0 0,0 1 0 0 0,-2-1 0 0 0,-1 0 0 0 0,-1 1 0 0 0,-1-1 0 0 0,-1 0 1 0 0,-13 35-1 0 0,11-42-180 0 0,-1 1 0 0 0,-1-1 0 0 0,0-1 0 0 0,-2 0 1 0 0,0 0-1 0 0,-1-1 0 0 0,0 0 0 0 0,-2-1 0 0 0,0-1 0 0 0,-1 0 1 0 0,0-1-1 0 0,-1 0 0 0 0,-30 18 0 0 0,27-20-680 0 0,-2-2 0 0 0,1 0-1 0 0,-1-2 1 0 0,-1 0 0 0 0,1-1 0 0 0,-1-1 0 0 0,-45 5-1 0 0,28-8-1635 0 0,0-1-1 0 0,-1-2 0 0 0,-68-9 0 0 0,12-6-4984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49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1583 0 4048 0 0,'-35'24'9711'0'0,"0"-2"-4577"0"0,-76 35-2283 0 0,48-25-1330 0 0,-87 47-105 0 0,3 7 0 0 0,-149 116 0 0 0,226-147-1384 0 0,2 3-1 0 0,3 3 1 0 0,2 2-1 0 0,4 4 1 0 0,-93 132 0 0 0,116-143-66 0 0,3 2 1 0 0,1 2 0 0 0,4 0 0 0 0,-35 109 0 0 0,42-93-7 0 0,3 1 0 0 0,3 0 0 0 0,4 1-1 0 0,4 1 1 0 0,2 0 0 0 0,8 84 0 0 0,5-54-1 0 0,6-1-1 0 0,4 0 1 0 0,4-1 0 0 0,70 195-1 0 0,-28-140-34 0 0,7-3 0 0 0,126 206 0 0 0,-51-141-5 0 0,265 297-482 0 0,-219-312 193 0 0,292 249-510 0 0,-264-279 360 0 0,334 217-4992 0 0,-432-320 1340 0 0,200 92 1 0 0,-95-71-3587 0 0,-226-97 7724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13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787 2102 3880 0 0,'3'2'9975'0'0,"7"10"-2279"0"0,-16-24-7401 0 0,-42-83 278 0 0,18 34-87 0 0,3-2 1 0 0,-38-129 0 0 0,-10-141 626 0 0,74 329-1097 0 0,-77-547 1659 0 0,73 501-1543 0 0,-13-282-297 0 0,18 302 27 0 0,1 1 1 0 0,2 0 0 0 0,1-1-1 0 0,1 1 1 0 0,2 1 0 0 0,16-49 0 0 0,-17 65 72 0 0,-1 0 0 0 0,2 0 0 0 0,0 0 0 0 0,0 0 0 0 0,1 1 0 0 0,0 1 0 0 0,12-13 0 0 0,-13 17 32 0 0,1-1 0 0 0,0 1 0 0 0,0 0 0 0 0,0 0 0 0 0,1 1 0 0 0,0 0 0 0 0,0 1 1 0 0,0 0-1 0 0,1 0 0 0 0,16-3 0 0 0,-17 5 83 0 0,0 0 0 0 0,0 1 0 0 0,0 0 0 0 0,0 0 0 0 0,1 1 0 0 0,-1 0 0 0 0,0 1 0 0 0,0 0 0 0 0,0 1 0 0 0,0-1 0 0 0,0 2 0 0 0,0-1 0 0 0,0 1 0 0 0,-1 1 0 0 0,1 0 0 0 0,-1 0 0 0 0,0 0 0 0 0,0 1 0 0 0,-1 0 0 0 0,1 1 0 0 0,-1 0 0 0 0,0 0 0 0 0,-1 0 0 0 0,1 1 0 0 0,-1 0 0 0 0,8 12 0 0 0,-3 0 31 0 0,0 0 0 0 0,-1 1 0 0 0,-1 0 0 0 0,-1 0 1 0 0,-1 1-1 0 0,0 0 0 0 0,-2 1 0 0 0,-1-1 0 0 0,0 1 0 0 0,-2 0 0 0 0,0 0 0 0 0,-1 0 0 0 0,-3 24 1 0 0,-2 0 21 0 0,-2-1 0 0 0,-1 0 0 0 0,-22 68 0 0 0,21-88-73 0 0,-2 1 1 0 0,0-1 0 0 0,-2-1 0 0 0,0 0 0 0 0,-2-1 0 0 0,-1 0 0 0 0,-25 30 0 0 0,29-41-22 0 0,-1 0 0 0 0,0-1 1 0 0,-1 0-1 0 0,0-1 0 0 0,-1-1 0 0 0,0 0 0 0 0,-1 0 1 0 0,-30 11-1 0 0,25-12-619 0 0,-1-2 1 0 0,-1-1-1 0 0,1 0 0 0 0,-1-2 1 0 0,0 0-1 0 0,-24-1 0 0 0,10-2-1492 0 0,-1-2 0 0 0,-71-14 0 0 0,51 3-914 0 0,-55-20 0 0 0,-25-21-5653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14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668 1 5737 0 0,'-30'19'6702'0'0,"-16"10"-1780"0"0,18-11-3538 0 0,-44 39 1 0 0,-110 126 800 0 0,50-46-1740 0 0,120-125-1074 0 0,-1-1 1 0 0,-1 1-1 0 0,-15 9 1 0 0,25-19 3 0 0,0 1 1 0 0,0-1-1 0 0,-1 0 1 0 0,1 0-1 0 0,0 0 1 0 0,-1-1-1 0 0,1 1 1 0 0,-1-1-1 0 0,0 0 1 0 0,1-1-1 0 0,-1 1 1 0 0,0-1-1 0 0,0 0 1 0 0,1 0-1 0 0,-1 0 1 0 0,-5-1 0 0 0,-18-10-6246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14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4112 0 0,'50'12'7997'0'0,"-1"3"-4105"0"0,13 11-1515 0 0,2 3-401 0 0,0 9-568 0 0,6 4-352 0 0,-2 4-340 0 0,4 3-228 0 0,-2 4-496 0 0,4 2-400 0 0,-5-2-864 0 0,0-2-3376 0 0,-4-10 1351 0 0,-4-8-547 0 0,-11-16-3941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15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686 1 1344 0 0,'6'13'15142'0'0,"-24"27"-13266"0"0,-6-25-304 0 0,-12 4-492 0 0,-6-2-324 0 0,-9-2-224 0 0,-3 1-268 0 0,-14 1-292 0 0,-8-3-516 0 0,2-1-648 0 0,-1-4-3084 0 0,12-8 1023 0 0,3-6-451 0 0,10-3-3105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15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958 55 4328 0 0,'0'0'10969'0'0,"-25"24"-8740"0"0,-2-17-369 0 0,-23 1-464 0 0,-16-4-288 0 0,-26-4-380 0 0,-13-4-352 0 0,-3-1-520 0 0,0 0-1816 0 0,-6-3-2336 0 0,13-10 1059 0 0,14-7-495 0 0,13-7-3133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16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676 1 3344 0 0,'0'0'13754'0'0,"-35"80"-11870"0"0,-4-34-400 0 0,-9 9-304 0 0,-5 1-228 0 0,-2 11-268 0 0,-5 6-156 0 0,4 2-256 0 0,2 2-412 0 0,-3 3-168 0 0,3-3-732 0 0,6 0-3672 0 0,1-14 1351 0 0,8-3-447 0 0,8-23-4145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16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 4968 0 0,'30'-6'5445'0'0,"-1"5"-1573"0"0,8 1-2032 0 0,10 7-251 0 0,4 5-165 0 0,12 10-264 0 0,3 13-356 0 0,0 10-176 0 0,-4 9-188 0 0,1 8-228 0 0,-3 9-220 0 0,-4 3-664 0 0,-4 1-3824 0 0,-5-7 1363 0 0,-4-10-799 0 0,1-9-3449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16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282 0 9733 0 0,'15'22'8389'0'0,"-9"5"-6053"0"0,-6-5-604 0 0,-6 19-416 0 0,-9 9-464 0 0,-9 17-248 0 0,-9 1-528 0 0,-9 3-540 0 0,-9 3-4724 0 0,-3-6 1311 0 0,9-13 349 0 0,12-24-5693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17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916 0 8673 0 0,'2'7'1353'0'0,"-1"-1"1"0"0,0 1-1 0 0,0 0 0 0 0,0 0 1 0 0,0 6-1 0 0,-2-2-211 0 0,0-1 0 0 0,-3 18-1 0 0,-3 1-601 0 0,-16 38-1 0 0,11-36 425 0 0,-141 318 1038 0 0,148-338-1971 0 0,-113 212 165 0 0,22-42-320 0 0,37-68 29 0 0,-78 160 70 0 0,16 7-287 0 0,24 45-674 0 0,61-159-1636 0 0,6-1-3867 0 0,17-85 2130 0 0,4-16-2359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18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634 1 872 0 0,'3'0'7516'0'0,"12"0"8156"0"0,-25 3-15385 0 0,-114 26 419 0 0,90-22-480 0 0,0 1 1 0 0,0 2-1 0 0,1 1 1 0 0,-36 18-1 0 0,43-16-131 0 0,2 1 0 0 0,0 1 0 0 0,1 1 1 0 0,0 0-1 0 0,-34 35 0 0 0,42-35-117 0 0,0 0 0 0 0,1 1 1 0 0,0 1-1 0 0,1 0 0 0 0,2 0 0 0 0,-11 22 1 0 0,16-27 9 0 0,1 1 0 0 0,0 0 0 0 0,1 0 0 0 0,0 0 0 0 0,1 0 0 0 0,1 1 0 0 0,0-1 0 0 0,1 1 0 0 0,0-1 0 0 0,3 22 0 0 0,1-18 21 0 0,0-1-1 0 0,1 0 1 0 0,1 0 0 0 0,1 0 0 0 0,0 0-1 0 0,1-1 1 0 0,12 20 0 0 0,-2-7-296 0 0,2-1-1 0 0,43 51 1 0 0,-41-56-2342 0 0,45 38 1 0 0,-54-52 896 0 0,0 0 0 0 0,1 0 1 0 0,0-2-1 0 0,0 1 0 0 0,29 9 0 0 0,5-3-5540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18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960 1 640 0 0,'-25'11'9948'0'0,"-3"-4"-5770"0"0,-30-3-1859 0 0,43-4-1528 0 0,-439 5 4205 0 0,283-6-4822 0 0,86 1-1528 0 0,1-1-4012 0 0,45-2-2170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18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471 3 9253 0 0,'21'-2'12869'0'0,"-3"5"-9381"0"0,-72 40-2712 0 0,12-20-492 0 0,-21 3-448 0 0,-6 0-968 0 0,-12-6-4284 0 0,1-4 1347 0 0,18-16 641 0 0,4-11-6273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19.2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294 0 4736 0 0,'0'0'7629'0'0,"6"22"-1600"0"0,-12 6-4057 0 0,-9 4-528 0 0,-9 10-212 0 0,-9 18-292 0 0,-2 12-260 0 0,-4 11-320 0 0,0 14-268 0 0,6 10-620 0 0,-9 40-4664 0 0,18 4 1315 0 0,15-34 345 0 0,18-5-5693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20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1015 1 4800 0 0,'0'-1'15132'0'0,"-9"4"-10442"0"0,1 0-4626 0 0,-1 1 0 0 0,1-1-1 0 0,0 2 1 0 0,0-1-1 0 0,0 1 1 0 0,1 0-1 0 0,-14 13 1 0 0,0 5 220 0 0,0 2-1 0 0,2 0 1 0 0,0 1-1 0 0,-21 42 1 0 0,-51 124 425 0 0,73-152-599 0 0,-204 480 253 0 0,-30 67-2582 0 0,247-575 2153 0 0,-45 98-1377 0 0,-39 133-1 0 0,31-13-3240 0 0,49-176 1842 0 0,2 0 0 0 0,-1 85 1 0 0,13-22-3749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21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0 912 0 0,'50'44'9966'0'0,"59"58"-3733"0"0,-79-71-5390 0 0,176 196 2393 0 0,-164-177-2854 0 0,152 186 974 0 0,-9 12-474 0 0,-151-197-735 0 0,-3 2 1 0 0,-2 1 0 0 0,-2 1 0 0 0,-2 1 0 0 0,17 62-1 0 0,-29-68-15 0 0,-1 0-1 0 0,-3 1 0 0 0,-1 0 0 0 0,-3 1 0 0 0,-3-1 0 0 0,-5 79 0 0 0,-4-63-239 0 0,-2-1-1 0 0,-4-1 0 0 0,-2 0 0 0 0,-3 0 0 0 0,-3-2 1 0 0,-3-1-1 0 0,-2 0 0 0 0,-3-2 0 0 0,-2-1 0 0 0,-51 69 1 0 0,36-66-1946 0 0,-3-3 0 0 0,-3-2 0 0 0,-2-3 1 0 0,-2-1-1 0 0,-3-3 0 0 0,-91 59 1 0 0,36-40-5229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56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563 302 3792 0 0,'80'-55'11953'0'0,"37"-31"-6094"0"0,8-7-4060 0 0,-111 84-1908 0 0,1 0-1 0 0,0 1 1 0 0,0 1 0 0 0,0 0-1 0 0,1 1 1 0 0,0 1 0 0 0,0 1-1 0 0,0 0 1 0 0,1 1 0 0 0,-1 0 0 0 0,1 1-1 0 0,0 1 1 0 0,30 3 0 0 0,11 2 213 0 0,0 3 0 0 0,0 2 1 0 0,-1 3-1 0 0,0 3 0 0 0,101 40 1 0 0,-111-34 70 0 0,-2 3 1 0 0,0 1-1 0 0,-2 3 0 0 0,-1 1 1 0 0,-1 2-1 0 0,-1 2 1 0 0,49 54-1 0 0,-48-43-187 0 0,-1 2 0 0 0,65 101 0 0 0,-87-116-47 0 0,-1 1-1 0 0,-1 0 1 0 0,-2 1-1 0 0,-1 1 1 0 0,-2 0-1 0 0,10 49 0 0 0,-14-36 106 0 0,-2 1 0 0 0,-2-1 0 0 0,-2 1 0 0 0,-2 0 0 0 0,-2 0 0 0 0,-11 56 0 0 0,3-50-163 0 0,-2 0-1 0 0,-3-1 0 0 0,-2 0 1 0 0,-3-2-1 0 0,-27 52 0 0 0,-137 196-507 0 0,-27-17 100 0 0,176-236 386 0 0,-3-1 0 0 0,-1-2-1 0 0,-64 53 1 0 0,92-87 177 0 0,-1 0 0 0 0,0 0 0 0 0,0-1 0 0 0,-1-1 0 0 0,0 0 0 0 0,0-1 0 0 0,-1-1 0 0 0,1 0 0 0 0,-1-1 0 0 0,0 0 0 0 0,0-1 0 0 0,-1-1 0 0 0,1 0 0 0 0,-1-2 1 0 0,1 1-1 0 0,-1-2 0 0 0,1 0 0 0 0,-21-4 0 0 0,9-2 52 0 0,1 0 1 0 0,1-2-1 0 0,-1-1 1 0 0,2-1-1 0 0,-27-15 1 0 0,7-1 265 0 0,-74-59-1 0 0,31 12 67 0 0,4-4-1 0 0,3-4 0 0 0,4-3 0 0 0,3-4 0 0 0,-84-134 0 0 0,104 137-77 0 0,4-3-1 0 0,4-1 1 0 0,4-2-1 0 0,4-2 1 0 0,-25-100-1 0 0,48 139-302 0 0,2 0 0 0 0,3-1 0 0 0,3 0 0 0 0,2 0 0 0 0,3-69 0 0 0,3 94-180 0 0,1 1 0 0 0,2 0 0 0 0,1 0 0 0 0,1 1 0 0 0,2-1-1 0 0,0 1 1 0 0,2 1 0 0 0,2 0 0 0 0,0 1 0 0 0,2 0-1 0 0,22-31 1 0 0,-21 38-198 0 0,1 0 0 0 0,0 2-1 0 0,1 0 1 0 0,1 1 0 0 0,39-28-1 0 0,-30 28-526 0 0,1 0 0 0 0,0 2 0 0 0,1 1 0 0 0,32-10 0 0 0,-5 8-1036 0 0,0 2 1 0 0,1 2-1 0 0,0 3 0 0 0,107-3 0 0 0,50 13-5996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46.9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1 213 6937 0 0,'9'-31'4920'0'0,"-3"-1"-1932"0"0,0 0-1536 0 0,0 1-643 0 0,-3 2-1437 0 0,0 8-2633 0 0,-3 4-427 0 0,3-3-3081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47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955 2673 8309 0 0,'-20'-8'4961'0'0,"14"3"-2030"0"0,-24-38 930 0 0,-44-82-1 0 0,-14-57-2280 0 0,78 161-1239 0 0,-173-460 1936 0 0,40-15-1342 0 0,107 367-733 0 0,-82-316 175 0 0,36 137-762 0 0,25 66-615 0 0,53 223 791 0 0,1 0 0 0 0,0-25 0 0 0,3 36 107 0 0,1 0-1 0 0,-1 0 0 0 0,1 0 0 0 0,0 0 1 0 0,1 0-1 0 0,0 0 0 0 0,5-12 0 0 0,-6 18 75 0 0,0 0 0 0 0,-1 1-1 0 0,1-1 1 0 0,0 0-1 0 0,0 1 1 0 0,0-1 0 0 0,1 1-1 0 0,-1-1 1 0 0,0 1-1 0 0,1 0 1 0 0,-1-1 0 0 0,1 1-1 0 0,-1 0 1 0 0,1 0-1 0 0,-1 0 1 0 0,1 0-1 0 0,0 0 1 0 0,-1 0 0 0 0,1 1-1 0 0,0-1 1 0 0,0 0-1 0 0,0 1 1 0 0,0 0 0 0 0,-1-1-1 0 0,1 1 1 0 0,0 0-1 0 0,0 0 1 0 0,0 0 0 0 0,0 0-1 0 0,0 0 1 0 0,0 1-1 0 0,0-1 1 0 0,-1 0 0 0 0,1 1-1 0 0,3 1 1 0 0,2 1-22 0 0,1 0 1 0 0,-1 0 0 0 0,0 1 0 0 0,0 0-1 0 0,-1 1 1 0 0,1 0 0 0 0,9 8 0 0 0,2 7-3 0 0,0 0 1 0 0,-1 0-1 0 0,0 2 1 0 0,-2 0-1 0 0,-1 1 1 0 0,-1 1-1 0 0,0 0 1 0 0,13 39-1 0 0,-10-15-27 0 0,-2 0 0 0 0,-2 1-1 0 0,9 87 1 0 0,-18-105-9 0 0,-1-1 1 0 0,-2 1-1 0 0,-1 0 1 0 0,-1 0-1 0 0,-13 61 0 0 0,12-78-292 0 0,-1 0-1 0 0,-1 0 0 0 0,0-1 0 0 0,-1 0 0 0 0,0 1 0 0 0,-1-2 0 0 0,0 1 0 0 0,-1-1 0 0 0,-1 0 0 0 0,0-1 1 0 0,-1 0-1 0 0,0 0 0 0 0,0-1 0 0 0,-1-1 0 0 0,-12 9 0 0 0,8-9-423 0 0,0 0-1 0 0,-1-2 1 0 0,0 0-1 0 0,-1 0 1 0 0,1-2 0 0 0,-1 0-1 0 0,0-1 1 0 0,-1-1-1 0 0,-24 2 1 0 0,-72-3-6375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1:50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4304 0 0,'350'359'10677'0'0,"151"198"-6328"0"0,91 204-1556 0 0,-503-625-2304 0 0,-5 4 1 0 0,74 171 0 0 0,-107-190-155 0 0,-5 1 0 0 0,-5 2-1 0 0,28 149 1 0 0,-52-178-148 0 0,-4 0-1 0 0,-5 1 1 0 0,-3 99-1 0 0,-8-123-39 0 0,-3 1-1 0 0,-3-1 0 0 0,-3-1 1 0 0,-37 119-1 0 0,22-114-185 0 0,-3-1 1 0 0,-3-2-1 0 0,-3 0 0 0 0,-4-3 0 0 0,-3-1 0 0 0,-2-2 1 0 0,-4-3-1 0 0,-2-1 0 0 0,-3-3 0 0 0,-2-2 0 0 0,-86 67 1 0 0,59-63-870 0 0,-2-3 1 0 0,-157 80 0 0 0,147-95-1139 0 0,-1-4 0 0 0,-1-4 0 0 0,-2-4 0 0 0,-2-4 0 0 0,-103 13 0 0 0,-25-12-6140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2:01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313 142 4648 0 0,'27'-24'7160'0'0,"12"-14"-1737"0"0,13-11-846 0 0,-22 20-1323 0 0,-29 27-1777 0 0,-8 14-1270 0 0,-16 31 39 0 0,-31 78 0 0 0,23-25-228 0 0,-30 173 1 0 0,12 105-192 0 0,32-229-618 0 0,-52 216 0 0 0,58-321 10 0 0,-29 66-1 0 0,30-84-1293 0 0,-2 0 0 0 0,-15 21 0 0 0,22-35 482 0 0,-1-1 1 0 0,0 0 0 0 0,0-1 0 0 0,-11 9-1 0 0,6-6-5417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2:02.2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470 0 6081 0 0,'0'0'15386'0'0,"-12"3"-14900"0"0,-25 6-74 0 0,-1 2 0 0 0,-55 24-1 0 0,73-24-293 0 0,0 0 0 0 0,0 1-1 0 0,1 1 1 0 0,1 0 0 0 0,0 2-1 0 0,-20 21 1 0 0,25-23-47 0 0,2 1-1 0 0,-1 0 1 0 0,2 1-1 0 0,0 1 1 0 0,1-1-1 0 0,0 1 1 0 0,2 1-1 0 0,-10 26 1 0 0,8-14 58 0 0,2-13-110 0 0,2 1 0 0 0,0-1-1 0 0,1 1 1 0 0,1 0 0 0 0,1 0-1 0 0,-1 29 1 0 0,4-31-18 0 0,1 0 0 0 0,0 0 0 0 0,1-1 0 0 0,1 1 1 0 0,0-1-1 0 0,1 1 0 0 0,0-1 0 0 0,1-1 0 0 0,9 14 0 0 0,-9-17 15 0 0,0-1-1 0 0,1 0 1 0 0,0 0-1 0 0,0-1 1 0 0,1 0-1 0 0,0 0 1 0 0,1-1 0 0 0,0 0-1 0 0,0 0 1 0 0,0-1-1 0 0,1 0 1 0 0,18 7-1 0 0,-15-7-62 0 0,1-2 1 0 0,-1 1-1 0 0,1-2 0 0 0,0 0 0 0 0,21 2 0 0 0,-25-5-1830 0 0,1 0 0 0 0,15-2-1 0 0,-21 1 570 0 0,0 0 1 0 0,0 0-1 0 0,0-1 0 0 0,0 0 0 0 0,7-3 0 0 0,-10 4 713 0 0,21-9-7410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2:02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0 3984 0 0,'0'0'7945'0'0,"-9"21"-4081"0"0,6-7-1343 0 0,0 4-517 0 0,3 11-488 0 0,-3 4-344 0 0,0 1-284 0 0,-5 8-392 0 0,4 3-324 0 0,-2-2-304 0 0,0 3-376 0 0,-3 0-952 0 0,3-5-3216 0 0,-2-10 1347 0 0,8-11-499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2:03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1 159 6505 0 0,'1'-4'4575'0'0,"4"-5"-3243"0"0,-1 0 0 0 0,2 0 0 0 0,0 0 0 0 0,0 1 1 0 0,0 0-1 0 0,15-14 0 0 0,-10 10-1078 0 0,0-1 1 0 0,12-18-1 0 0,-8 7-5403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2:03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471 77 512 0 0,'-2'-25'14601'0'0,"2"18"-14051"0"0,0 4 1491 0 0,0-1-354 0 0,2-33 4949 0 0,-7 47-6351 0 0,-7 20-86 0 0,1 1 1 0 0,-9 45-1 0 0,-36 289 680 0 0,40-254-802 0 0,4-36 58 0 0,-3 0 1 0 0,-36 103 0 0 0,30-121-559 0 0,-2-1 0 0 0,-3-1 0 0 0,-50 79 0 0 0,28-62-2219 0 0,1-2-5168 0 0,26-40 2589 0 0,11-15-2927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2:04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505 27 5697 0 0,'25'-20'15576'0'0,"-35"18"-15039"0"0,4 1-441 0 0,-1 0-8 0 0,0 0 0 0 0,0 0 0 0 0,1 1 0 0 0,-1 0 0 0 0,0 0 0 0 0,0 0 0 0 0,0 1-1 0 0,-11 3 1 0 0,-45 16 605 0 0,0 4-1 0 0,-91 47 0 0 0,137-62-572 0 0,0 1 0 0 0,0 1 0 0 0,1 0 1 0 0,-27 24-1 0 0,38-31-99 0 0,1 1 0 0 0,-1 0 1 0 0,1-1-1 0 0,0 1 1 0 0,1 1-1 0 0,-1-1 1 0 0,1 1-1 0 0,0-1 1 0 0,0 1-1 0 0,1 0 1 0 0,0 0-1 0 0,0 0 1 0 0,0 0-1 0 0,1 0 0 0 0,-1 0 1 0 0,2 1-1 0 0,-1-1 1 0 0,1 0-1 0 0,0 8 1 0 0,3 1-36 0 0,0 1 0 0 0,1 0 1 0 0,1-1-1 0 0,0 0 0 0 0,1 0 0 0 0,1-1 1 0 0,0 0-1 0 0,1 0 0 0 0,0 0 1 0 0,1-1-1 0 0,18 20 0 0 0,-4-8-106 0 0,2 0 0 0 0,0-2 0 0 0,1-1 0 0 0,41 26 0 0 0,-36-28-281 0 0,55 25 0 0 0,-66-36-421 0 0,23 5 0 0 0,-30-10-1010 0 0,0-1 1 0 0,22 2-1 0 0,-24-5-2648 0 0,-4-2 2799 0 0,-3 1 80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8:52:04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1 552 0 0,'-4'16'15235'0'0,"-2"7"-7459"0"0,-3 11-4400 0 0,-7 24-5039 0 0,0-4-265 0 0,7-21 3946 0 0,-84 392-5455 0 0,76-316-2563 0 0,-4 138 1 0 0,20-138-1171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7:18:28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0 6785 0 0,'-40'51'11014'0'0,"23"-27"-10130"0"0,2 1 1 0 0,0 0-1 0 0,-11 32 1 0 0,18-37-637 0 0,2 1 1 0 0,0 0 0 0 0,1 0 0 0 0,1 0-1 0 0,1 1 1 0 0,1 0 0 0 0,2 32 0 0 0,21 154 588 0 0,-12-145-642 0 0,76 417 996 0 0,-32-204-899 0 0,-18-67-122 0 0,53 261-1866 0 0,-88-468 1677 0 0,41 165-4298 0 0,-37-155 2634 0 0,1 5-1217 0 0,-4-6-3648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7:18:29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9 2256 0 0,'8'-2'1953'0'0,"0"0"1"0"0,0 0-1 0 0,1 1 0 0 0,-1 0 0 0 0,1 0 1 0 0,12 2-1 0 0,-13-1-1202 0 0,0 2-1 0 0,0-1 1 0 0,0 1-1 0 0,0 0 1 0 0,-1 0 0 0 0,13 6-1 0 0,-13-5-598 0 0,-1 1-1 0 0,0-1 1 0 0,-1 1-1 0 0,1 0 1 0 0,-1 1-1 0 0,1-1 1 0 0,-1 1-1 0 0,-1 0 1 0 0,1 0-1 0 0,-1 1 1 0 0,0-1-1 0 0,0 1 1 0 0,0 0 0 0 0,-1 0-1 0 0,0 0 1 0 0,0 0-1 0 0,-1 1 1 0 0,4 11-1 0 0,-4-10-52 0 0,-1 1 0 0 0,0 0 0 0 0,0-1 0 0 0,-1 1 0 0 0,0 0 0 0 0,0 0 0 0 0,-1-1-1 0 0,0 1 1 0 0,-5 16 0 0 0,2-13-16 0 0,-1 1-1 0 0,0-1 1 0 0,0-1-1 0 0,-1 1 0 0 0,-1-1 1 0 0,-8 11-1 0 0,-4 1 41 0 0,-1 0 0 0 0,-1-1 0 0 0,-1-2 0 0 0,-49 36-1 0 0,50-41 47 0 0,-2-1 0 0 0,0-1 0 0 0,-30 12-1 0 0,-74 21 229 0 0,117-43-379 0 0,-24 9-101 0 0,33-11 86 0 0,-1 0 0 0 0,0 0 0 0 0,0 0 0 0 0,0 1 0 0 0,1-1 0 0 0,-1 0 0 0 0,1 1 0 0 0,-1-1 0 0 0,1 1 1 0 0,-1-1-1 0 0,1 1 0 0 0,0 0 0 0 0,-1 1 0 0 0,1-3-1 0 0,1 1 0 0 0,0-1 0 0 0,0 0 0 0 0,0 0 0 0 0,0 0 0 0 0,0 1 0 0 0,0-1 1 0 0,0 0-1 0 0,0 0 0 0 0,0 0 0 0 0,0 1 0 0 0,0-1 0 0 0,0 0 0 0 0,0 0 0 0 0,0 0 0 0 0,0 1 0 0 0,0-1 1 0 0,0 0-1 0 0,1 0 0 0 0,-1 0 0 0 0,0 0 0 0 0,0 1 0 0 0,0-1 0 0 0,0 0 0 0 0,0 0 0 0 0,0 0 0 0 0,0 0 0 0 0,1 1 1 0 0,-1-1-1 0 0,0 0 0 0 0,0 0 0 0 0,0 0 0 0 0,0 0 0 0 0,1 0 0 0 0,-1 0 0 0 0,11 12-25 0 0,1-1 0 0 0,0 0 0 0 0,1-1 0 0 0,0 0 0 0 0,0-1 0 0 0,1-1 0 0 0,25 12 0 0 0,117 41 54 0 0,-118-48-13 0 0,408 136 1193 0 0,-41-15-1385 0 0,-340-109-502 0 0,34 10-1343 0 0,-32-17-3719 0 0,-56-15 4008 0 0,1-1 0 0 0,-1-1 0 0 0,0 0 0 0 0,21 0 0 0 0,-2-7-6696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7:18:29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595 0 3536 0 0,'2'2'11145'0'0,"-1"-2"-10841"0"0,0 1-1 0 0,0 0 0 0 0,0-1 0 0 0,0 1 0 0 0,-1 0 1 0 0,1 0-1 0 0,0 0 0 0 0,0 0 0 0 0,0 0 0 0 0,-1 0 0 0 0,1 0 1 0 0,-1 0-1 0 0,1 0 0 0 0,-1 0 0 0 0,1 1 0 0 0,-1-1 1 0 0,1 0-1 0 0,-1 0 0 0 0,0 0 0 0 0,0 1 0 0 0,0-1 1 0 0,0 0-1 0 0,0 0 0 0 0,0 1 0 0 0,0 1 0 0 0,-1 4-148 0 0,0 0 0 0 0,-1 0 0 0 0,-3 11 0 0 0,1-5 344 0 0,-61 257 1576 0 0,40-149-1509 0 0,-44 122 0 0 0,65-233-458 0 0,-1 1 0 0 0,0-1 0 0 0,-12 18 1 0 0,17-28-102 0 0,-1 1 1 0 0,1-1 0 0 0,0 0 0 0 0,-1 1 0 0 0,1-1 0 0 0,0 0 0 0 0,-1 1 0 0 0,1-1 0 0 0,-1 0 0 0 0,1 0 0 0 0,-1 1-1 0 0,1-1 1 0 0,-1 0 0 0 0,1 0 0 0 0,-1 0 0 0 0,1 0 0 0 0,-1 0 0 0 0,1 1 0 0 0,-1-1 0 0 0,0 0 0 0 0,1 0 0 0 0,0 0 1 0 0,-1-1 0 0 0,1 1-1 0 0,0 0 1 0 0,0 0 0 0 0,-1 1 0 0 0,1-1-1 0 0,0 0 1 0 0,0 0 0 0 0,-1 0-1 0 0,1 0 1 0 0,0 0 0 0 0,0 0-1 0 0,0 0 1 0 0,-1 0 0 0 0,1 0-1 0 0,0 0 1 0 0,0 1 0 0 0,0-1-1 0 0,-1 0 1 0 0,1 0 0 0 0,0 0-1 0 0,0 0 1 0 0,0 1 0 0 0,0-1-1 0 0,-1 0 1 0 0,1 0 0 0 0,0 0 0 0 0,0 1-1 0 0,-5-3 172 0 0,0 0-123 0 0,4 2-28 0 0,-1-1 0 0 0,0 0-1 0 0,0 1 1 0 0,1-1 0 0 0,-1 0 0 0 0,1 0 0 0 0,-1 0 0 0 0,0 0 0 0 0,1 0 0 0 0,0 0 0 0 0,-3-3 0 0 0,-4-3 82 0 0,5 3-25 0 0,0 1-1 0 0,-1 0 0 0 0,1 0 0 0 0,-1 0 0 0 0,0 0 0 0 0,0 0 1 0 0,0 1-1 0 0,0-1 0 0 0,-9-2 0 0 0,13 5-77 0 0,0 0 0 0 0,-1 0 1 0 0,1 0-1 0 0,-1 0 0 0 0,1 0 0 0 0,0 0 1 0 0,-1 0-1 0 0,1 0 0 0 0,0 0 0 0 0,-1 0 1 0 0,1 0-1 0 0,0 1 0 0 0,-1-1 0 0 0,1 0 1 0 0,0 0-1 0 0,-1 0 0 0 0,1 0 0 0 0,0 1 0 0 0,-1-1 1 0 0,1 0-1 0 0,0 0 0 0 0,-1 1 0 0 0,-9 7 71 0 0,0 0 0 0 0,0 1 0 0 0,0 0 0 0 0,1 0 0 0 0,1 1 0 0 0,0 0 0 0 0,0 1 0 0 0,-9 17 0 0 0,-50 106-417 0 0,51-97 262 0 0,-9 22-52 0 0,3 1 0 0 0,3 1-1 0 0,2 1 1 0 0,3 0 0 0 0,-11 119 0 0 0,23-155-290 0 0,1-1 0 0 0,2 0 0 0 0,0 1 0 0 0,2-1 0 0 0,1 0 1 0 0,1 0-1 0 0,0-1 0 0 0,2 1 0 0 0,15 33 0 0 0,-16-44-868 0 0,2 0 0 0 0,-1-1 0 0 0,13 15-1 0 0,-16-22 221 0 0,1 0 0 0 0,0-1 0 0 0,0 1 0 0 0,0-1 0 0 0,1 0 0 0 0,0-1 0 0 0,0 1 0 0 0,11 5 0 0 0,7-2-6269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7:18:30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955 1 6041 0 0,'0'0'10240'0'0,"1"4"-7852"0"0,1 13-548 0 0,-2-17-1768 0 0,1 1 0 0 0,-1-1 0 0 0,0 1 0 0 0,0 0-1 0 0,0-1 1 0 0,0 1 0 0 0,-1-1 0 0 0,1 1 0 0 0,0-1 0 0 0,0 1-1 0 0,0-1 1 0 0,0 1 0 0 0,0-1 0 0 0,-1 1 0 0 0,1-1 0 0 0,0 1-1 0 0,-1-1 1 0 0,1 1 0 0 0,-1 0 0 0 0,-86 148 3930 0 0,1-3-2289 0 0,-13 21-877 0 0,68-131-758 0 0,26-33-4 0 0,-6-2 13 0 0,8-1 30 0 0,-2-2 4 0 0,-30-18 85 0 0,23 12-111 0 0,-2 1-1 0 0,-16-8 1 0 0,25 13-57 0 0,0 1 0 0 0,0 0-1 0 0,0 0 1 0 0,0 1 0 0 0,0 0 0 0 0,0 0 0 0 0,0 0-1 0 0,0 0 1 0 0,0 1 0 0 0,0-1 0 0 0,0 1 0 0 0,0 1-1 0 0,0-1 1 0 0,0 1 0 0 0,0 0 0 0 0,1 0 0 0 0,-7 4-1 0 0,-3 2 78 0 0,1 0 0 0 0,0 2-1 0 0,1 0 1 0 0,-16 15-1 0 0,-4 8 40 0 0,1 1 0 0 0,2 2 0 0 0,-48 78 0 0 0,46-59-653 0 0,2 2 0 0 0,-29 82 0 0 0,6 34-2999 0 0,45-135 311 0 0,0-1-1 0 0,-1 63 1 0 0,8-89 2028 0 0,0 1 0 0 0,1-1-1 0 0,4 17 1 0 0,11 24-8220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7:18:53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1006 608 6569 0 0,'16'-6'1848'0'0,"0"0"1"0"0,0 1 0 0 0,1 1-1 0 0,0 0 1 0 0,0 2 0 0 0,31-2 0 0 0,-28 4-1195 0 0,1 1 0 0 0,-1 1 1 0 0,0 1-1 0 0,0 1 1 0 0,24 7-1 0 0,-14 0-560 0 0,0 1 0 0 0,-1 1-1 0 0,0 2 1 0 0,-1 1 0 0 0,-1 1 0 0 0,0 1-1 0 0,31 29 1 0 0,-13-6-5 0 0,-1 2 0 0 0,-3 1-1 0 0,-2 3 1 0 0,-2 1 0 0 0,-2 2-1 0 0,45 84 1 0 0,-44-60 87 0 0,-2 1 0 0 0,-4 2 0 0 0,-4 1-1 0 0,23 107 1 0 0,-31-96 21 0 0,-4 1-1 0 0,-3 0 0 0 0,-5 1 1 0 0,-4-1-1 0 0,-3 1 0 0 0,-17 111 0 0 0,-25 35 133 0 0,26-169-385 0 0,-39 101 0 0 0,38-127 84 0 0,-1-1-1 0 0,-3-1 1 0 0,-1-1-1 0 0,-1 0 1 0 0,-2-2-1 0 0,-2-2 1 0 0,-2 0-1 0 0,-47 44 1 0 0,55-60-21 0 0,-1 0 1 0 0,-1-2-1 0 0,0 0 1 0 0,-1-2-1 0 0,-1-1 1 0 0,0-1-1 0 0,0-1 1 0 0,-2-1-1 0 0,1-2 1 0 0,-2 0-1 0 0,1-2 1 0 0,-1-2-1 0 0,0 0 1 0 0,-31 0-1 0 0,32-5-3 0 0,1-1 0 0 0,-1-1 1 0 0,1-2-1 0 0,0 0 0 0 0,0-2 0 0 0,0-1 0 0 0,1-2 0 0 0,0 0 0 0 0,-28-15 1 0 0,19 5-15 0 0,0-1 0 0 0,1-2 1 0 0,1-1-1 0 0,2-1 0 0 0,-52-52 1 0 0,16 3 97 0 0,2-3 0 0 0,5-2 0 0 0,2-4 0 0 0,-84-159 0 0 0,80 115 157 0 0,6-4 0 0 0,-71-244 1 0 0,99 267-128 0 0,6-1-1 0 0,4-1 1 0 0,5 0 0 0 0,4-1 0 0 0,11-183 0 0 0,4 216-110 0 0,3 1 0 0 0,4 0 0 0 0,23-76 0 0 0,-21 102-11 0 0,3 0 0 0 0,1 2 0 0 0,3 0-1 0 0,2 1 1 0 0,40-60 0 0 0,-25 53-226 0 0,2 2-1 0 0,49-47 0 0 0,-62 71-476 0 0,1 2-1 0 0,1 0 1 0 0,2 3-1 0 0,59-35 1 0 0,-71 48-553 0 0,-1 1 0 0 0,2 1 0 0 0,0 0 1 0 0,-1 2-1 0 0,2 0 0 0 0,-1 2 1 0 0,1 0-1 0 0,0 1 0 0 0,-1 1 0 0 0,1 2 1 0 0,35 2-1 0 0,32 10-6172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7:18:51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2140 501 3216 0 0,'58'34'11764'0'0,"2"-2"-6800"0"0,17 10-2728 0 0,-39-19-1803 0 0,-1 3-1 0 0,47 40 1 0 0,60 68 1 0 0,-124-114-381 0 0,42 43 62 0 0,-4 2 0 0 0,-2 3-1 0 0,53 85 1 0 0,-54-63-43 0 0,-4 1-1 0 0,51 129 1 0 0,-72-140-32 0 0,-3 2-1 0 0,-4 0 1 0 0,-4 2 0 0 0,-3 0-1 0 0,-4 1 1 0 0,-3 0 0 0 0,-5 158-1 0 0,-8-185-42 0 0,-2 0-1 0 0,-3 0 1 0 0,-3-1-1 0 0,-19 59 1 0 0,17-74 30 0 0,-2 0 1 0 0,-2-1 0 0 0,-2-1-1 0 0,-2-1 1 0 0,-49 69-1 0 0,42-71-10 0 0,-1-1-1 0 0,-2-2 1 0 0,-1-1-1 0 0,-2-1 1 0 0,-1-2-1 0 0,-43 27 1 0 0,8-14-22 0 0,-2-3-1 0 0,-1-4 1 0 0,-1-3 0 0 0,-2-4 0 0 0,-2-2 0 0 0,0-4 0 0 0,-1-4-1 0 0,-1-3 1 0 0,-1-4 0 0 0,0-3 0 0 0,-1-4 0 0 0,1-4 0 0 0,-104-10 0 0 0,80-5-42 0 0,-172-45 0 0 0,197 36 167 0 0,2-4 0 0 0,-127-62 0 0 0,150 59-7 0 0,2-2 0 0 0,1-3 0 0 0,1-2 0 0 0,-51-48 0 0 0,64 49-27 0 0,2-2 1 0 0,2-1 0 0 0,2-2-1 0 0,2-2 1 0 0,-39-67-1 0 0,32 36-33 0 0,3-1-1 0 0,3-2 1 0 0,-24-90-1 0 0,-34-250 202 0 0,77 317-421 0 0,4-1 0 0 0,5 1 0 0 0,5-1 0 0 0,4 0 0 0 0,4 1 1 0 0,4 0-1 0 0,5 1 0 0 0,4 0 0 0 0,40-108 0 0 0,-36 137 107 0 0,3 1 0 0 0,3 1 0 0 0,2 2 0 0 0,4 1 0 0 0,2 2 0 0 0,67-79 0 0 0,-49 77 124 0 0,4 3 0 0 0,90-72 0 0 0,-118 106-16 0 0,2 2 1 0 0,1 2-1 0 0,71-35 0 0 0,-83 48-30 0 0,0 2 0 0 0,1 0 1 0 0,0 1-1 0 0,0 2 0 0 0,1 1 0 0 0,0 1 0 0 0,37-1 0 0 0,-26 5-75 0 0,-1 2-1 0 0,1 1 1 0 0,-1 3-1 0 0,0 0 1 0 0,44 15-1 0 0,-31-4-175 0 0,0 2 0 0 0,-1 2 0 0 0,51 32 0 0 0,-26-8-1316 0 0,80 64-1 0 0,53 64-5296 0 0,-98-72 2448 0 0,-1 4-2625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7:18:52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188 797 2624 0 0,'-26'-39'4129'0'0,"-24"-51"0"0"0,28 44-3896 0 0,3 0-1 0 0,2-1 1 0 0,1-1 0 0 0,-16-96-1 0 0,29 128-65 0 0,2 0 1 0 0,-1 0-1 0 0,2 0 0 0 0,0 0 1 0 0,1 0-1 0 0,7-31 0 0 0,-6 38-492 0 0,1 0 1 0 0,0-1-1 0 0,1 1 0 0 0,0 1 0 0 0,6-11 0 0 0,-5 12-515 0 0,-1 0 0 0 0,2 0 0 0 0,-1 1-1 0 0,1 0 1 0 0,0 0 0 0 0,11-8 0 0 0,-8 7 505 0 0,1 0 0 0 0,0 1 0 0 0,1 1 1 0 0,16-7-1 0 0,-12 7 1327 0 0,0 0 0 0 0,28-4 0 0 0,1 5 3888 0 0,67 0 0 0 0,-33 3-3188 0 0,40-5 616 0 0,252 0 1717 0 0,-327 11-3850 0 0,0 1 0 0 0,0 3-1 0 0,-1 1 1 0 0,77 29 0 0 0,-37-4-235 0 0,106 63 1 0 0,-114-54 140 0 0,-3 4 1 0 0,67 58-1 0 0,114 131 36 0 0,-185-163-211 0 0,72 99-1 0 0,-79-87 58 0 0,62 115 0 0 0,-50-65 74 0 0,77 200 1 0 0,-120-254-35 0 0,-2 2 0 0 0,-5 1 0 0 0,-3 1 0 0 0,7 88 0 0 0,-21-106-11 0 0,-2 1 0 0 0,-4 0 0 0 0,-2-1 0 0 0,-4 1-1 0 0,-2-1 1 0 0,-4-1 0 0 0,-29 92 0 0 0,24-109 23 0 0,-2 0 0 0 0,-3-2-1 0 0,-1-1 1 0 0,-3-1 0 0 0,-1-1 0 0 0,-3-2 0 0 0,-1 0 0 0 0,-48 46-1 0 0,45-55-16 0 0,-2-2-1 0 0,-1-1 1 0 0,-1-3-1 0 0,-2-1 0 0 0,-1-2 1 0 0,0-1-1 0 0,-2-3 1 0 0,-1-1-1 0 0,0-2 0 0 0,-1-3 1 0 0,-82 17-1 0 0,75-22 12 0 0,-1-3-1 0 0,-1-3 0 0 0,1-1 0 0 0,-1-3 0 0 0,1-2 1 0 0,-1-3-1 0 0,1-2 0 0 0,1-3 0 0 0,-1-1 0 0 0,-63-24 1 0 0,62 15 84 0 0,1-3 0 0 0,1-2 0 0 0,-97-61 0 0 0,99 49 79 0 0,1-1 1 0 0,2-3 0 0 0,-68-75-1 0 0,69 61-72 0 0,2-2-1 0 0,-61-105 1 0 0,55 68-64 0 0,-46-117-1 0 0,52 95-2 0 0,6-2-1 0 0,-26-131 1 0 0,38 105 66 0 0,-13-219 0 0 0,38 231-89 0 0,6 1-1 0 0,22-145 0 0 0,-16 212 120 0 0,2-1 0 0 0,37-114-1 0 0,-36 144-102 0 0,2 0 0 0 0,1 1 0 0 0,1 0-1 0 0,2 2 1 0 0,2 0 0 0 0,27-33 0 0 0,-30 44-166 0 0,2 1 1 0 0,0 1 0 0 0,1 1-1 0 0,0 1 1 0 0,2 1 0 0 0,27-16-1 0 0,-7 9-452 0 0,1 2-1 0 0,74-24 0 0 0,-55 27-3392 0 0,123-19 1 0 0,-140 30 2206 0 0,53-10-2740 0 0,4-2-3570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7:18:54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2888 733 8253 0 0,'26'-72'8265'0'0,"-19"56"-6922"0"0,0 2-1 0 0,16-24 0 0 0,-19 31-1181 0 0,1 1 0 0 0,0-1 0 0 0,0 1 0 0 0,1 1 0 0 0,-1-1 0 0 0,1 1 0 0 0,0 0 0 0 0,1 0 0 0 0,-1 1 0 0 0,1 0 0 0 0,0 0 0 0 0,0 0 0 0 0,0 1 0 0 0,1 0 0 0 0,-1 0 0 0 0,1 1 0 0 0,10-2 0 0 0,-3 3-74 0 0,0 0 0 0 0,0 1 0 0 0,0 0 0 0 0,0 1 0 0 0,0 1 0 0 0,0 0 1 0 0,25 8-1 0 0,4 5 31 0 0,49 22 1 0 0,-15 0-65 0 0,-1 4-1 0 0,-2 4 1 0 0,-3 2-1 0 0,75 63 1 0 0,-95-64-16 0 0,67 73-1 0 0,-51-39 165 0 0,100 151 0 0 0,-135-177-112 0 0,-2 0-1 0 0,-2 2 1 0 0,-3 1-1 0 0,-2 2 1 0 0,-3 0-1 0 0,21 98 1 0 0,-33-107-53 0 0,-2 1 1 0 0,-2 0 0 0 0,-2 0 0 0 0,-3 1 0 0 0,-2-1 0 0 0,-2 0-1 0 0,-2 0 1 0 0,-18 70 0 0 0,9-70-21 0 0,-2 1 0 0 0,-2-2-1 0 0,-3-1 1 0 0,-54 91 0 0 0,42-87 25 0 0,-3-2 0 0 0,-2-1 0 0 0,-84 81-1 0 0,80-92-28 0 0,-3-2-1 0 0,0-2 1 0 0,-3-3 0 0 0,-61 33-1 0 0,40-29-9 0 0,-2-3 0 0 0,-107 34 0 0 0,97-42-31 0 0,-1-3 0 0 0,-128 17 0 0 0,97-27 69 0 0,-1-5-1 0 0,0-5 1 0 0,0-6 0 0 0,0-4 0 0 0,-195-39-1 0 0,185 17 53 0 0,1-5 0 0 0,1-5-1 0 0,-207-99 1 0 0,224 83 38 0 0,3-3 0 0 0,2-5 0 0 0,3-5 0 0 0,-111-100 0 0 0,130 94 105 0 0,2-4 0 0 0,5-3 0 0 0,3-4 0 0 0,3-2-1 0 0,5-3 1 0 0,-94-187 0 0 0,108 174-114 0 0,5-1 1 0 0,4-2-1 0 0,6-1 0 0 0,4-2 0 0 0,4 0 0 0 0,-11-155 0 0 0,31 206-132 0 0,3-1 0 0 0,2 1-1 0 0,3-1 1 0 0,2 1 0 0 0,28-112 0 0 0,-25 141-59 0 0,2-1-1 0 0,0 1 1 0 0,3 1 0 0 0,0 0 0 0 0,1 1 0 0 0,2 1 0 0 0,1 0 0 0 0,1 2-1 0 0,29-31 1 0 0,-28 37-45 0 0,0 0 0 0 0,2 1 0 0 0,0 1 0 0 0,1 1 0 0 0,0 1 0 0 0,43-20 0 0 0,-22 16-52 0 0,2 1 0 0 0,0 2-1 0 0,1 2 1 0 0,0 3-1 0 0,1 1 1 0 0,83-5 0 0 0,-46 11-199 0 0,1 4-1 0 0,169 23 1 0 0,-127-1 60 0 0,-1 5 0 0 0,-2 7-1 0 0,202 80 1 0 0,-10 23-625 0 0,-6 12 0 0 0,406 264-1 0 0,331 343-11161 0 0,-685-474 4661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7:18:56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3428 500 552 0 0,'14'5'2762'0'0,"0"1"0"0"0,-1 0-1 0 0,0 0 1 0 0,20 14 0 0 0,-15-7-1416 0 0,-1 1 0 0 0,22 22 0 0 0,1 7-173 0 0,44 65 0 0 0,-48-56-691 0 0,-2 1 1 0 0,-2 2-1 0 0,30 73 0 0 0,-29-44 64 0 0,40 150 0 0 0,-37-60-175 0 0,25 301 0 0 0,-49-282-246 0 0,-8 0 1 0 0,-37 335 0 0 0,21-442-116 0 0,-4-1 1 0 0,-41 130 0 0 0,36-157-36 0 0,-2-1 0 0 0,-2-1 0 0 0,-3-2 0 0 0,-45 68 0 0 0,44-81 13 0 0,-1-2-1 0 0,-2-1 0 0 0,-2-1 1 0 0,-58 49-1 0 0,58-57 13 0 0,-1-2 1 0 0,-2-2 0 0 0,-1-1-1 0 0,0-2 1 0 0,-60 25-1 0 0,58-31 21 0 0,-1-2-1 0 0,0-2 0 0 0,-1-1 1 0 0,0-3-1 0 0,-55 5 1 0 0,41-10 9 0 0,1-2 1 0 0,-1-3-1 0 0,-87-14 1 0 0,65 2 32 0 0,-148-50 1 0 0,-60-55 72 0 0,187 68-73 0 0,3-5-1 0 0,2-3 0 0 0,3-5 1 0 0,3-4-1 0 0,2-3 1 0 0,-92-102-1 0 0,21 3 138 0 0,-250-353 0 0 0,-8-178 110 0 0,327 516-251 0 0,-128-386 1 0 0,191 484-90 0 0,4-2-1 0 0,3-1 0 0 0,-9-150 1 0 0,26 194-11 0 0,1 0 0 0 0,2 0 1 0 0,13-71-1 0 0,-10 96-6 0 0,0 0 0 0 0,2 0-1 0 0,0 0 1 0 0,1 1 0 0 0,1 0 0 0 0,1 1 0 0 0,1 0-1 0 0,1 0 1 0 0,25-30 0 0 0,-18 28-17 0 0,0 2 0 0 0,1 1 1 0 0,1 0-1 0 0,0 2 0 0 0,2 0 0 0 0,24-12 0 0 0,-14 10-22 0 0,1 3-1 0 0,1 0 1 0 0,69-17-1 0 0,-40 18-14 0 0,1 4-1 0 0,1 2 1 0 0,-1 3 0 0 0,121 6 0 0 0,-76 7-51 0 0,0 6 0 0 0,-2 4 0 0 0,130 39 0 0 0,-73-4-513 0 0,228 106 0 0 0,585 340-8664 0 0,-659-319 5187 0 0,1 0-2139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7:19:00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641 1 6721 0 0,'0'0'7396'0'0,"4"0"-5670"0"0,-1 2-1296 0 0,10 1 3111 0 0,-10-2-2936 0 0,10 3 1839 0 0,-15 1-2312 0 0,-6 18 24 0 0,7-21-138 0 0,1 0 0 0 0,-1 0 0 0 0,1-1 0 0 0,-1 1 0 0 0,0 0-1 0 0,0-1 1 0 0,0 1 0 0 0,0-1 0 0 0,0 1 0 0 0,0-1-1 0 0,0 1 1 0 0,-3 1 0 0 0,-1 3 18 0 0,-195 223 1173 0 0,146-176-858 0 0,-120 93 0 0 0,68-74-490 0 0,36-25-3078 0 0,26-16-4877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7:19:00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4672 0 0,'8'3'2118'0'0,"0"0"0"0"0,0 0 0 0 0,0 1 0 0 0,12 7 0 0 0,-9-4-653 0 0,-1 0 1 0 0,14 15-1 0 0,0 3-820 0 0,28 40-1 0 0,-29-35 397 0 0,194 258 887 0 0,-150-181-2642 0 0,-26-34-4251 0 0,-27-46 1215 0 0,2-1-677 0 0,2-3-2873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7:19:01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920 129 3904 0 0,'7'2'1715'0'0,"1"0"0"0"0,-1 0-1 0 0,0 0 1 0 0,0 1 0 0 0,9 5-1 0 0,-10-5-927 0 0,1 2-1 0 0,-1-1 1 0 0,0 1 0 0 0,9 8-1 0 0,-4 0-327 0 0,0 0 0 0 0,-1 1 0 0 0,-1 0 0 0 0,11 19 0 0 0,42 82 724 0 0,76 129-430 0 0,-78-148-601 0 0,77 132 580 0 0,-125-205-702 0 0,-1 2-1 0 0,-1-1 0 0 0,-1 1 1 0 0,-2 1-1 0 0,0-1 0 0 0,-2 1 1 0 0,0 0-1 0 0,-2 1 1 0 0,-1-1-1 0 0,-1 1 0 0 0,-1-1 1 0 0,-2 1-1 0 0,0-1 0 0 0,-2 0 1 0 0,-9 37-1 0 0,3-32-52 0 0,0-1-1 0 0,-2-1 1 0 0,-1 0-1 0 0,-2 0 0 0 0,-1-1 1 0 0,-1-1-1 0 0,-1-1 1 0 0,-1-1-1 0 0,-23 25 1 0 0,28-37 25 0 0,0 0 1 0 0,0-1-1 0 0,-1-1 1 0 0,-1 0-1 0 0,0-1 0 0 0,0-1 1 0 0,-20 9-1 0 0,21-13 25 0 0,0 0 0 0 0,0 0 0 0 0,0-2-1 0 0,0 0 1 0 0,-1 0 0 0 0,1-2 0 0 0,-1 0 0 0 0,1 0-1 0 0,-23-3 1 0 0,6-3-6 0 0,1-1-1 0 0,1-1 1 0 0,-1-1-1 0 0,1-2 1 0 0,-52-25-1 0 0,21 4 64 0 0,-93-65 1 0 0,115 67 9 0 0,1-2 0 0 0,2-2 1 0 0,1-1-1 0 0,2-1 1 0 0,1-3-1 0 0,2 0 0 0 0,-50-83 1 0 0,38 43 22 0 0,4-1 0 0 0,2-1-1 0 0,-37-133 1 0 0,53 143-43 0 0,3-1 1 0 0,-10-92-1 0 0,24 127-122 0 0,1 0 1 0 0,1 0 0 0 0,3-1 0 0 0,0 1-1 0 0,3 0 1 0 0,13-54 0 0 0,-15 78-78 0 0,1 0 0 0 0,1 0 0 0 0,0 0 0 0 0,0 1 1 0 0,1-1-1 0 0,1 1 0 0 0,0 1 0 0 0,0-1 0 0 0,1 1 0 0 0,15-15 1 0 0,-15 18-506 0 0,1 0 1 0 0,-1 1 0 0 0,1 0 0 0 0,1 0 0 0 0,-1 1-1 0 0,1 0 1 0 0,0 1 0 0 0,0 0 0 0 0,0 1 0 0 0,0 0 0 0 0,1 0-1 0 0,0 1 1 0 0,16-1 0 0 0,-1 1-1610 0 0,33 4-1 0 0,38 8-5507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7:19:02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55 552 0 0,'2'2'8408'0'0,"5"8"-1264"0"0,-4-9-6173 0 0,10 6 1969 0 0,-9-10-2604 0 0,43-31 533 0 0,-37 29-791 0 0,1-1 0 0 0,-1 1 1 0 0,1 1-1 0 0,0 0 0 0 0,1 1 0 0 0,-1 0 1 0 0,1 0-1 0 0,-1 1 0 0 0,1 1 0 0 0,0 0 1 0 0,0 0-1 0 0,0 2 0 0 0,0-1 0 0 0,-1 1 1 0 0,1 1-1 0 0,0 0 0 0 0,-1 1 0 0 0,1 0 0 0 0,-1 1 1 0 0,0 0-1 0 0,0 0 0 0 0,-1 2 0 0 0,1-1 1 0 0,-1 1-1 0 0,0 1 0 0 0,0-1 0 0 0,-1 2 1 0 0,9 8-1 0 0,-14-12-57 0 0,-1 1 0 0 0,0-1 0 0 0,1 1 0 0 0,-2 0 0 0 0,1 0 1 0 0,0 0-1 0 0,-1 0 0 0 0,0 1 0 0 0,2 8 0 0 0,-4-7 27 0 0,-4 17 2 0 0,0-10 1 0 0,0-1 1 0 0,0 1 0 0 0,-2-1 0 0 0,0 0-1 0 0,-10 17 1 0 0,-45 61 435 0 0,2-3-20 0 0,50-72-272 0 0,0 1 0 0 0,-10 32 0 0 0,11-15-384 0 0,2-7-81 0 0,-7 23-890 0 0,8-27-2704 0 0,-15 35 0 0 0,7-27-3667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7:19:03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2240 0 0,'0'16'13957'0'0,"4"-4"-6908"0"0,-4 10-5333 0 0,0 5-1628 0 0,-4 0-440 0 0,-1 2-4872 0 0,-1-3 1323 0 0,6-13 389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94699-DD4A-7761-B3A9-DAD31B6EE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1C640-A5F4-7B4F-17C7-B10265C7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A14E7-D225-B9C3-666A-D93720CA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FFB9-9708-4406-BEE5-8D4894806577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CF6CD-4418-8EAA-CBAC-C5EF73034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806AB-12CC-9111-C726-2484331D5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B689-299B-4319-A76F-D1C06B11C8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38244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22DA5-79E9-7EDA-C447-C7F0326A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8F240-EF93-F23F-F1BE-D36C7363C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1FB21-9FAB-1692-6CB5-A38453D2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FFB9-9708-4406-BEE5-8D4894806577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203C4-A62C-B666-2000-54D9B81E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775D1-F39E-8B97-D3CF-E45E326BE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B689-299B-4319-A76F-D1C06B11C8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283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2149-F2B4-D249-2156-49274F2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4660F-3866-6010-26A5-5CE541F87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B33FA-26F1-EF91-0A1D-E2044BEFB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FFB9-9708-4406-BEE5-8D4894806577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C6187-5524-A504-631B-4B35B73C7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1F95A-C83B-B256-2D4F-E9956B29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B689-299B-4319-A76F-D1C06B11C8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0548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A6510-A8C2-6A6E-3A8A-3D75261C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AA38-77E6-26D0-C339-E2413A8DD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2F22C-6C8A-B99B-5BD6-B4264E16F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072F9-990E-B6F5-501F-AD0BBEF24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FFB9-9708-4406-BEE5-8D4894806577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7114E-4CE0-9651-AEAB-244F1637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21D5C-B008-7E57-B42F-6F3C46BAD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B689-299B-4319-A76F-D1C06B11C8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1678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2D77-3D3B-D3E7-1CC8-EBF7D534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8CC1-662F-05CE-74B2-87487CC26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F219C-05FC-415D-FB21-9AA54B7A1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6DC044-ECAB-709B-2E2C-0B251078D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760EBA-EE9E-5420-32A3-9ADAE42D5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B1A81-EA1E-8C41-2B0C-D7A09642B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FFB9-9708-4406-BEE5-8D4894806577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D91E79-3367-058D-E13F-DCAC8F6F2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9D64CC-7284-9E1F-5ACD-BE8592ED6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B689-299B-4319-A76F-D1C06B11C8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6250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83ECF-C66C-F35F-0EF1-860D77DC1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72092-B0FB-47FB-1C45-3131A7E2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FFB9-9708-4406-BEE5-8D4894806577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6F8241-0C6C-94DA-C819-97CBDCACD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FC3A8-1410-A987-7AF6-816685D2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B689-299B-4319-A76F-D1C06B11C8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54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5976B9-97FD-8863-4041-FEE8AAC3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FFB9-9708-4406-BEE5-8D4894806577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DCA56-1E28-11E7-920A-0B986199B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CAB8D-EE71-C8EF-7F5D-7D6FE6B76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B689-299B-4319-A76F-D1C06B11C8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3439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4409-92CD-7943-CB2E-8792F9F83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6265C-06A9-D55B-0E21-B49C5CE1D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07201-2489-4859-D2F5-9F72EEAE6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73B87-7544-2305-89B3-DC3374695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FFB9-9708-4406-BEE5-8D4894806577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EC335-4F2C-6441-48EA-CC3E309E1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8B106-247E-A5B1-00E2-DFB14462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B689-299B-4319-A76F-D1C06B11C8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371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30F9D-C2B3-304F-9202-5A303EB1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789331-1DD5-CF81-EF3E-4424675DB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BC9D7-987D-6579-51BE-F03DDA6D3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2A1BA-ADA7-416E-B623-12790229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FFB9-9708-4406-BEE5-8D4894806577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38D77-FE73-E000-20B9-AFD47D1E3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D3CF6-E451-9AEF-9B13-332E73A0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B689-299B-4319-A76F-D1C06B11C8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7130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A2AD-D58D-B261-1DD6-ED43019A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B6879-538B-FA68-A5C2-E8B0A20B4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DF2D6-7E95-19C7-1D82-C9CC2F8D9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FFB9-9708-4406-BEE5-8D4894806577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2C2E4-8C7B-A3C2-4545-213D74F0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57E65-89F0-548D-BB5E-14DEAFF0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B689-299B-4319-A76F-D1C06B11C8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9249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0A828-E788-FFF9-0BE4-630FD8A9DE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08474-DA77-F631-D7D4-FDC820396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BCDB6-F5C7-03BA-17EB-65A96564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DFFB9-9708-4406-BEE5-8D4894806577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078A8-A184-4544-EC6A-7FDFC006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C9C53-6D81-5150-2382-7825727D9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B689-299B-4319-A76F-D1C06B11C8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554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DB916C-7A01-47AD-2E2D-3C3FD44CD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4AB63-2EB1-DE22-10D8-0521DBD3F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B4FA6-B0D9-2ABD-F1EB-F273BAE11A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CDFFB9-9708-4406-BEE5-8D4894806577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A8187-0DEB-8617-0ECC-BB72EECB3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D0FE8-684F-87FE-DBA8-2CD79A481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CB689-299B-4319-A76F-D1C06B11C8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3760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42" Type="http://schemas.openxmlformats.org/officeDocument/2006/relationships/customXml" Target="../ink/ink21.xml"/><Relationship Id="rId63" Type="http://schemas.openxmlformats.org/officeDocument/2006/relationships/image" Target="../media/image32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6.xml"/><Relationship Id="rId53" Type="http://schemas.openxmlformats.org/officeDocument/2006/relationships/image" Target="../media/image27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5.png"/><Relationship Id="rId5" Type="http://schemas.openxmlformats.org/officeDocument/2006/relationships/image" Target="../media/image3.png"/><Relationship Id="rId95" Type="http://schemas.openxmlformats.org/officeDocument/2006/relationships/image" Target="../media/image48.png"/><Relationship Id="rId22" Type="http://schemas.openxmlformats.org/officeDocument/2006/relationships/customXml" Target="../ink/ink11.xml"/><Relationship Id="rId27" Type="http://schemas.openxmlformats.org/officeDocument/2006/relationships/image" Target="../media/image14.png"/><Relationship Id="rId43" Type="http://schemas.openxmlformats.org/officeDocument/2006/relationships/image" Target="../media/image22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18" Type="http://schemas.openxmlformats.org/officeDocument/2006/relationships/customXml" Target="../ink/ink59.xml"/><Relationship Id="rId134" Type="http://schemas.openxmlformats.org/officeDocument/2006/relationships/customXml" Target="../ink/ink67.xml"/><Relationship Id="rId139" Type="http://schemas.openxmlformats.org/officeDocument/2006/relationships/image" Target="../media/image70.png"/><Relationship Id="rId80" Type="http://schemas.openxmlformats.org/officeDocument/2006/relationships/customXml" Target="../ink/ink40.xml"/><Relationship Id="rId85" Type="http://schemas.openxmlformats.org/officeDocument/2006/relationships/image" Target="../media/image43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33" Type="http://schemas.openxmlformats.org/officeDocument/2006/relationships/image" Target="../media/image17.png"/><Relationship Id="rId38" Type="http://schemas.openxmlformats.org/officeDocument/2006/relationships/customXml" Target="../ink/ink19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5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8.png"/><Relationship Id="rId91" Type="http://schemas.openxmlformats.org/officeDocument/2006/relationships/image" Target="../media/image46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2.png"/><Relationship Id="rId28" Type="http://schemas.openxmlformats.org/officeDocument/2006/relationships/customXml" Target="../ink/ink14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119" Type="http://schemas.openxmlformats.org/officeDocument/2006/relationships/image" Target="../media/image60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3.png"/><Relationship Id="rId81" Type="http://schemas.openxmlformats.org/officeDocument/2006/relationships/image" Target="../media/image41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8.png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109" Type="http://schemas.openxmlformats.org/officeDocument/2006/relationships/image" Target="../media/image55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97" Type="http://schemas.openxmlformats.org/officeDocument/2006/relationships/image" Target="../media/image49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3.png"/><Relationship Id="rId141" Type="http://schemas.openxmlformats.org/officeDocument/2006/relationships/image" Target="../media/image71.png"/><Relationship Id="rId146" Type="http://schemas.openxmlformats.org/officeDocument/2006/relationships/customXml" Target="../ink/ink73.xml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3.png"/><Relationship Id="rId66" Type="http://schemas.openxmlformats.org/officeDocument/2006/relationships/customXml" Target="../ink/ink33.xml"/><Relationship Id="rId87" Type="http://schemas.openxmlformats.org/officeDocument/2006/relationships/image" Target="../media/image44.png"/><Relationship Id="rId110" Type="http://schemas.openxmlformats.org/officeDocument/2006/relationships/customXml" Target="../ink/ink55.xml"/><Relationship Id="rId115" Type="http://schemas.openxmlformats.org/officeDocument/2006/relationships/image" Target="../media/image58.png"/><Relationship Id="rId131" Type="http://schemas.openxmlformats.org/officeDocument/2006/relationships/image" Target="../media/image66.png"/><Relationship Id="rId136" Type="http://schemas.openxmlformats.org/officeDocument/2006/relationships/customXml" Target="../ink/ink68.xml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9" Type="http://schemas.openxmlformats.org/officeDocument/2006/relationships/image" Target="../media/image10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8.png"/><Relationship Id="rId56" Type="http://schemas.openxmlformats.org/officeDocument/2006/relationships/customXml" Target="../ink/ink28.xml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105" Type="http://schemas.openxmlformats.org/officeDocument/2006/relationships/image" Target="../media/image53.png"/><Relationship Id="rId126" Type="http://schemas.openxmlformats.org/officeDocument/2006/relationships/customXml" Target="../ink/ink63.xml"/><Relationship Id="rId147" Type="http://schemas.openxmlformats.org/officeDocument/2006/relationships/image" Target="../media/image74.png"/><Relationship Id="rId8" Type="http://schemas.openxmlformats.org/officeDocument/2006/relationships/customXml" Target="../ink/ink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98" Type="http://schemas.openxmlformats.org/officeDocument/2006/relationships/customXml" Target="../ink/ink49.xml"/><Relationship Id="rId121" Type="http://schemas.openxmlformats.org/officeDocument/2006/relationships/image" Target="../media/image61.png"/><Relationship Id="rId142" Type="http://schemas.openxmlformats.org/officeDocument/2006/relationships/customXml" Target="../ink/ink71.xml"/><Relationship Id="rId3" Type="http://schemas.openxmlformats.org/officeDocument/2006/relationships/image" Target="../media/image2.png"/><Relationship Id="rId25" Type="http://schemas.openxmlformats.org/officeDocument/2006/relationships/image" Target="../media/image13.png"/><Relationship Id="rId46" Type="http://schemas.openxmlformats.org/officeDocument/2006/relationships/customXml" Target="../ink/ink23.xml"/><Relationship Id="rId67" Type="http://schemas.openxmlformats.org/officeDocument/2006/relationships/image" Target="../media/image34.png"/><Relationship Id="rId116" Type="http://schemas.openxmlformats.org/officeDocument/2006/relationships/customXml" Target="../ink/ink58.xml"/><Relationship Id="rId137" Type="http://schemas.openxmlformats.org/officeDocument/2006/relationships/image" Target="../media/image69.png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62" Type="http://schemas.openxmlformats.org/officeDocument/2006/relationships/customXml" Target="../ink/ink31.xml"/><Relationship Id="rId83" Type="http://schemas.openxmlformats.org/officeDocument/2006/relationships/image" Target="../media/image42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32" Type="http://schemas.openxmlformats.org/officeDocument/2006/relationships/customXml" Target="../ink/ink66.xml"/><Relationship Id="rId15" Type="http://schemas.openxmlformats.org/officeDocument/2006/relationships/image" Target="../media/image8.png"/><Relationship Id="rId36" Type="http://schemas.openxmlformats.org/officeDocument/2006/relationships/customXml" Target="../ink/ink18.xml"/><Relationship Id="rId57" Type="http://schemas.openxmlformats.org/officeDocument/2006/relationships/image" Target="../media/image29.png"/><Relationship Id="rId106" Type="http://schemas.openxmlformats.org/officeDocument/2006/relationships/customXml" Target="../ink/ink53.xml"/><Relationship Id="rId127" Type="http://schemas.openxmlformats.org/officeDocument/2006/relationships/image" Target="../media/image64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52" Type="http://schemas.openxmlformats.org/officeDocument/2006/relationships/customXml" Target="../ink/ink26.xml"/><Relationship Id="rId73" Type="http://schemas.openxmlformats.org/officeDocument/2006/relationships/image" Target="../media/image37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1.xml"/><Relationship Id="rId143" Type="http://schemas.openxmlformats.org/officeDocument/2006/relationships/image" Target="../media/image72.png"/><Relationship Id="rId148" Type="http://schemas.openxmlformats.org/officeDocument/2006/relationships/customXml" Target="../ink/ink74.xml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26" Type="http://schemas.openxmlformats.org/officeDocument/2006/relationships/customXml" Target="../ink/ink13.xml"/><Relationship Id="rId47" Type="http://schemas.openxmlformats.org/officeDocument/2006/relationships/image" Target="../media/image24.png"/><Relationship Id="rId68" Type="http://schemas.openxmlformats.org/officeDocument/2006/relationships/customXml" Target="../ink/ink34.xml"/><Relationship Id="rId89" Type="http://schemas.openxmlformats.org/officeDocument/2006/relationships/image" Target="../media/image45.png"/><Relationship Id="rId112" Type="http://schemas.openxmlformats.org/officeDocument/2006/relationships/customXml" Target="../ink/ink56.xml"/><Relationship Id="rId133" Type="http://schemas.openxmlformats.org/officeDocument/2006/relationships/image" Target="../media/image67.png"/><Relationship Id="rId16" Type="http://schemas.openxmlformats.org/officeDocument/2006/relationships/customXml" Target="../ink/ink8.xml"/><Relationship Id="rId37" Type="http://schemas.openxmlformats.org/officeDocument/2006/relationships/image" Target="../media/image19.png"/><Relationship Id="rId58" Type="http://schemas.openxmlformats.org/officeDocument/2006/relationships/customXml" Target="../ink/ink29.xml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23" Type="http://schemas.openxmlformats.org/officeDocument/2006/relationships/image" Target="../media/image62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6.png"/><Relationship Id="rId21" Type="http://schemas.openxmlformats.org/officeDocument/2006/relationships/image" Target="../media/image14.png"/><Relationship Id="rId42" Type="http://schemas.openxmlformats.org/officeDocument/2006/relationships/customXml" Target="../ink/ink95.xml"/><Relationship Id="rId63" Type="http://schemas.openxmlformats.org/officeDocument/2006/relationships/image" Target="../media/image104.png"/><Relationship Id="rId84" Type="http://schemas.openxmlformats.org/officeDocument/2006/relationships/customXml" Target="../ink/ink116.xml"/><Relationship Id="rId138" Type="http://schemas.openxmlformats.org/officeDocument/2006/relationships/customXml" Target="../ink/ink143.xml"/><Relationship Id="rId16" Type="http://schemas.openxmlformats.org/officeDocument/2006/relationships/customXml" Target="../ink/ink82.xml"/><Relationship Id="rId107" Type="http://schemas.openxmlformats.org/officeDocument/2006/relationships/image" Target="../media/image121.png"/><Relationship Id="rId11" Type="http://schemas.openxmlformats.org/officeDocument/2006/relationships/image" Target="../media/image80.png"/><Relationship Id="rId32" Type="http://schemas.openxmlformats.org/officeDocument/2006/relationships/customXml" Target="../ink/ink90.xml"/><Relationship Id="rId37" Type="http://schemas.openxmlformats.org/officeDocument/2006/relationships/image" Target="../media/image92.png"/><Relationship Id="rId53" Type="http://schemas.openxmlformats.org/officeDocument/2006/relationships/image" Target="../media/image99.png"/><Relationship Id="rId58" Type="http://schemas.openxmlformats.org/officeDocument/2006/relationships/customXml" Target="../ink/ink103.xml"/><Relationship Id="rId74" Type="http://schemas.openxmlformats.org/officeDocument/2006/relationships/customXml" Target="../ink/ink111.xml"/><Relationship Id="rId79" Type="http://schemas.openxmlformats.org/officeDocument/2006/relationships/image" Target="../media/image111.png"/><Relationship Id="rId102" Type="http://schemas.openxmlformats.org/officeDocument/2006/relationships/customXml" Target="../ink/ink125.xml"/><Relationship Id="rId123" Type="http://schemas.openxmlformats.org/officeDocument/2006/relationships/image" Target="../media/image129.png"/><Relationship Id="rId128" Type="http://schemas.openxmlformats.org/officeDocument/2006/relationships/customXml" Target="../ink/ink138.xml"/><Relationship Id="rId5" Type="http://schemas.openxmlformats.org/officeDocument/2006/relationships/image" Target="../media/image77.png"/><Relationship Id="rId90" Type="http://schemas.openxmlformats.org/officeDocument/2006/relationships/customXml" Target="../ink/ink119.xml"/><Relationship Id="rId95" Type="http://schemas.openxmlformats.org/officeDocument/2006/relationships/image" Target="../media/image116.png"/><Relationship Id="rId22" Type="http://schemas.openxmlformats.org/officeDocument/2006/relationships/customXml" Target="../ink/ink85.xml"/><Relationship Id="rId27" Type="http://schemas.openxmlformats.org/officeDocument/2006/relationships/image" Target="../media/image87.png"/><Relationship Id="rId43" Type="http://schemas.openxmlformats.org/officeDocument/2006/relationships/image" Target="../media/image25.png"/><Relationship Id="rId48" Type="http://schemas.openxmlformats.org/officeDocument/2006/relationships/customXml" Target="../ink/ink98.xml"/><Relationship Id="rId64" Type="http://schemas.openxmlformats.org/officeDocument/2006/relationships/customXml" Target="../ink/ink106.xml"/><Relationship Id="rId69" Type="http://schemas.openxmlformats.org/officeDocument/2006/relationships/image" Target="../media/image107.png"/><Relationship Id="rId113" Type="http://schemas.openxmlformats.org/officeDocument/2006/relationships/image" Target="../media/image124.png"/><Relationship Id="rId118" Type="http://schemas.openxmlformats.org/officeDocument/2006/relationships/customXml" Target="../ink/ink133.xml"/><Relationship Id="rId134" Type="http://schemas.openxmlformats.org/officeDocument/2006/relationships/customXml" Target="../ink/ink141.xml"/><Relationship Id="rId139" Type="http://schemas.openxmlformats.org/officeDocument/2006/relationships/image" Target="../media/image137.png"/><Relationship Id="rId80" Type="http://schemas.openxmlformats.org/officeDocument/2006/relationships/customXml" Target="../ink/ink114.xml"/><Relationship Id="rId85" Type="http://schemas.openxmlformats.org/officeDocument/2006/relationships/image" Target="../media/image113.png"/><Relationship Id="rId12" Type="http://schemas.openxmlformats.org/officeDocument/2006/relationships/customXml" Target="../ink/ink80.xml"/><Relationship Id="rId17" Type="http://schemas.openxmlformats.org/officeDocument/2006/relationships/image" Target="../media/image83.png"/><Relationship Id="rId33" Type="http://schemas.openxmlformats.org/officeDocument/2006/relationships/image" Target="../media/image90.png"/><Relationship Id="rId38" Type="http://schemas.openxmlformats.org/officeDocument/2006/relationships/customXml" Target="../ink/ink93.xml"/><Relationship Id="rId59" Type="http://schemas.openxmlformats.org/officeDocument/2006/relationships/image" Target="../media/image102.png"/><Relationship Id="rId103" Type="http://schemas.openxmlformats.org/officeDocument/2006/relationships/image" Target="../media/image119.png"/><Relationship Id="rId108" Type="http://schemas.openxmlformats.org/officeDocument/2006/relationships/customXml" Target="../ink/ink128.xml"/><Relationship Id="rId124" Type="http://schemas.openxmlformats.org/officeDocument/2006/relationships/customXml" Target="../ink/ink136.xml"/><Relationship Id="rId129" Type="http://schemas.openxmlformats.org/officeDocument/2006/relationships/image" Target="../media/image132.png"/><Relationship Id="rId54" Type="http://schemas.openxmlformats.org/officeDocument/2006/relationships/customXml" Target="../ink/ink101.xml"/><Relationship Id="rId70" Type="http://schemas.openxmlformats.org/officeDocument/2006/relationships/customXml" Target="../ink/ink109.xml"/><Relationship Id="rId75" Type="http://schemas.openxmlformats.org/officeDocument/2006/relationships/image" Target="../media/image41.png"/><Relationship Id="rId91" Type="http://schemas.openxmlformats.org/officeDocument/2006/relationships/image" Target="../media/image54.png"/><Relationship Id="rId96" Type="http://schemas.openxmlformats.org/officeDocument/2006/relationships/customXml" Target="../ink/ink12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7.xml"/><Relationship Id="rId23" Type="http://schemas.openxmlformats.org/officeDocument/2006/relationships/image" Target="../media/image85.png"/><Relationship Id="rId28" Type="http://schemas.openxmlformats.org/officeDocument/2006/relationships/customXml" Target="../ink/ink88.xml"/><Relationship Id="rId49" Type="http://schemas.openxmlformats.org/officeDocument/2006/relationships/image" Target="../media/image97.png"/><Relationship Id="rId114" Type="http://schemas.openxmlformats.org/officeDocument/2006/relationships/customXml" Target="../ink/ink131.xml"/><Relationship Id="rId119" Type="http://schemas.openxmlformats.org/officeDocument/2006/relationships/image" Target="../media/image127.png"/><Relationship Id="rId44" Type="http://schemas.openxmlformats.org/officeDocument/2006/relationships/customXml" Target="../ink/ink96.xml"/><Relationship Id="rId60" Type="http://schemas.openxmlformats.org/officeDocument/2006/relationships/customXml" Target="../ink/ink104.xml"/><Relationship Id="rId65" Type="http://schemas.openxmlformats.org/officeDocument/2006/relationships/image" Target="../media/image105.png"/><Relationship Id="rId81" Type="http://schemas.openxmlformats.org/officeDocument/2006/relationships/image" Target="../media/image45.png"/><Relationship Id="rId86" Type="http://schemas.openxmlformats.org/officeDocument/2006/relationships/customXml" Target="../ink/ink117.xml"/><Relationship Id="rId130" Type="http://schemas.openxmlformats.org/officeDocument/2006/relationships/customXml" Target="../ink/ink139.xml"/><Relationship Id="rId135" Type="http://schemas.openxmlformats.org/officeDocument/2006/relationships/image" Target="../media/image135.png"/><Relationship Id="rId13" Type="http://schemas.openxmlformats.org/officeDocument/2006/relationships/image" Target="../media/image81.png"/><Relationship Id="rId18" Type="http://schemas.openxmlformats.org/officeDocument/2006/relationships/customXml" Target="../ink/ink83.xml"/><Relationship Id="rId39" Type="http://schemas.openxmlformats.org/officeDocument/2006/relationships/image" Target="../media/image93.png"/><Relationship Id="rId109" Type="http://schemas.openxmlformats.org/officeDocument/2006/relationships/image" Target="../media/image122.png"/><Relationship Id="rId34" Type="http://schemas.openxmlformats.org/officeDocument/2006/relationships/customXml" Target="../ink/ink91.xml"/><Relationship Id="rId50" Type="http://schemas.openxmlformats.org/officeDocument/2006/relationships/customXml" Target="../ink/ink99.xml"/><Relationship Id="rId55" Type="http://schemas.openxmlformats.org/officeDocument/2006/relationships/image" Target="../media/image100.png"/><Relationship Id="rId76" Type="http://schemas.openxmlformats.org/officeDocument/2006/relationships/customXml" Target="../ink/ink112.xml"/><Relationship Id="rId97" Type="http://schemas.openxmlformats.org/officeDocument/2006/relationships/image" Target="../media/image117.png"/><Relationship Id="rId104" Type="http://schemas.openxmlformats.org/officeDocument/2006/relationships/customXml" Target="../ink/ink126.xml"/><Relationship Id="rId120" Type="http://schemas.openxmlformats.org/officeDocument/2006/relationships/customXml" Target="../ink/ink134.xml"/><Relationship Id="rId125" Type="http://schemas.openxmlformats.org/officeDocument/2006/relationships/image" Target="../media/image130.png"/><Relationship Id="rId7" Type="http://schemas.openxmlformats.org/officeDocument/2006/relationships/image" Target="../media/image78.png"/><Relationship Id="rId71" Type="http://schemas.openxmlformats.org/officeDocument/2006/relationships/image" Target="../media/image108.png"/><Relationship Id="rId92" Type="http://schemas.openxmlformats.org/officeDocument/2006/relationships/customXml" Target="../ink/ink120.xml"/><Relationship Id="rId2" Type="http://schemas.openxmlformats.org/officeDocument/2006/relationships/customXml" Target="../ink/ink75.xml"/><Relationship Id="rId29" Type="http://schemas.openxmlformats.org/officeDocument/2006/relationships/image" Target="../media/image88.png"/><Relationship Id="rId24" Type="http://schemas.openxmlformats.org/officeDocument/2006/relationships/customXml" Target="../ink/ink86.xml"/><Relationship Id="rId40" Type="http://schemas.openxmlformats.org/officeDocument/2006/relationships/customXml" Target="../ink/ink94.xml"/><Relationship Id="rId45" Type="http://schemas.openxmlformats.org/officeDocument/2006/relationships/image" Target="../media/image95.png"/><Relationship Id="rId66" Type="http://schemas.openxmlformats.org/officeDocument/2006/relationships/customXml" Target="../ink/ink107.xml"/><Relationship Id="rId87" Type="http://schemas.openxmlformats.org/officeDocument/2006/relationships/image" Target="../media/image114.png"/><Relationship Id="rId110" Type="http://schemas.openxmlformats.org/officeDocument/2006/relationships/customXml" Target="../ink/ink129.xml"/><Relationship Id="rId115" Type="http://schemas.openxmlformats.org/officeDocument/2006/relationships/image" Target="../media/image125.png"/><Relationship Id="rId131" Type="http://schemas.openxmlformats.org/officeDocument/2006/relationships/image" Target="../media/image133.png"/><Relationship Id="rId136" Type="http://schemas.openxmlformats.org/officeDocument/2006/relationships/customXml" Target="../ink/ink142.xml"/><Relationship Id="rId61" Type="http://schemas.openxmlformats.org/officeDocument/2006/relationships/image" Target="../media/image103.png"/><Relationship Id="rId82" Type="http://schemas.openxmlformats.org/officeDocument/2006/relationships/customXml" Target="../ink/ink115.xml"/><Relationship Id="rId19" Type="http://schemas.openxmlformats.org/officeDocument/2006/relationships/image" Target="../media/image84.png"/><Relationship Id="rId14" Type="http://schemas.openxmlformats.org/officeDocument/2006/relationships/customXml" Target="../ink/ink81.xml"/><Relationship Id="rId30" Type="http://schemas.openxmlformats.org/officeDocument/2006/relationships/customXml" Target="../ink/ink89.xml"/><Relationship Id="rId35" Type="http://schemas.openxmlformats.org/officeDocument/2006/relationships/image" Target="../media/image91.png"/><Relationship Id="rId56" Type="http://schemas.openxmlformats.org/officeDocument/2006/relationships/customXml" Target="../ink/ink102.xml"/><Relationship Id="rId77" Type="http://schemas.openxmlformats.org/officeDocument/2006/relationships/image" Target="../media/image110.png"/><Relationship Id="rId100" Type="http://schemas.openxmlformats.org/officeDocument/2006/relationships/customXml" Target="../ink/ink124.xml"/><Relationship Id="rId105" Type="http://schemas.openxmlformats.org/officeDocument/2006/relationships/image" Target="../media/image120.png"/><Relationship Id="rId126" Type="http://schemas.openxmlformats.org/officeDocument/2006/relationships/customXml" Target="../ink/ink137.xml"/><Relationship Id="rId8" Type="http://schemas.openxmlformats.org/officeDocument/2006/relationships/customXml" Target="../ink/ink78.xml"/><Relationship Id="rId51" Type="http://schemas.openxmlformats.org/officeDocument/2006/relationships/image" Target="../media/image98.png"/><Relationship Id="rId72" Type="http://schemas.openxmlformats.org/officeDocument/2006/relationships/customXml" Target="../ink/ink110.xml"/><Relationship Id="rId93" Type="http://schemas.openxmlformats.org/officeDocument/2006/relationships/image" Target="../media/image58.png"/><Relationship Id="rId98" Type="http://schemas.openxmlformats.org/officeDocument/2006/relationships/customXml" Target="../ink/ink123.xml"/><Relationship Id="rId121" Type="http://schemas.openxmlformats.org/officeDocument/2006/relationships/image" Target="../media/image128.png"/><Relationship Id="rId3" Type="http://schemas.openxmlformats.org/officeDocument/2006/relationships/image" Target="../media/image76.png"/><Relationship Id="rId25" Type="http://schemas.openxmlformats.org/officeDocument/2006/relationships/image" Target="../media/image86.png"/><Relationship Id="rId46" Type="http://schemas.openxmlformats.org/officeDocument/2006/relationships/customXml" Target="../ink/ink97.xml"/><Relationship Id="rId67" Type="http://schemas.openxmlformats.org/officeDocument/2006/relationships/image" Target="../media/image106.png"/><Relationship Id="rId116" Type="http://schemas.openxmlformats.org/officeDocument/2006/relationships/customXml" Target="../ink/ink132.xml"/><Relationship Id="rId137" Type="http://schemas.openxmlformats.org/officeDocument/2006/relationships/image" Target="../media/image136.png"/><Relationship Id="rId20" Type="http://schemas.openxmlformats.org/officeDocument/2006/relationships/customXml" Target="../ink/ink84.xml"/><Relationship Id="rId41" Type="http://schemas.openxmlformats.org/officeDocument/2006/relationships/image" Target="../media/image94.png"/><Relationship Id="rId62" Type="http://schemas.openxmlformats.org/officeDocument/2006/relationships/customXml" Target="../ink/ink105.xml"/><Relationship Id="rId83" Type="http://schemas.openxmlformats.org/officeDocument/2006/relationships/image" Target="../media/image112.png"/><Relationship Id="rId88" Type="http://schemas.openxmlformats.org/officeDocument/2006/relationships/customXml" Target="../ink/ink118.xml"/><Relationship Id="rId111" Type="http://schemas.openxmlformats.org/officeDocument/2006/relationships/image" Target="../media/image123.png"/><Relationship Id="rId132" Type="http://schemas.openxmlformats.org/officeDocument/2006/relationships/customXml" Target="../ink/ink140.xml"/><Relationship Id="rId15" Type="http://schemas.openxmlformats.org/officeDocument/2006/relationships/image" Target="../media/image82.png"/><Relationship Id="rId36" Type="http://schemas.openxmlformats.org/officeDocument/2006/relationships/customXml" Target="../ink/ink92.xml"/><Relationship Id="rId57" Type="http://schemas.openxmlformats.org/officeDocument/2006/relationships/image" Target="../media/image101.png"/><Relationship Id="rId106" Type="http://schemas.openxmlformats.org/officeDocument/2006/relationships/customXml" Target="../ink/ink127.xml"/><Relationship Id="rId127" Type="http://schemas.openxmlformats.org/officeDocument/2006/relationships/image" Target="../media/image131.png"/><Relationship Id="rId10" Type="http://schemas.openxmlformats.org/officeDocument/2006/relationships/customXml" Target="../ink/ink79.xml"/><Relationship Id="rId31" Type="http://schemas.openxmlformats.org/officeDocument/2006/relationships/image" Target="../media/image89.png"/><Relationship Id="rId52" Type="http://schemas.openxmlformats.org/officeDocument/2006/relationships/customXml" Target="../ink/ink100.xml"/><Relationship Id="rId73" Type="http://schemas.openxmlformats.org/officeDocument/2006/relationships/image" Target="../media/image109.png"/><Relationship Id="rId78" Type="http://schemas.openxmlformats.org/officeDocument/2006/relationships/customXml" Target="../ink/ink113.xml"/><Relationship Id="rId94" Type="http://schemas.openxmlformats.org/officeDocument/2006/relationships/customXml" Target="../ink/ink121.xml"/><Relationship Id="rId99" Type="http://schemas.openxmlformats.org/officeDocument/2006/relationships/image" Target="../media/image118.png"/><Relationship Id="rId101" Type="http://schemas.openxmlformats.org/officeDocument/2006/relationships/image" Target="../media/image62.png"/><Relationship Id="rId122" Type="http://schemas.openxmlformats.org/officeDocument/2006/relationships/customXml" Target="../ink/ink135.xml"/><Relationship Id="rId4" Type="http://schemas.openxmlformats.org/officeDocument/2006/relationships/customXml" Target="../ink/ink76.xml"/><Relationship Id="rId9" Type="http://schemas.openxmlformats.org/officeDocument/2006/relationships/image" Target="../media/image79.png"/><Relationship Id="rId26" Type="http://schemas.openxmlformats.org/officeDocument/2006/relationships/customXml" Target="../ink/ink87.xml"/><Relationship Id="rId47" Type="http://schemas.openxmlformats.org/officeDocument/2006/relationships/image" Target="../media/image96.png"/><Relationship Id="rId68" Type="http://schemas.openxmlformats.org/officeDocument/2006/relationships/customXml" Target="../ink/ink108.xml"/><Relationship Id="rId89" Type="http://schemas.openxmlformats.org/officeDocument/2006/relationships/image" Target="../media/image115.png"/><Relationship Id="rId112" Type="http://schemas.openxmlformats.org/officeDocument/2006/relationships/customXml" Target="../ink/ink130.xml"/><Relationship Id="rId133" Type="http://schemas.openxmlformats.org/officeDocument/2006/relationships/image" Target="../media/image134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5.png"/><Relationship Id="rId299" Type="http://schemas.openxmlformats.org/officeDocument/2006/relationships/image" Target="../media/image286.png"/><Relationship Id="rId21" Type="http://schemas.openxmlformats.org/officeDocument/2006/relationships/image" Target="../media/image147.png"/><Relationship Id="rId63" Type="http://schemas.openxmlformats.org/officeDocument/2006/relationships/image" Target="../media/image168.png"/><Relationship Id="rId159" Type="http://schemas.openxmlformats.org/officeDocument/2006/relationships/image" Target="../media/image216.png"/><Relationship Id="rId170" Type="http://schemas.openxmlformats.org/officeDocument/2006/relationships/customXml" Target="../ink/ink228.xml"/><Relationship Id="rId226" Type="http://schemas.openxmlformats.org/officeDocument/2006/relationships/customXml" Target="../ink/ink256.xml"/><Relationship Id="rId268" Type="http://schemas.openxmlformats.org/officeDocument/2006/relationships/customXml" Target="../ink/ink277.xml"/><Relationship Id="rId32" Type="http://schemas.openxmlformats.org/officeDocument/2006/relationships/customXml" Target="../ink/ink159.xml"/><Relationship Id="rId74" Type="http://schemas.openxmlformats.org/officeDocument/2006/relationships/customXml" Target="../ink/ink180.xml"/><Relationship Id="rId128" Type="http://schemas.openxmlformats.org/officeDocument/2006/relationships/customXml" Target="../ink/ink207.xml"/><Relationship Id="rId5" Type="http://schemas.openxmlformats.org/officeDocument/2006/relationships/image" Target="../media/image139.png"/><Relationship Id="rId181" Type="http://schemas.openxmlformats.org/officeDocument/2006/relationships/image" Target="../media/image227.png"/><Relationship Id="rId237" Type="http://schemas.openxmlformats.org/officeDocument/2006/relationships/image" Target="../media/image255.png"/><Relationship Id="rId279" Type="http://schemas.openxmlformats.org/officeDocument/2006/relationships/image" Target="../media/image276.png"/><Relationship Id="rId43" Type="http://schemas.openxmlformats.org/officeDocument/2006/relationships/image" Target="../media/image158.png"/><Relationship Id="rId139" Type="http://schemas.openxmlformats.org/officeDocument/2006/relationships/image" Target="../media/image206.png"/><Relationship Id="rId290" Type="http://schemas.openxmlformats.org/officeDocument/2006/relationships/customXml" Target="../ink/ink288.xml"/><Relationship Id="rId304" Type="http://schemas.openxmlformats.org/officeDocument/2006/relationships/customXml" Target="../ink/ink295.xml"/><Relationship Id="rId85" Type="http://schemas.openxmlformats.org/officeDocument/2006/relationships/image" Target="../media/image179.png"/><Relationship Id="rId150" Type="http://schemas.openxmlformats.org/officeDocument/2006/relationships/customXml" Target="../ink/ink218.xml"/><Relationship Id="rId192" Type="http://schemas.openxmlformats.org/officeDocument/2006/relationships/customXml" Target="../ink/ink239.xml"/><Relationship Id="rId206" Type="http://schemas.openxmlformats.org/officeDocument/2006/relationships/customXml" Target="../ink/ink246.xml"/><Relationship Id="rId248" Type="http://schemas.openxmlformats.org/officeDocument/2006/relationships/customXml" Target="../ink/ink267.xml"/><Relationship Id="rId12" Type="http://schemas.openxmlformats.org/officeDocument/2006/relationships/customXml" Target="../ink/ink149.xml"/><Relationship Id="rId108" Type="http://schemas.openxmlformats.org/officeDocument/2006/relationships/customXml" Target="../ink/ink197.xml"/><Relationship Id="rId315" Type="http://schemas.openxmlformats.org/officeDocument/2006/relationships/image" Target="../media/image294.png"/><Relationship Id="rId54" Type="http://schemas.openxmlformats.org/officeDocument/2006/relationships/customXml" Target="../ink/ink170.xml"/><Relationship Id="rId96" Type="http://schemas.openxmlformats.org/officeDocument/2006/relationships/customXml" Target="../ink/ink191.xml"/><Relationship Id="rId161" Type="http://schemas.openxmlformats.org/officeDocument/2006/relationships/image" Target="../media/image217.png"/><Relationship Id="rId217" Type="http://schemas.openxmlformats.org/officeDocument/2006/relationships/image" Target="../media/image245.png"/><Relationship Id="rId259" Type="http://schemas.openxmlformats.org/officeDocument/2006/relationships/image" Target="../media/image266.png"/><Relationship Id="rId23" Type="http://schemas.openxmlformats.org/officeDocument/2006/relationships/image" Target="../media/image148.png"/><Relationship Id="rId119" Type="http://schemas.openxmlformats.org/officeDocument/2006/relationships/image" Target="../media/image196.png"/><Relationship Id="rId270" Type="http://schemas.openxmlformats.org/officeDocument/2006/relationships/customXml" Target="../ink/ink278.xml"/><Relationship Id="rId65" Type="http://schemas.openxmlformats.org/officeDocument/2006/relationships/image" Target="../media/image169.png"/><Relationship Id="rId130" Type="http://schemas.openxmlformats.org/officeDocument/2006/relationships/customXml" Target="../ink/ink208.xml"/><Relationship Id="rId172" Type="http://schemas.openxmlformats.org/officeDocument/2006/relationships/customXml" Target="../ink/ink229.xml"/><Relationship Id="rId228" Type="http://schemas.openxmlformats.org/officeDocument/2006/relationships/customXml" Target="../ink/ink257.xml"/><Relationship Id="rId281" Type="http://schemas.openxmlformats.org/officeDocument/2006/relationships/image" Target="../media/image277.png"/><Relationship Id="rId34" Type="http://schemas.openxmlformats.org/officeDocument/2006/relationships/customXml" Target="../ink/ink160.xml"/><Relationship Id="rId55" Type="http://schemas.openxmlformats.org/officeDocument/2006/relationships/image" Target="../media/image164.png"/><Relationship Id="rId76" Type="http://schemas.openxmlformats.org/officeDocument/2006/relationships/customXml" Target="../ink/ink181.xml"/><Relationship Id="rId97" Type="http://schemas.openxmlformats.org/officeDocument/2006/relationships/image" Target="../media/image185.png"/><Relationship Id="rId120" Type="http://schemas.openxmlformats.org/officeDocument/2006/relationships/customXml" Target="../ink/ink203.xml"/><Relationship Id="rId141" Type="http://schemas.openxmlformats.org/officeDocument/2006/relationships/image" Target="../media/image207.png"/><Relationship Id="rId7" Type="http://schemas.openxmlformats.org/officeDocument/2006/relationships/image" Target="../media/image140.png"/><Relationship Id="rId162" Type="http://schemas.openxmlformats.org/officeDocument/2006/relationships/customXml" Target="../ink/ink224.xml"/><Relationship Id="rId183" Type="http://schemas.openxmlformats.org/officeDocument/2006/relationships/image" Target="../media/image228.png"/><Relationship Id="rId218" Type="http://schemas.openxmlformats.org/officeDocument/2006/relationships/customXml" Target="../ink/ink252.xml"/><Relationship Id="rId239" Type="http://schemas.openxmlformats.org/officeDocument/2006/relationships/image" Target="../media/image256.png"/><Relationship Id="rId250" Type="http://schemas.openxmlformats.org/officeDocument/2006/relationships/customXml" Target="../ink/ink268.xml"/><Relationship Id="rId271" Type="http://schemas.openxmlformats.org/officeDocument/2006/relationships/image" Target="../media/image272.png"/><Relationship Id="rId292" Type="http://schemas.openxmlformats.org/officeDocument/2006/relationships/customXml" Target="../ink/ink289.xml"/><Relationship Id="rId306" Type="http://schemas.openxmlformats.org/officeDocument/2006/relationships/customXml" Target="../ink/ink296.xml"/><Relationship Id="rId24" Type="http://schemas.openxmlformats.org/officeDocument/2006/relationships/customXml" Target="../ink/ink155.xml"/><Relationship Id="rId45" Type="http://schemas.openxmlformats.org/officeDocument/2006/relationships/image" Target="../media/image159.png"/><Relationship Id="rId66" Type="http://schemas.openxmlformats.org/officeDocument/2006/relationships/customXml" Target="../ink/ink176.xml"/><Relationship Id="rId87" Type="http://schemas.openxmlformats.org/officeDocument/2006/relationships/image" Target="../media/image180.png"/><Relationship Id="rId110" Type="http://schemas.openxmlformats.org/officeDocument/2006/relationships/customXml" Target="../ink/ink198.xml"/><Relationship Id="rId131" Type="http://schemas.openxmlformats.org/officeDocument/2006/relationships/image" Target="../media/image202.png"/><Relationship Id="rId152" Type="http://schemas.openxmlformats.org/officeDocument/2006/relationships/customXml" Target="../ink/ink219.xml"/><Relationship Id="rId173" Type="http://schemas.openxmlformats.org/officeDocument/2006/relationships/image" Target="../media/image223.png"/><Relationship Id="rId194" Type="http://schemas.openxmlformats.org/officeDocument/2006/relationships/customXml" Target="../ink/ink240.xml"/><Relationship Id="rId208" Type="http://schemas.openxmlformats.org/officeDocument/2006/relationships/customXml" Target="../ink/ink247.xml"/><Relationship Id="rId229" Type="http://schemas.openxmlformats.org/officeDocument/2006/relationships/image" Target="../media/image251.png"/><Relationship Id="rId240" Type="http://schemas.openxmlformats.org/officeDocument/2006/relationships/customXml" Target="../ink/ink263.xml"/><Relationship Id="rId261" Type="http://schemas.openxmlformats.org/officeDocument/2006/relationships/image" Target="../media/image267.png"/><Relationship Id="rId14" Type="http://schemas.openxmlformats.org/officeDocument/2006/relationships/customXml" Target="../ink/ink150.xml"/><Relationship Id="rId35" Type="http://schemas.openxmlformats.org/officeDocument/2006/relationships/image" Target="../media/image154.png"/><Relationship Id="rId56" Type="http://schemas.openxmlformats.org/officeDocument/2006/relationships/customXml" Target="../ink/ink171.xml"/><Relationship Id="rId77" Type="http://schemas.openxmlformats.org/officeDocument/2006/relationships/image" Target="../media/image175.png"/><Relationship Id="rId100" Type="http://schemas.openxmlformats.org/officeDocument/2006/relationships/customXml" Target="../ink/ink193.xml"/><Relationship Id="rId282" Type="http://schemas.openxmlformats.org/officeDocument/2006/relationships/customXml" Target="../ink/ink284.xml"/><Relationship Id="rId317" Type="http://schemas.openxmlformats.org/officeDocument/2006/relationships/image" Target="../media/image295.png"/><Relationship Id="rId8" Type="http://schemas.openxmlformats.org/officeDocument/2006/relationships/customXml" Target="../ink/ink147.xml"/><Relationship Id="rId98" Type="http://schemas.openxmlformats.org/officeDocument/2006/relationships/customXml" Target="../ink/ink192.xml"/><Relationship Id="rId121" Type="http://schemas.openxmlformats.org/officeDocument/2006/relationships/image" Target="../media/image197.png"/><Relationship Id="rId142" Type="http://schemas.openxmlformats.org/officeDocument/2006/relationships/customXml" Target="../ink/ink214.xml"/><Relationship Id="rId163" Type="http://schemas.openxmlformats.org/officeDocument/2006/relationships/image" Target="../media/image218.png"/><Relationship Id="rId184" Type="http://schemas.openxmlformats.org/officeDocument/2006/relationships/customXml" Target="../ink/ink235.xml"/><Relationship Id="rId219" Type="http://schemas.openxmlformats.org/officeDocument/2006/relationships/image" Target="../media/image246.png"/><Relationship Id="rId230" Type="http://schemas.openxmlformats.org/officeDocument/2006/relationships/customXml" Target="../ink/ink258.xml"/><Relationship Id="rId251" Type="http://schemas.openxmlformats.org/officeDocument/2006/relationships/image" Target="../media/image262.png"/><Relationship Id="rId25" Type="http://schemas.openxmlformats.org/officeDocument/2006/relationships/image" Target="../media/image149.png"/><Relationship Id="rId46" Type="http://schemas.openxmlformats.org/officeDocument/2006/relationships/customXml" Target="../ink/ink166.xml"/><Relationship Id="rId67" Type="http://schemas.openxmlformats.org/officeDocument/2006/relationships/image" Target="../media/image170.png"/><Relationship Id="rId272" Type="http://schemas.openxmlformats.org/officeDocument/2006/relationships/customXml" Target="../ink/ink279.xml"/><Relationship Id="rId293" Type="http://schemas.openxmlformats.org/officeDocument/2006/relationships/image" Target="../media/image283.png"/><Relationship Id="rId307" Type="http://schemas.openxmlformats.org/officeDocument/2006/relationships/image" Target="../media/image290.png"/><Relationship Id="rId88" Type="http://schemas.openxmlformats.org/officeDocument/2006/relationships/customXml" Target="../ink/ink187.xml"/><Relationship Id="rId111" Type="http://schemas.openxmlformats.org/officeDocument/2006/relationships/image" Target="../media/image192.png"/><Relationship Id="rId132" Type="http://schemas.openxmlformats.org/officeDocument/2006/relationships/customXml" Target="../ink/ink209.xml"/><Relationship Id="rId153" Type="http://schemas.openxmlformats.org/officeDocument/2006/relationships/image" Target="../media/image213.png"/><Relationship Id="rId174" Type="http://schemas.openxmlformats.org/officeDocument/2006/relationships/customXml" Target="../ink/ink230.xml"/><Relationship Id="rId195" Type="http://schemas.openxmlformats.org/officeDocument/2006/relationships/image" Target="../media/image234.png"/><Relationship Id="rId209" Type="http://schemas.openxmlformats.org/officeDocument/2006/relationships/image" Target="../media/image241.png"/><Relationship Id="rId220" Type="http://schemas.openxmlformats.org/officeDocument/2006/relationships/customXml" Target="../ink/ink253.xml"/><Relationship Id="rId241" Type="http://schemas.openxmlformats.org/officeDocument/2006/relationships/image" Target="../media/image257.png"/><Relationship Id="rId15" Type="http://schemas.openxmlformats.org/officeDocument/2006/relationships/image" Target="../media/image144.png"/><Relationship Id="rId36" Type="http://schemas.openxmlformats.org/officeDocument/2006/relationships/customXml" Target="../ink/ink161.xml"/><Relationship Id="rId57" Type="http://schemas.openxmlformats.org/officeDocument/2006/relationships/image" Target="../media/image165.png"/><Relationship Id="rId262" Type="http://schemas.openxmlformats.org/officeDocument/2006/relationships/customXml" Target="../ink/ink274.xml"/><Relationship Id="rId283" Type="http://schemas.openxmlformats.org/officeDocument/2006/relationships/image" Target="../media/image278.png"/><Relationship Id="rId318" Type="http://schemas.openxmlformats.org/officeDocument/2006/relationships/customXml" Target="../ink/ink302.xml"/><Relationship Id="rId78" Type="http://schemas.openxmlformats.org/officeDocument/2006/relationships/customXml" Target="../ink/ink182.xml"/><Relationship Id="rId99" Type="http://schemas.openxmlformats.org/officeDocument/2006/relationships/image" Target="../media/image186.png"/><Relationship Id="rId101" Type="http://schemas.openxmlformats.org/officeDocument/2006/relationships/image" Target="../media/image187.png"/><Relationship Id="rId122" Type="http://schemas.openxmlformats.org/officeDocument/2006/relationships/customXml" Target="../ink/ink204.xml"/><Relationship Id="rId143" Type="http://schemas.openxmlformats.org/officeDocument/2006/relationships/image" Target="../media/image208.png"/><Relationship Id="rId164" Type="http://schemas.openxmlformats.org/officeDocument/2006/relationships/customXml" Target="../ink/ink225.xml"/><Relationship Id="rId185" Type="http://schemas.openxmlformats.org/officeDocument/2006/relationships/image" Target="../media/image229.png"/><Relationship Id="rId9" Type="http://schemas.openxmlformats.org/officeDocument/2006/relationships/image" Target="../media/image141.png"/><Relationship Id="rId210" Type="http://schemas.openxmlformats.org/officeDocument/2006/relationships/customXml" Target="../ink/ink248.xml"/><Relationship Id="rId26" Type="http://schemas.openxmlformats.org/officeDocument/2006/relationships/customXml" Target="../ink/ink156.xml"/><Relationship Id="rId231" Type="http://schemas.openxmlformats.org/officeDocument/2006/relationships/image" Target="../media/image252.png"/><Relationship Id="rId252" Type="http://schemas.openxmlformats.org/officeDocument/2006/relationships/customXml" Target="../ink/ink269.xml"/><Relationship Id="rId273" Type="http://schemas.openxmlformats.org/officeDocument/2006/relationships/image" Target="../media/image273.png"/><Relationship Id="rId294" Type="http://schemas.openxmlformats.org/officeDocument/2006/relationships/customXml" Target="../ink/ink290.xml"/><Relationship Id="rId308" Type="http://schemas.openxmlformats.org/officeDocument/2006/relationships/customXml" Target="../ink/ink297.xml"/><Relationship Id="rId47" Type="http://schemas.openxmlformats.org/officeDocument/2006/relationships/image" Target="../media/image160.png"/><Relationship Id="rId68" Type="http://schemas.openxmlformats.org/officeDocument/2006/relationships/customXml" Target="../ink/ink177.xml"/><Relationship Id="rId89" Type="http://schemas.openxmlformats.org/officeDocument/2006/relationships/image" Target="../media/image181.png"/><Relationship Id="rId112" Type="http://schemas.openxmlformats.org/officeDocument/2006/relationships/customXml" Target="../ink/ink199.xml"/><Relationship Id="rId133" Type="http://schemas.openxmlformats.org/officeDocument/2006/relationships/image" Target="../media/image203.png"/><Relationship Id="rId154" Type="http://schemas.openxmlformats.org/officeDocument/2006/relationships/customXml" Target="../ink/ink220.xml"/><Relationship Id="rId175" Type="http://schemas.openxmlformats.org/officeDocument/2006/relationships/image" Target="../media/image224.png"/><Relationship Id="rId196" Type="http://schemas.openxmlformats.org/officeDocument/2006/relationships/customXml" Target="../ink/ink241.xml"/><Relationship Id="rId200" Type="http://schemas.openxmlformats.org/officeDocument/2006/relationships/customXml" Target="../ink/ink243.xml"/><Relationship Id="rId16" Type="http://schemas.openxmlformats.org/officeDocument/2006/relationships/customXml" Target="../ink/ink151.xml"/><Relationship Id="rId221" Type="http://schemas.openxmlformats.org/officeDocument/2006/relationships/image" Target="../media/image247.png"/><Relationship Id="rId242" Type="http://schemas.openxmlformats.org/officeDocument/2006/relationships/customXml" Target="../ink/ink264.xml"/><Relationship Id="rId263" Type="http://schemas.openxmlformats.org/officeDocument/2006/relationships/image" Target="../media/image268.png"/><Relationship Id="rId284" Type="http://schemas.openxmlformats.org/officeDocument/2006/relationships/customXml" Target="../ink/ink285.xml"/><Relationship Id="rId319" Type="http://schemas.openxmlformats.org/officeDocument/2006/relationships/image" Target="../media/image296.png"/><Relationship Id="rId37" Type="http://schemas.openxmlformats.org/officeDocument/2006/relationships/image" Target="../media/image155.png"/><Relationship Id="rId58" Type="http://schemas.openxmlformats.org/officeDocument/2006/relationships/customXml" Target="../ink/ink172.xml"/><Relationship Id="rId79" Type="http://schemas.openxmlformats.org/officeDocument/2006/relationships/image" Target="../media/image176.png"/><Relationship Id="rId102" Type="http://schemas.openxmlformats.org/officeDocument/2006/relationships/customXml" Target="../ink/ink194.xml"/><Relationship Id="rId123" Type="http://schemas.openxmlformats.org/officeDocument/2006/relationships/image" Target="../media/image198.png"/><Relationship Id="rId144" Type="http://schemas.openxmlformats.org/officeDocument/2006/relationships/customXml" Target="../ink/ink215.xml"/><Relationship Id="rId90" Type="http://schemas.openxmlformats.org/officeDocument/2006/relationships/customXml" Target="../ink/ink188.xml"/><Relationship Id="rId165" Type="http://schemas.openxmlformats.org/officeDocument/2006/relationships/image" Target="../media/image219.png"/><Relationship Id="rId186" Type="http://schemas.openxmlformats.org/officeDocument/2006/relationships/customXml" Target="../ink/ink236.xml"/><Relationship Id="rId211" Type="http://schemas.openxmlformats.org/officeDocument/2006/relationships/image" Target="../media/image242.png"/><Relationship Id="rId232" Type="http://schemas.openxmlformats.org/officeDocument/2006/relationships/customXml" Target="../ink/ink259.xml"/><Relationship Id="rId253" Type="http://schemas.openxmlformats.org/officeDocument/2006/relationships/image" Target="../media/image263.png"/><Relationship Id="rId274" Type="http://schemas.openxmlformats.org/officeDocument/2006/relationships/customXml" Target="../ink/ink280.xml"/><Relationship Id="rId295" Type="http://schemas.openxmlformats.org/officeDocument/2006/relationships/image" Target="../media/image284.png"/><Relationship Id="rId309" Type="http://schemas.openxmlformats.org/officeDocument/2006/relationships/image" Target="../media/image291.png"/><Relationship Id="rId27" Type="http://schemas.openxmlformats.org/officeDocument/2006/relationships/image" Target="../media/image150.png"/><Relationship Id="rId48" Type="http://schemas.openxmlformats.org/officeDocument/2006/relationships/customXml" Target="../ink/ink167.xml"/><Relationship Id="rId69" Type="http://schemas.openxmlformats.org/officeDocument/2006/relationships/image" Target="../media/image171.png"/><Relationship Id="rId113" Type="http://schemas.openxmlformats.org/officeDocument/2006/relationships/image" Target="../media/image193.png"/><Relationship Id="rId134" Type="http://schemas.openxmlformats.org/officeDocument/2006/relationships/customXml" Target="../ink/ink210.xml"/><Relationship Id="rId320" Type="http://schemas.openxmlformats.org/officeDocument/2006/relationships/customXml" Target="../ink/ink303.xml"/><Relationship Id="rId80" Type="http://schemas.openxmlformats.org/officeDocument/2006/relationships/customXml" Target="../ink/ink183.xml"/><Relationship Id="rId155" Type="http://schemas.openxmlformats.org/officeDocument/2006/relationships/image" Target="../media/image214.png"/><Relationship Id="rId176" Type="http://schemas.openxmlformats.org/officeDocument/2006/relationships/customXml" Target="../ink/ink231.xml"/><Relationship Id="rId197" Type="http://schemas.openxmlformats.org/officeDocument/2006/relationships/image" Target="../media/image235.png"/><Relationship Id="rId201" Type="http://schemas.openxmlformats.org/officeDocument/2006/relationships/image" Target="../media/image237.png"/><Relationship Id="rId222" Type="http://schemas.openxmlformats.org/officeDocument/2006/relationships/customXml" Target="../ink/ink254.xml"/><Relationship Id="rId243" Type="http://schemas.openxmlformats.org/officeDocument/2006/relationships/image" Target="../media/image258.png"/><Relationship Id="rId264" Type="http://schemas.openxmlformats.org/officeDocument/2006/relationships/customXml" Target="../ink/ink275.xml"/><Relationship Id="rId285" Type="http://schemas.openxmlformats.org/officeDocument/2006/relationships/image" Target="../media/image279.png"/><Relationship Id="rId17" Type="http://schemas.openxmlformats.org/officeDocument/2006/relationships/image" Target="../media/image145.png"/><Relationship Id="rId38" Type="http://schemas.openxmlformats.org/officeDocument/2006/relationships/customXml" Target="../ink/ink162.xml"/><Relationship Id="rId59" Type="http://schemas.openxmlformats.org/officeDocument/2006/relationships/image" Target="../media/image166.png"/><Relationship Id="rId103" Type="http://schemas.openxmlformats.org/officeDocument/2006/relationships/image" Target="../media/image188.png"/><Relationship Id="rId124" Type="http://schemas.openxmlformats.org/officeDocument/2006/relationships/customXml" Target="../ink/ink205.xml"/><Relationship Id="rId310" Type="http://schemas.openxmlformats.org/officeDocument/2006/relationships/customXml" Target="../ink/ink298.xml"/><Relationship Id="rId70" Type="http://schemas.openxmlformats.org/officeDocument/2006/relationships/customXml" Target="../ink/ink178.xml"/><Relationship Id="rId91" Type="http://schemas.openxmlformats.org/officeDocument/2006/relationships/image" Target="../media/image182.png"/><Relationship Id="rId145" Type="http://schemas.openxmlformats.org/officeDocument/2006/relationships/image" Target="../media/image209.png"/><Relationship Id="rId166" Type="http://schemas.openxmlformats.org/officeDocument/2006/relationships/customXml" Target="../ink/ink226.xml"/><Relationship Id="rId187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49.xml"/><Relationship Id="rId233" Type="http://schemas.openxmlformats.org/officeDocument/2006/relationships/image" Target="../media/image253.png"/><Relationship Id="rId254" Type="http://schemas.openxmlformats.org/officeDocument/2006/relationships/customXml" Target="../ink/ink270.xml"/><Relationship Id="rId28" Type="http://schemas.openxmlformats.org/officeDocument/2006/relationships/customXml" Target="../ink/ink157.xml"/><Relationship Id="rId49" Type="http://schemas.openxmlformats.org/officeDocument/2006/relationships/image" Target="../media/image161.png"/><Relationship Id="rId114" Type="http://schemas.openxmlformats.org/officeDocument/2006/relationships/customXml" Target="../ink/ink200.xml"/><Relationship Id="rId275" Type="http://schemas.openxmlformats.org/officeDocument/2006/relationships/image" Target="../media/image274.png"/><Relationship Id="rId296" Type="http://schemas.openxmlformats.org/officeDocument/2006/relationships/customXml" Target="../ink/ink291.xml"/><Relationship Id="rId300" Type="http://schemas.openxmlformats.org/officeDocument/2006/relationships/customXml" Target="../ink/ink293.xml"/><Relationship Id="rId60" Type="http://schemas.openxmlformats.org/officeDocument/2006/relationships/customXml" Target="../ink/ink173.xml"/><Relationship Id="rId81" Type="http://schemas.openxmlformats.org/officeDocument/2006/relationships/image" Target="../media/image177.png"/><Relationship Id="rId135" Type="http://schemas.openxmlformats.org/officeDocument/2006/relationships/image" Target="../media/image204.png"/><Relationship Id="rId156" Type="http://schemas.openxmlformats.org/officeDocument/2006/relationships/customXml" Target="../ink/ink221.xml"/><Relationship Id="rId177" Type="http://schemas.openxmlformats.org/officeDocument/2006/relationships/image" Target="../media/image225.png"/><Relationship Id="rId198" Type="http://schemas.openxmlformats.org/officeDocument/2006/relationships/customXml" Target="../ink/ink242.xml"/><Relationship Id="rId321" Type="http://schemas.openxmlformats.org/officeDocument/2006/relationships/image" Target="../media/image297.png"/><Relationship Id="rId202" Type="http://schemas.openxmlformats.org/officeDocument/2006/relationships/customXml" Target="../ink/ink244.xml"/><Relationship Id="rId223" Type="http://schemas.openxmlformats.org/officeDocument/2006/relationships/image" Target="../media/image248.png"/><Relationship Id="rId244" Type="http://schemas.openxmlformats.org/officeDocument/2006/relationships/customXml" Target="../ink/ink265.xml"/><Relationship Id="rId18" Type="http://schemas.openxmlformats.org/officeDocument/2006/relationships/customXml" Target="../ink/ink152.xml"/><Relationship Id="rId39" Type="http://schemas.openxmlformats.org/officeDocument/2006/relationships/image" Target="../media/image156.png"/><Relationship Id="rId265" Type="http://schemas.openxmlformats.org/officeDocument/2006/relationships/image" Target="../media/image269.png"/><Relationship Id="rId286" Type="http://schemas.openxmlformats.org/officeDocument/2006/relationships/customXml" Target="../ink/ink286.xml"/><Relationship Id="rId50" Type="http://schemas.openxmlformats.org/officeDocument/2006/relationships/customXml" Target="../ink/ink168.xml"/><Relationship Id="rId104" Type="http://schemas.openxmlformats.org/officeDocument/2006/relationships/customXml" Target="../ink/ink195.xml"/><Relationship Id="rId125" Type="http://schemas.openxmlformats.org/officeDocument/2006/relationships/image" Target="../media/image199.png"/><Relationship Id="rId146" Type="http://schemas.openxmlformats.org/officeDocument/2006/relationships/customXml" Target="../ink/ink216.xml"/><Relationship Id="rId167" Type="http://schemas.openxmlformats.org/officeDocument/2006/relationships/image" Target="../media/image220.png"/><Relationship Id="rId188" Type="http://schemas.openxmlformats.org/officeDocument/2006/relationships/customXml" Target="../ink/ink237.xml"/><Relationship Id="rId311" Type="http://schemas.openxmlformats.org/officeDocument/2006/relationships/image" Target="../media/image292.png"/><Relationship Id="rId71" Type="http://schemas.openxmlformats.org/officeDocument/2006/relationships/image" Target="../media/image172.png"/><Relationship Id="rId92" Type="http://schemas.openxmlformats.org/officeDocument/2006/relationships/customXml" Target="../ink/ink189.xml"/><Relationship Id="rId213" Type="http://schemas.openxmlformats.org/officeDocument/2006/relationships/image" Target="../media/image243.png"/><Relationship Id="rId234" Type="http://schemas.openxmlformats.org/officeDocument/2006/relationships/customXml" Target="../ink/ink260.xml"/><Relationship Id="rId2" Type="http://schemas.openxmlformats.org/officeDocument/2006/relationships/customXml" Target="../ink/ink144.xml"/><Relationship Id="rId29" Type="http://schemas.openxmlformats.org/officeDocument/2006/relationships/image" Target="../media/image151.png"/><Relationship Id="rId255" Type="http://schemas.openxmlformats.org/officeDocument/2006/relationships/image" Target="../media/image264.png"/><Relationship Id="rId276" Type="http://schemas.openxmlformats.org/officeDocument/2006/relationships/customXml" Target="../ink/ink281.xml"/><Relationship Id="rId297" Type="http://schemas.openxmlformats.org/officeDocument/2006/relationships/image" Target="../media/image285.png"/><Relationship Id="rId40" Type="http://schemas.openxmlformats.org/officeDocument/2006/relationships/customXml" Target="../ink/ink163.xml"/><Relationship Id="rId115" Type="http://schemas.openxmlformats.org/officeDocument/2006/relationships/image" Target="../media/image194.png"/><Relationship Id="rId136" Type="http://schemas.openxmlformats.org/officeDocument/2006/relationships/customXml" Target="../ink/ink211.xml"/><Relationship Id="rId157" Type="http://schemas.openxmlformats.org/officeDocument/2006/relationships/image" Target="../media/image215.png"/><Relationship Id="rId178" Type="http://schemas.openxmlformats.org/officeDocument/2006/relationships/customXml" Target="../ink/ink232.xml"/><Relationship Id="rId301" Type="http://schemas.openxmlformats.org/officeDocument/2006/relationships/image" Target="../media/image287.png"/><Relationship Id="rId322" Type="http://schemas.openxmlformats.org/officeDocument/2006/relationships/customXml" Target="../ink/ink304.xml"/><Relationship Id="rId61" Type="http://schemas.openxmlformats.org/officeDocument/2006/relationships/image" Target="../media/image167.png"/><Relationship Id="rId82" Type="http://schemas.openxmlformats.org/officeDocument/2006/relationships/customXml" Target="../ink/ink184.xml"/><Relationship Id="rId199" Type="http://schemas.openxmlformats.org/officeDocument/2006/relationships/image" Target="../media/image236.png"/><Relationship Id="rId203" Type="http://schemas.openxmlformats.org/officeDocument/2006/relationships/image" Target="../media/image238.png"/><Relationship Id="rId19" Type="http://schemas.openxmlformats.org/officeDocument/2006/relationships/image" Target="../media/image146.png"/><Relationship Id="rId224" Type="http://schemas.openxmlformats.org/officeDocument/2006/relationships/customXml" Target="../ink/ink255.xml"/><Relationship Id="rId245" Type="http://schemas.openxmlformats.org/officeDocument/2006/relationships/image" Target="../media/image259.png"/><Relationship Id="rId266" Type="http://schemas.openxmlformats.org/officeDocument/2006/relationships/customXml" Target="../ink/ink276.xml"/><Relationship Id="rId287" Type="http://schemas.openxmlformats.org/officeDocument/2006/relationships/image" Target="../media/image280.png"/><Relationship Id="rId30" Type="http://schemas.openxmlformats.org/officeDocument/2006/relationships/customXml" Target="../ink/ink158.xml"/><Relationship Id="rId105" Type="http://schemas.openxmlformats.org/officeDocument/2006/relationships/image" Target="../media/image189.png"/><Relationship Id="rId126" Type="http://schemas.openxmlformats.org/officeDocument/2006/relationships/customXml" Target="../ink/ink206.xml"/><Relationship Id="rId147" Type="http://schemas.openxmlformats.org/officeDocument/2006/relationships/image" Target="../media/image210.png"/><Relationship Id="rId168" Type="http://schemas.openxmlformats.org/officeDocument/2006/relationships/customXml" Target="../ink/ink227.xml"/><Relationship Id="rId312" Type="http://schemas.openxmlformats.org/officeDocument/2006/relationships/customXml" Target="../ink/ink299.xml"/><Relationship Id="rId51" Type="http://schemas.openxmlformats.org/officeDocument/2006/relationships/image" Target="../media/image162.png"/><Relationship Id="rId72" Type="http://schemas.openxmlformats.org/officeDocument/2006/relationships/customXml" Target="../ink/ink179.xml"/><Relationship Id="rId93" Type="http://schemas.openxmlformats.org/officeDocument/2006/relationships/image" Target="../media/image183.png"/><Relationship Id="rId189" Type="http://schemas.openxmlformats.org/officeDocument/2006/relationships/image" Target="../media/image231.png"/><Relationship Id="rId3" Type="http://schemas.openxmlformats.org/officeDocument/2006/relationships/image" Target="../media/image138.png"/><Relationship Id="rId214" Type="http://schemas.openxmlformats.org/officeDocument/2006/relationships/customXml" Target="../ink/ink250.xml"/><Relationship Id="rId235" Type="http://schemas.openxmlformats.org/officeDocument/2006/relationships/image" Target="../media/image254.png"/><Relationship Id="rId256" Type="http://schemas.openxmlformats.org/officeDocument/2006/relationships/customXml" Target="../ink/ink271.xml"/><Relationship Id="rId277" Type="http://schemas.openxmlformats.org/officeDocument/2006/relationships/image" Target="../media/image275.png"/><Relationship Id="rId298" Type="http://schemas.openxmlformats.org/officeDocument/2006/relationships/customXml" Target="../ink/ink292.xml"/><Relationship Id="rId116" Type="http://schemas.openxmlformats.org/officeDocument/2006/relationships/customXml" Target="../ink/ink201.xml"/><Relationship Id="rId137" Type="http://schemas.openxmlformats.org/officeDocument/2006/relationships/image" Target="../media/image205.png"/><Relationship Id="rId158" Type="http://schemas.openxmlformats.org/officeDocument/2006/relationships/customXml" Target="../ink/ink222.xml"/><Relationship Id="rId302" Type="http://schemas.openxmlformats.org/officeDocument/2006/relationships/customXml" Target="../ink/ink294.xml"/><Relationship Id="rId323" Type="http://schemas.openxmlformats.org/officeDocument/2006/relationships/image" Target="../media/image298.png"/><Relationship Id="rId20" Type="http://schemas.openxmlformats.org/officeDocument/2006/relationships/customXml" Target="../ink/ink153.xml"/><Relationship Id="rId41" Type="http://schemas.openxmlformats.org/officeDocument/2006/relationships/image" Target="../media/image157.png"/><Relationship Id="rId62" Type="http://schemas.openxmlformats.org/officeDocument/2006/relationships/customXml" Target="../ink/ink174.xml"/><Relationship Id="rId83" Type="http://schemas.openxmlformats.org/officeDocument/2006/relationships/image" Target="../media/image178.png"/><Relationship Id="rId179" Type="http://schemas.openxmlformats.org/officeDocument/2006/relationships/image" Target="../media/image226.png"/><Relationship Id="rId190" Type="http://schemas.openxmlformats.org/officeDocument/2006/relationships/customXml" Target="../ink/ink238.xml"/><Relationship Id="rId204" Type="http://schemas.openxmlformats.org/officeDocument/2006/relationships/customXml" Target="../ink/ink245.xml"/><Relationship Id="rId225" Type="http://schemas.openxmlformats.org/officeDocument/2006/relationships/image" Target="../media/image249.png"/><Relationship Id="rId246" Type="http://schemas.openxmlformats.org/officeDocument/2006/relationships/customXml" Target="../ink/ink266.xml"/><Relationship Id="rId267" Type="http://schemas.openxmlformats.org/officeDocument/2006/relationships/image" Target="../media/image270.png"/><Relationship Id="rId288" Type="http://schemas.openxmlformats.org/officeDocument/2006/relationships/customXml" Target="../ink/ink287.xml"/><Relationship Id="rId106" Type="http://schemas.openxmlformats.org/officeDocument/2006/relationships/customXml" Target="../ink/ink196.xml"/><Relationship Id="rId127" Type="http://schemas.openxmlformats.org/officeDocument/2006/relationships/image" Target="../media/image200.png"/><Relationship Id="rId313" Type="http://schemas.openxmlformats.org/officeDocument/2006/relationships/image" Target="../media/image293.png"/><Relationship Id="rId10" Type="http://schemas.openxmlformats.org/officeDocument/2006/relationships/customXml" Target="../ink/ink148.xml"/><Relationship Id="rId31" Type="http://schemas.openxmlformats.org/officeDocument/2006/relationships/image" Target="../media/image152.png"/><Relationship Id="rId52" Type="http://schemas.openxmlformats.org/officeDocument/2006/relationships/customXml" Target="../ink/ink169.xml"/><Relationship Id="rId73" Type="http://schemas.openxmlformats.org/officeDocument/2006/relationships/image" Target="../media/image173.png"/><Relationship Id="rId94" Type="http://schemas.openxmlformats.org/officeDocument/2006/relationships/customXml" Target="../ink/ink190.xml"/><Relationship Id="rId148" Type="http://schemas.openxmlformats.org/officeDocument/2006/relationships/customXml" Target="../ink/ink217.xml"/><Relationship Id="rId169" Type="http://schemas.openxmlformats.org/officeDocument/2006/relationships/image" Target="../media/image221.png"/><Relationship Id="rId4" Type="http://schemas.openxmlformats.org/officeDocument/2006/relationships/customXml" Target="../ink/ink145.xml"/><Relationship Id="rId180" Type="http://schemas.openxmlformats.org/officeDocument/2006/relationships/customXml" Target="../ink/ink233.xml"/><Relationship Id="rId215" Type="http://schemas.openxmlformats.org/officeDocument/2006/relationships/image" Target="../media/image244.png"/><Relationship Id="rId236" Type="http://schemas.openxmlformats.org/officeDocument/2006/relationships/customXml" Target="../ink/ink261.xml"/><Relationship Id="rId257" Type="http://schemas.openxmlformats.org/officeDocument/2006/relationships/image" Target="../media/image265.png"/><Relationship Id="rId278" Type="http://schemas.openxmlformats.org/officeDocument/2006/relationships/customXml" Target="../ink/ink282.xml"/><Relationship Id="rId303" Type="http://schemas.openxmlformats.org/officeDocument/2006/relationships/image" Target="../media/image288.png"/><Relationship Id="rId42" Type="http://schemas.openxmlformats.org/officeDocument/2006/relationships/customXml" Target="../ink/ink164.xml"/><Relationship Id="rId84" Type="http://schemas.openxmlformats.org/officeDocument/2006/relationships/customXml" Target="../ink/ink185.xml"/><Relationship Id="rId138" Type="http://schemas.openxmlformats.org/officeDocument/2006/relationships/customXml" Target="../ink/ink212.xml"/><Relationship Id="rId191" Type="http://schemas.openxmlformats.org/officeDocument/2006/relationships/image" Target="../media/image232.png"/><Relationship Id="rId205" Type="http://schemas.openxmlformats.org/officeDocument/2006/relationships/image" Target="../media/image239.png"/><Relationship Id="rId247" Type="http://schemas.openxmlformats.org/officeDocument/2006/relationships/image" Target="../media/image260.png"/><Relationship Id="rId107" Type="http://schemas.openxmlformats.org/officeDocument/2006/relationships/image" Target="../media/image190.png"/><Relationship Id="rId289" Type="http://schemas.openxmlformats.org/officeDocument/2006/relationships/image" Target="../media/image281.png"/><Relationship Id="rId11" Type="http://schemas.openxmlformats.org/officeDocument/2006/relationships/image" Target="../media/image142.png"/><Relationship Id="rId53" Type="http://schemas.openxmlformats.org/officeDocument/2006/relationships/image" Target="../media/image163.png"/><Relationship Id="rId149" Type="http://schemas.openxmlformats.org/officeDocument/2006/relationships/image" Target="../media/image211.png"/><Relationship Id="rId314" Type="http://schemas.openxmlformats.org/officeDocument/2006/relationships/customXml" Target="../ink/ink300.xml"/><Relationship Id="rId95" Type="http://schemas.openxmlformats.org/officeDocument/2006/relationships/image" Target="../media/image184.png"/><Relationship Id="rId160" Type="http://schemas.openxmlformats.org/officeDocument/2006/relationships/customXml" Target="../ink/ink223.xml"/><Relationship Id="rId216" Type="http://schemas.openxmlformats.org/officeDocument/2006/relationships/customXml" Target="../ink/ink251.xml"/><Relationship Id="rId258" Type="http://schemas.openxmlformats.org/officeDocument/2006/relationships/customXml" Target="../ink/ink272.xml"/><Relationship Id="rId22" Type="http://schemas.openxmlformats.org/officeDocument/2006/relationships/customXml" Target="../ink/ink154.xml"/><Relationship Id="rId64" Type="http://schemas.openxmlformats.org/officeDocument/2006/relationships/customXml" Target="../ink/ink175.xml"/><Relationship Id="rId118" Type="http://schemas.openxmlformats.org/officeDocument/2006/relationships/customXml" Target="../ink/ink202.xml"/><Relationship Id="rId171" Type="http://schemas.openxmlformats.org/officeDocument/2006/relationships/image" Target="../media/image222.png"/><Relationship Id="rId227" Type="http://schemas.openxmlformats.org/officeDocument/2006/relationships/image" Target="../media/image250.png"/><Relationship Id="rId269" Type="http://schemas.openxmlformats.org/officeDocument/2006/relationships/image" Target="../media/image271.png"/><Relationship Id="rId33" Type="http://schemas.openxmlformats.org/officeDocument/2006/relationships/image" Target="../media/image153.png"/><Relationship Id="rId129" Type="http://schemas.openxmlformats.org/officeDocument/2006/relationships/image" Target="../media/image201.png"/><Relationship Id="rId280" Type="http://schemas.openxmlformats.org/officeDocument/2006/relationships/customXml" Target="../ink/ink283.xml"/><Relationship Id="rId75" Type="http://schemas.openxmlformats.org/officeDocument/2006/relationships/image" Target="../media/image174.png"/><Relationship Id="rId140" Type="http://schemas.openxmlformats.org/officeDocument/2006/relationships/customXml" Target="../ink/ink213.xml"/><Relationship Id="rId182" Type="http://schemas.openxmlformats.org/officeDocument/2006/relationships/customXml" Target="../ink/ink234.xml"/><Relationship Id="rId6" Type="http://schemas.openxmlformats.org/officeDocument/2006/relationships/customXml" Target="../ink/ink146.xml"/><Relationship Id="rId238" Type="http://schemas.openxmlformats.org/officeDocument/2006/relationships/customXml" Target="../ink/ink262.xml"/><Relationship Id="rId291" Type="http://schemas.openxmlformats.org/officeDocument/2006/relationships/image" Target="../media/image282.png"/><Relationship Id="rId305" Type="http://schemas.openxmlformats.org/officeDocument/2006/relationships/image" Target="../media/image289.png"/><Relationship Id="rId44" Type="http://schemas.openxmlformats.org/officeDocument/2006/relationships/customXml" Target="../ink/ink165.xml"/><Relationship Id="rId86" Type="http://schemas.openxmlformats.org/officeDocument/2006/relationships/customXml" Target="../ink/ink186.xml"/><Relationship Id="rId151" Type="http://schemas.openxmlformats.org/officeDocument/2006/relationships/image" Target="../media/image212.png"/><Relationship Id="rId193" Type="http://schemas.openxmlformats.org/officeDocument/2006/relationships/image" Target="../media/image233.png"/><Relationship Id="rId207" Type="http://schemas.openxmlformats.org/officeDocument/2006/relationships/image" Target="../media/image240.png"/><Relationship Id="rId249" Type="http://schemas.openxmlformats.org/officeDocument/2006/relationships/image" Target="../media/image261.png"/><Relationship Id="rId13" Type="http://schemas.openxmlformats.org/officeDocument/2006/relationships/image" Target="../media/image143.png"/><Relationship Id="rId109" Type="http://schemas.openxmlformats.org/officeDocument/2006/relationships/image" Target="../media/image191.png"/><Relationship Id="rId260" Type="http://schemas.openxmlformats.org/officeDocument/2006/relationships/customXml" Target="../ink/ink273.xml"/><Relationship Id="rId316" Type="http://schemas.openxmlformats.org/officeDocument/2006/relationships/customXml" Target="../ink/ink301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17.xml"/><Relationship Id="rId21" Type="http://schemas.openxmlformats.org/officeDocument/2006/relationships/image" Target="../media/image308.png"/><Relationship Id="rId42" Type="http://schemas.openxmlformats.org/officeDocument/2006/relationships/customXml" Target="../ink/ink325.xml"/><Relationship Id="rId47" Type="http://schemas.openxmlformats.org/officeDocument/2006/relationships/image" Target="../media/image321.png"/><Relationship Id="rId63" Type="http://schemas.openxmlformats.org/officeDocument/2006/relationships/image" Target="../media/image329.png"/><Relationship Id="rId68" Type="http://schemas.openxmlformats.org/officeDocument/2006/relationships/customXml" Target="../ink/ink338.xml"/><Relationship Id="rId84" Type="http://schemas.openxmlformats.org/officeDocument/2006/relationships/customXml" Target="../ink/ink346.xml"/><Relationship Id="rId89" Type="http://schemas.openxmlformats.org/officeDocument/2006/relationships/image" Target="../media/image342.png"/><Relationship Id="rId16" Type="http://schemas.openxmlformats.org/officeDocument/2006/relationships/customXml" Target="../ink/ink312.xml"/><Relationship Id="rId11" Type="http://schemas.openxmlformats.org/officeDocument/2006/relationships/image" Target="../media/image303.png"/><Relationship Id="rId32" Type="http://schemas.openxmlformats.org/officeDocument/2006/relationships/customXml" Target="../ink/ink320.xml"/><Relationship Id="rId37" Type="http://schemas.openxmlformats.org/officeDocument/2006/relationships/image" Target="../media/image316.png"/><Relationship Id="rId53" Type="http://schemas.openxmlformats.org/officeDocument/2006/relationships/image" Target="../media/image324.png"/><Relationship Id="rId58" Type="http://schemas.openxmlformats.org/officeDocument/2006/relationships/customXml" Target="../ink/ink333.xml"/><Relationship Id="rId74" Type="http://schemas.openxmlformats.org/officeDocument/2006/relationships/customXml" Target="../ink/ink341.xml"/><Relationship Id="rId79" Type="http://schemas.openxmlformats.org/officeDocument/2006/relationships/image" Target="../media/image337.png"/><Relationship Id="rId5" Type="http://schemas.openxmlformats.org/officeDocument/2006/relationships/image" Target="../media/image300.png"/><Relationship Id="rId90" Type="http://schemas.openxmlformats.org/officeDocument/2006/relationships/customXml" Target="../ink/ink349.xml"/><Relationship Id="rId95" Type="http://schemas.openxmlformats.org/officeDocument/2006/relationships/image" Target="../media/image345.png"/><Relationship Id="rId22" Type="http://schemas.openxmlformats.org/officeDocument/2006/relationships/customXml" Target="../ink/ink315.xml"/><Relationship Id="rId27" Type="http://schemas.openxmlformats.org/officeDocument/2006/relationships/image" Target="../media/image311.png"/><Relationship Id="rId43" Type="http://schemas.openxmlformats.org/officeDocument/2006/relationships/image" Target="../media/image319.png"/><Relationship Id="rId48" Type="http://schemas.openxmlformats.org/officeDocument/2006/relationships/customXml" Target="../ink/ink328.xml"/><Relationship Id="rId64" Type="http://schemas.openxmlformats.org/officeDocument/2006/relationships/customXml" Target="../ink/ink336.xml"/><Relationship Id="rId69" Type="http://schemas.openxmlformats.org/officeDocument/2006/relationships/image" Target="../media/image332.png"/><Relationship Id="rId80" Type="http://schemas.openxmlformats.org/officeDocument/2006/relationships/customXml" Target="../ink/ink344.xml"/><Relationship Id="rId85" Type="http://schemas.openxmlformats.org/officeDocument/2006/relationships/image" Target="../media/image340.png"/><Relationship Id="rId12" Type="http://schemas.openxmlformats.org/officeDocument/2006/relationships/customXml" Target="../ink/ink310.xml"/><Relationship Id="rId17" Type="http://schemas.openxmlformats.org/officeDocument/2006/relationships/image" Target="../media/image306.png"/><Relationship Id="rId25" Type="http://schemas.openxmlformats.org/officeDocument/2006/relationships/image" Target="../media/image310.png"/><Relationship Id="rId33" Type="http://schemas.openxmlformats.org/officeDocument/2006/relationships/image" Target="../media/image314.png"/><Relationship Id="rId38" Type="http://schemas.openxmlformats.org/officeDocument/2006/relationships/customXml" Target="../ink/ink323.xml"/><Relationship Id="rId46" Type="http://schemas.openxmlformats.org/officeDocument/2006/relationships/customXml" Target="../ink/ink327.xml"/><Relationship Id="rId59" Type="http://schemas.openxmlformats.org/officeDocument/2006/relationships/image" Target="../media/image327.png"/><Relationship Id="rId67" Type="http://schemas.openxmlformats.org/officeDocument/2006/relationships/image" Target="../media/image331.png"/><Relationship Id="rId20" Type="http://schemas.openxmlformats.org/officeDocument/2006/relationships/customXml" Target="../ink/ink314.xml"/><Relationship Id="rId41" Type="http://schemas.openxmlformats.org/officeDocument/2006/relationships/image" Target="../media/image318.png"/><Relationship Id="rId54" Type="http://schemas.openxmlformats.org/officeDocument/2006/relationships/customXml" Target="../ink/ink331.xml"/><Relationship Id="rId62" Type="http://schemas.openxmlformats.org/officeDocument/2006/relationships/customXml" Target="../ink/ink335.xml"/><Relationship Id="rId70" Type="http://schemas.openxmlformats.org/officeDocument/2006/relationships/customXml" Target="../ink/ink339.xml"/><Relationship Id="rId75" Type="http://schemas.openxmlformats.org/officeDocument/2006/relationships/image" Target="../media/image335.png"/><Relationship Id="rId83" Type="http://schemas.openxmlformats.org/officeDocument/2006/relationships/image" Target="../media/image339.png"/><Relationship Id="rId88" Type="http://schemas.openxmlformats.org/officeDocument/2006/relationships/customXml" Target="../ink/ink348.xml"/><Relationship Id="rId91" Type="http://schemas.openxmlformats.org/officeDocument/2006/relationships/image" Target="../media/image343.png"/><Relationship Id="rId96" Type="http://schemas.openxmlformats.org/officeDocument/2006/relationships/customXml" Target="../ink/ink35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7.xml"/><Relationship Id="rId15" Type="http://schemas.openxmlformats.org/officeDocument/2006/relationships/image" Target="../media/image305.png"/><Relationship Id="rId23" Type="http://schemas.openxmlformats.org/officeDocument/2006/relationships/image" Target="../media/image309.png"/><Relationship Id="rId28" Type="http://schemas.openxmlformats.org/officeDocument/2006/relationships/customXml" Target="../ink/ink318.xml"/><Relationship Id="rId36" Type="http://schemas.openxmlformats.org/officeDocument/2006/relationships/customXml" Target="../ink/ink322.xml"/><Relationship Id="rId49" Type="http://schemas.openxmlformats.org/officeDocument/2006/relationships/image" Target="../media/image322.png"/><Relationship Id="rId57" Type="http://schemas.openxmlformats.org/officeDocument/2006/relationships/image" Target="../media/image326.png"/><Relationship Id="rId10" Type="http://schemas.openxmlformats.org/officeDocument/2006/relationships/customXml" Target="../ink/ink309.xml"/><Relationship Id="rId31" Type="http://schemas.openxmlformats.org/officeDocument/2006/relationships/image" Target="../media/image313.png"/><Relationship Id="rId44" Type="http://schemas.openxmlformats.org/officeDocument/2006/relationships/customXml" Target="../ink/ink326.xml"/><Relationship Id="rId52" Type="http://schemas.openxmlformats.org/officeDocument/2006/relationships/customXml" Target="../ink/ink330.xml"/><Relationship Id="rId60" Type="http://schemas.openxmlformats.org/officeDocument/2006/relationships/customXml" Target="../ink/ink334.xml"/><Relationship Id="rId65" Type="http://schemas.openxmlformats.org/officeDocument/2006/relationships/image" Target="../media/image330.png"/><Relationship Id="rId73" Type="http://schemas.openxmlformats.org/officeDocument/2006/relationships/image" Target="../media/image334.png"/><Relationship Id="rId78" Type="http://schemas.openxmlformats.org/officeDocument/2006/relationships/customXml" Target="../ink/ink343.xml"/><Relationship Id="rId81" Type="http://schemas.openxmlformats.org/officeDocument/2006/relationships/image" Target="../media/image338.png"/><Relationship Id="rId86" Type="http://schemas.openxmlformats.org/officeDocument/2006/relationships/customXml" Target="../ink/ink347.xml"/><Relationship Id="rId94" Type="http://schemas.openxmlformats.org/officeDocument/2006/relationships/customXml" Target="../ink/ink351.xml"/><Relationship Id="rId99" Type="http://schemas.openxmlformats.org/officeDocument/2006/relationships/image" Target="../media/image347.png"/><Relationship Id="rId101" Type="http://schemas.openxmlformats.org/officeDocument/2006/relationships/image" Target="../media/image348.png"/><Relationship Id="rId4" Type="http://schemas.openxmlformats.org/officeDocument/2006/relationships/customXml" Target="../ink/ink306.xml"/><Relationship Id="rId9" Type="http://schemas.openxmlformats.org/officeDocument/2006/relationships/image" Target="../media/image302.png"/><Relationship Id="rId13" Type="http://schemas.openxmlformats.org/officeDocument/2006/relationships/image" Target="../media/image304.png"/><Relationship Id="rId18" Type="http://schemas.openxmlformats.org/officeDocument/2006/relationships/customXml" Target="../ink/ink313.xml"/><Relationship Id="rId39" Type="http://schemas.openxmlformats.org/officeDocument/2006/relationships/image" Target="../media/image317.png"/><Relationship Id="rId34" Type="http://schemas.openxmlformats.org/officeDocument/2006/relationships/customXml" Target="../ink/ink321.xml"/><Relationship Id="rId50" Type="http://schemas.openxmlformats.org/officeDocument/2006/relationships/customXml" Target="../ink/ink329.xml"/><Relationship Id="rId55" Type="http://schemas.openxmlformats.org/officeDocument/2006/relationships/image" Target="../media/image325.png"/><Relationship Id="rId76" Type="http://schemas.openxmlformats.org/officeDocument/2006/relationships/customXml" Target="../ink/ink342.xml"/><Relationship Id="rId97" Type="http://schemas.openxmlformats.org/officeDocument/2006/relationships/image" Target="../media/image346.png"/><Relationship Id="rId7" Type="http://schemas.openxmlformats.org/officeDocument/2006/relationships/image" Target="../media/image301.png"/><Relationship Id="rId71" Type="http://schemas.openxmlformats.org/officeDocument/2006/relationships/image" Target="../media/image333.png"/><Relationship Id="rId92" Type="http://schemas.openxmlformats.org/officeDocument/2006/relationships/customXml" Target="../ink/ink350.xml"/><Relationship Id="rId2" Type="http://schemas.openxmlformats.org/officeDocument/2006/relationships/customXml" Target="../ink/ink305.xml"/><Relationship Id="rId29" Type="http://schemas.openxmlformats.org/officeDocument/2006/relationships/image" Target="../media/image312.png"/><Relationship Id="rId24" Type="http://schemas.openxmlformats.org/officeDocument/2006/relationships/customXml" Target="../ink/ink316.xml"/><Relationship Id="rId40" Type="http://schemas.openxmlformats.org/officeDocument/2006/relationships/customXml" Target="../ink/ink324.xml"/><Relationship Id="rId45" Type="http://schemas.openxmlformats.org/officeDocument/2006/relationships/image" Target="../media/image320.png"/><Relationship Id="rId66" Type="http://schemas.openxmlformats.org/officeDocument/2006/relationships/customXml" Target="../ink/ink337.xml"/><Relationship Id="rId87" Type="http://schemas.openxmlformats.org/officeDocument/2006/relationships/image" Target="../media/image341.png"/><Relationship Id="rId61" Type="http://schemas.openxmlformats.org/officeDocument/2006/relationships/image" Target="../media/image328.png"/><Relationship Id="rId82" Type="http://schemas.openxmlformats.org/officeDocument/2006/relationships/customXml" Target="../ink/ink345.xml"/><Relationship Id="rId19" Type="http://schemas.openxmlformats.org/officeDocument/2006/relationships/image" Target="../media/image307.png"/><Relationship Id="rId14" Type="http://schemas.openxmlformats.org/officeDocument/2006/relationships/customXml" Target="../ink/ink311.xml"/><Relationship Id="rId30" Type="http://schemas.openxmlformats.org/officeDocument/2006/relationships/customXml" Target="../ink/ink319.xml"/><Relationship Id="rId35" Type="http://schemas.openxmlformats.org/officeDocument/2006/relationships/image" Target="../media/image315.png"/><Relationship Id="rId56" Type="http://schemas.openxmlformats.org/officeDocument/2006/relationships/customXml" Target="../ink/ink332.xml"/><Relationship Id="rId77" Type="http://schemas.openxmlformats.org/officeDocument/2006/relationships/image" Target="../media/image336.png"/><Relationship Id="rId100" Type="http://schemas.openxmlformats.org/officeDocument/2006/relationships/customXml" Target="../ink/ink354.xml"/><Relationship Id="rId8" Type="http://schemas.openxmlformats.org/officeDocument/2006/relationships/customXml" Target="../ink/ink308.xml"/><Relationship Id="rId51" Type="http://schemas.openxmlformats.org/officeDocument/2006/relationships/image" Target="../media/image323.png"/><Relationship Id="rId72" Type="http://schemas.openxmlformats.org/officeDocument/2006/relationships/customXml" Target="../ink/ink340.xml"/><Relationship Id="rId93" Type="http://schemas.openxmlformats.org/officeDocument/2006/relationships/image" Target="../media/image344.png"/><Relationship Id="rId98" Type="http://schemas.openxmlformats.org/officeDocument/2006/relationships/customXml" Target="../ink/ink353.xml"/><Relationship Id="rId3" Type="http://schemas.openxmlformats.org/officeDocument/2006/relationships/image" Target="../media/image299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67.xml"/><Relationship Id="rId21" Type="http://schemas.openxmlformats.org/officeDocument/2006/relationships/image" Target="../media/image358.png"/><Relationship Id="rId42" Type="http://schemas.openxmlformats.org/officeDocument/2006/relationships/customXml" Target="../ink/ink375.xml"/><Relationship Id="rId47" Type="http://schemas.openxmlformats.org/officeDocument/2006/relationships/image" Target="../media/image371.png"/><Relationship Id="rId63" Type="http://schemas.openxmlformats.org/officeDocument/2006/relationships/image" Target="../media/image379.png"/><Relationship Id="rId68" Type="http://schemas.openxmlformats.org/officeDocument/2006/relationships/customXml" Target="../ink/ink388.xml"/><Relationship Id="rId84" Type="http://schemas.openxmlformats.org/officeDocument/2006/relationships/customXml" Target="../ink/ink396.xml"/><Relationship Id="rId89" Type="http://schemas.openxmlformats.org/officeDocument/2006/relationships/image" Target="../media/image392.png"/><Relationship Id="rId16" Type="http://schemas.openxmlformats.org/officeDocument/2006/relationships/customXml" Target="../ink/ink362.xml"/><Relationship Id="rId11" Type="http://schemas.openxmlformats.org/officeDocument/2006/relationships/image" Target="../media/image353.png"/><Relationship Id="rId32" Type="http://schemas.openxmlformats.org/officeDocument/2006/relationships/customXml" Target="../ink/ink370.xml"/><Relationship Id="rId37" Type="http://schemas.openxmlformats.org/officeDocument/2006/relationships/image" Target="../media/image366.png"/><Relationship Id="rId53" Type="http://schemas.openxmlformats.org/officeDocument/2006/relationships/image" Target="../media/image374.png"/><Relationship Id="rId58" Type="http://schemas.openxmlformats.org/officeDocument/2006/relationships/customXml" Target="../ink/ink383.xml"/><Relationship Id="rId74" Type="http://schemas.openxmlformats.org/officeDocument/2006/relationships/customXml" Target="../ink/ink391.xml"/><Relationship Id="rId79" Type="http://schemas.openxmlformats.org/officeDocument/2006/relationships/image" Target="../media/image387.png"/><Relationship Id="rId102" Type="http://schemas.openxmlformats.org/officeDocument/2006/relationships/customXml" Target="../ink/ink405.xml"/><Relationship Id="rId5" Type="http://schemas.openxmlformats.org/officeDocument/2006/relationships/image" Target="../media/image350.png"/><Relationship Id="rId90" Type="http://schemas.openxmlformats.org/officeDocument/2006/relationships/customXml" Target="../ink/ink399.xml"/><Relationship Id="rId95" Type="http://schemas.openxmlformats.org/officeDocument/2006/relationships/image" Target="../media/image395.png"/><Relationship Id="rId22" Type="http://schemas.openxmlformats.org/officeDocument/2006/relationships/customXml" Target="../ink/ink365.xml"/><Relationship Id="rId27" Type="http://schemas.openxmlformats.org/officeDocument/2006/relationships/image" Target="../media/image361.png"/><Relationship Id="rId43" Type="http://schemas.openxmlformats.org/officeDocument/2006/relationships/image" Target="../media/image369.png"/><Relationship Id="rId48" Type="http://schemas.openxmlformats.org/officeDocument/2006/relationships/customXml" Target="../ink/ink378.xml"/><Relationship Id="rId64" Type="http://schemas.openxmlformats.org/officeDocument/2006/relationships/customXml" Target="../ink/ink386.xml"/><Relationship Id="rId69" Type="http://schemas.openxmlformats.org/officeDocument/2006/relationships/image" Target="../media/image382.png"/><Relationship Id="rId80" Type="http://schemas.openxmlformats.org/officeDocument/2006/relationships/customXml" Target="../ink/ink394.xml"/><Relationship Id="rId85" Type="http://schemas.openxmlformats.org/officeDocument/2006/relationships/image" Target="../media/image390.png"/><Relationship Id="rId12" Type="http://schemas.openxmlformats.org/officeDocument/2006/relationships/customXml" Target="../ink/ink360.xml"/><Relationship Id="rId17" Type="http://schemas.openxmlformats.org/officeDocument/2006/relationships/image" Target="../media/image356.png"/><Relationship Id="rId33" Type="http://schemas.openxmlformats.org/officeDocument/2006/relationships/image" Target="../media/image364.png"/><Relationship Id="rId38" Type="http://schemas.openxmlformats.org/officeDocument/2006/relationships/customXml" Target="../ink/ink373.xml"/><Relationship Id="rId59" Type="http://schemas.openxmlformats.org/officeDocument/2006/relationships/image" Target="../media/image377.png"/><Relationship Id="rId103" Type="http://schemas.openxmlformats.org/officeDocument/2006/relationships/image" Target="../media/image399.png"/><Relationship Id="rId20" Type="http://schemas.openxmlformats.org/officeDocument/2006/relationships/customXml" Target="../ink/ink364.xml"/><Relationship Id="rId41" Type="http://schemas.openxmlformats.org/officeDocument/2006/relationships/image" Target="../media/image368.png"/><Relationship Id="rId54" Type="http://schemas.openxmlformats.org/officeDocument/2006/relationships/customXml" Target="../ink/ink381.xml"/><Relationship Id="rId62" Type="http://schemas.openxmlformats.org/officeDocument/2006/relationships/customXml" Target="../ink/ink385.xml"/><Relationship Id="rId70" Type="http://schemas.openxmlformats.org/officeDocument/2006/relationships/customXml" Target="../ink/ink389.xml"/><Relationship Id="rId75" Type="http://schemas.openxmlformats.org/officeDocument/2006/relationships/image" Target="../media/image385.png"/><Relationship Id="rId83" Type="http://schemas.openxmlformats.org/officeDocument/2006/relationships/image" Target="../media/image389.png"/><Relationship Id="rId88" Type="http://schemas.openxmlformats.org/officeDocument/2006/relationships/customXml" Target="../ink/ink398.xml"/><Relationship Id="rId91" Type="http://schemas.openxmlformats.org/officeDocument/2006/relationships/image" Target="../media/image393.png"/><Relationship Id="rId96" Type="http://schemas.openxmlformats.org/officeDocument/2006/relationships/customXml" Target="../ink/ink40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7.xml"/><Relationship Id="rId15" Type="http://schemas.openxmlformats.org/officeDocument/2006/relationships/image" Target="../media/image355.png"/><Relationship Id="rId23" Type="http://schemas.openxmlformats.org/officeDocument/2006/relationships/image" Target="../media/image359.png"/><Relationship Id="rId28" Type="http://schemas.openxmlformats.org/officeDocument/2006/relationships/customXml" Target="../ink/ink368.xml"/><Relationship Id="rId36" Type="http://schemas.openxmlformats.org/officeDocument/2006/relationships/customXml" Target="../ink/ink372.xml"/><Relationship Id="rId49" Type="http://schemas.openxmlformats.org/officeDocument/2006/relationships/image" Target="../media/image372.png"/><Relationship Id="rId57" Type="http://schemas.openxmlformats.org/officeDocument/2006/relationships/image" Target="../media/image376.png"/><Relationship Id="rId10" Type="http://schemas.openxmlformats.org/officeDocument/2006/relationships/customXml" Target="../ink/ink359.xml"/><Relationship Id="rId31" Type="http://schemas.openxmlformats.org/officeDocument/2006/relationships/image" Target="../media/image363.png"/><Relationship Id="rId44" Type="http://schemas.openxmlformats.org/officeDocument/2006/relationships/customXml" Target="../ink/ink376.xml"/><Relationship Id="rId52" Type="http://schemas.openxmlformats.org/officeDocument/2006/relationships/customXml" Target="../ink/ink380.xml"/><Relationship Id="rId60" Type="http://schemas.openxmlformats.org/officeDocument/2006/relationships/customXml" Target="../ink/ink384.xml"/><Relationship Id="rId65" Type="http://schemas.openxmlformats.org/officeDocument/2006/relationships/image" Target="../media/image380.png"/><Relationship Id="rId73" Type="http://schemas.openxmlformats.org/officeDocument/2006/relationships/image" Target="../media/image384.png"/><Relationship Id="rId78" Type="http://schemas.openxmlformats.org/officeDocument/2006/relationships/customXml" Target="../ink/ink393.xml"/><Relationship Id="rId81" Type="http://schemas.openxmlformats.org/officeDocument/2006/relationships/image" Target="../media/image388.png"/><Relationship Id="rId86" Type="http://schemas.openxmlformats.org/officeDocument/2006/relationships/customXml" Target="../ink/ink397.xml"/><Relationship Id="rId94" Type="http://schemas.openxmlformats.org/officeDocument/2006/relationships/customXml" Target="../ink/ink401.xml"/><Relationship Id="rId99" Type="http://schemas.openxmlformats.org/officeDocument/2006/relationships/image" Target="../media/image397.png"/><Relationship Id="rId101" Type="http://schemas.openxmlformats.org/officeDocument/2006/relationships/image" Target="../media/image398.png"/><Relationship Id="rId4" Type="http://schemas.openxmlformats.org/officeDocument/2006/relationships/customXml" Target="../ink/ink356.xml"/><Relationship Id="rId9" Type="http://schemas.openxmlformats.org/officeDocument/2006/relationships/image" Target="../media/image352.png"/><Relationship Id="rId13" Type="http://schemas.openxmlformats.org/officeDocument/2006/relationships/image" Target="../media/image354.png"/><Relationship Id="rId18" Type="http://schemas.openxmlformats.org/officeDocument/2006/relationships/customXml" Target="../ink/ink363.xml"/><Relationship Id="rId39" Type="http://schemas.openxmlformats.org/officeDocument/2006/relationships/image" Target="../media/image367.png"/><Relationship Id="rId34" Type="http://schemas.openxmlformats.org/officeDocument/2006/relationships/customXml" Target="../ink/ink371.xml"/><Relationship Id="rId50" Type="http://schemas.openxmlformats.org/officeDocument/2006/relationships/customXml" Target="../ink/ink379.xml"/><Relationship Id="rId55" Type="http://schemas.openxmlformats.org/officeDocument/2006/relationships/image" Target="../media/image375.png"/><Relationship Id="rId76" Type="http://schemas.openxmlformats.org/officeDocument/2006/relationships/customXml" Target="../ink/ink392.xml"/><Relationship Id="rId97" Type="http://schemas.openxmlformats.org/officeDocument/2006/relationships/image" Target="../media/image396.png"/><Relationship Id="rId104" Type="http://schemas.openxmlformats.org/officeDocument/2006/relationships/customXml" Target="../ink/ink406.xml"/><Relationship Id="rId7" Type="http://schemas.openxmlformats.org/officeDocument/2006/relationships/image" Target="../media/image351.png"/><Relationship Id="rId71" Type="http://schemas.openxmlformats.org/officeDocument/2006/relationships/image" Target="../media/image383.png"/><Relationship Id="rId92" Type="http://schemas.openxmlformats.org/officeDocument/2006/relationships/customXml" Target="../ink/ink400.xml"/><Relationship Id="rId2" Type="http://schemas.openxmlformats.org/officeDocument/2006/relationships/customXml" Target="../ink/ink355.xml"/><Relationship Id="rId29" Type="http://schemas.openxmlformats.org/officeDocument/2006/relationships/image" Target="../media/image362.png"/><Relationship Id="rId24" Type="http://schemas.openxmlformats.org/officeDocument/2006/relationships/customXml" Target="../ink/ink366.xml"/><Relationship Id="rId40" Type="http://schemas.openxmlformats.org/officeDocument/2006/relationships/customXml" Target="../ink/ink374.xml"/><Relationship Id="rId45" Type="http://schemas.openxmlformats.org/officeDocument/2006/relationships/image" Target="../media/image370.png"/><Relationship Id="rId66" Type="http://schemas.openxmlformats.org/officeDocument/2006/relationships/customXml" Target="../ink/ink387.xml"/><Relationship Id="rId87" Type="http://schemas.openxmlformats.org/officeDocument/2006/relationships/image" Target="../media/image391.png"/><Relationship Id="rId61" Type="http://schemas.openxmlformats.org/officeDocument/2006/relationships/image" Target="../media/image378.png"/><Relationship Id="rId82" Type="http://schemas.openxmlformats.org/officeDocument/2006/relationships/customXml" Target="../ink/ink395.xml"/><Relationship Id="rId19" Type="http://schemas.openxmlformats.org/officeDocument/2006/relationships/image" Target="../media/image357.png"/><Relationship Id="rId14" Type="http://schemas.openxmlformats.org/officeDocument/2006/relationships/customXml" Target="../ink/ink361.xml"/><Relationship Id="rId30" Type="http://schemas.openxmlformats.org/officeDocument/2006/relationships/customXml" Target="../ink/ink369.xml"/><Relationship Id="rId35" Type="http://schemas.openxmlformats.org/officeDocument/2006/relationships/image" Target="../media/image365.png"/><Relationship Id="rId56" Type="http://schemas.openxmlformats.org/officeDocument/2006/relationships/customXml" Target="../ink/ink382.xml"/><Relationship Id="rId77" Type="http://schemas.openxmlformats.org/officeDocument/2006/relationships/image" Target="../media/image386.png"/><Relationship Id="rId100" Type="http://schemas.openxmlformats.org/officeDocument/2006/relationships/customXml" Target="../ink/ink404.xml"/><Relationship Id="rId105" Type="http://schemas.openxmlformats.org/officeDocument/2006/relationships/image" Target="../media/image400.png"/><Relationship Id="rId8" Type="http://schemas.openxmlformats.org/officeDocument/2006/relationships/customXml" Target="../ink/ink358.xml"/><Relationship Id="rId51" Type="http://schemas.openxmlformats.org/officeDocument/2006/relationships/image" Target="../media/image373.png"/><Relationship Id="rId72" Type="http://schemas.openxmlformats.org/officeDocument/2006/relationships/customXml" Target="../ink/ink390.xml"/><Relationship Id="rId93" Type="http://schemas.openxmlformats.org/officeDocument/2006/relationships/image" Target="../media/image394.png"/><Relationship Id="rId98" Type="http://schemas.openxmlformats.org/officeDocument/2006/relationships/customXml" Target="../ink/ink403.xml"/><Relationship Id="rId3" Type="http://schemas.openxmlformats.org/officeDocument/2006/relationships/image" Target="../media/image349.png"/><Relationship Id="rId25" Type="http://schemas.openxmlformats.org/officeDocument/2006/relationships/image" Target="../media/image360.png"/><Relationship Id="rId46" Type="http://schemas.openxmlformats.org/officeDocument/2006/relationships/customXml" Target="../ink/ink377.xml"/><Relationship Id="rId67" Type="http://schemas.openxmlformats.org/officeDocument/2006/relationships/image" Target="../media/image381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64.xml"/><Relationship Id="rId21" Type="http://schemas.openxmlformats.org/officeDocument/2006/relationships/customXml" Target="../ink/ink416.xml"/><Relationship Id="rId42" Type="http://schemas.openxmlformats.org/officeDocument/2006/relationships/image" Target="../media/image421.png"/><Relationship Id="rId63" Type="http://schemas.openxmlformats.org/officeDocument/2006/relationships/customXml" Target="../ink/ink437.xml"/><Relationship Id="rId84" Type="http://schemas.openxmlformats.org/officeDocument/2006/relationships/image" Target="../media/image442.png"/><Relationship Id="rId138" Type="http://schemas.openxmlformats.org/officeDocument/2006/relationships/image" Target="../media/image469.png"/><Relationship Id="rId107" Type="http://schemas.openxmlformats.org/officeDocument/2006/relationships/customXml" Target="../ink/ink459.xml"/><Relationship Id="rId11" Type="http://schemas.openxmlformats.org/officeDocument/2006/relationships/customXml" Target="../ink/ink411.xml"/><Relationship Id="rId32" Type="http://schemas.openxmlformats.org/officeDocument/2006/relationships/image" Target="../media/image416.png"/><Relationship Id="rId53" Type="http://schemas.openxmlformats.org/officeDocument/2006/relationships/customXml" Target="../ink/ink432.xml"/><Relationship Id="rId74" Type="http://schemas.openxmlformats.org/officeDocument/2006/relationships/image" Target="../media/image437.png"/><Relationship Id="rId128" Type="http://schemas.openxmlformats.org/officeDocument/2006/relationships/image" Target="../media/image464.png"/><Relationship Id="rId149" Type="http://schemas.openxmlformats.org/officeDocument/2006/relationships/customXml" Target="../ink/ink480.xml"/><Relationship Id="rId5" Type="http://schemas.openxmlformats.org/officeDocument/2006/relationships/customXml" Target="../ink/ink408.xml"/><Relationship Id="rId95" Type="http://schemas.openxmlformats.org/officeDocument/2006/relationships/customXml" Target="../ink/ink453.xml"/><Relationship Id="rId22" Type="http://schemas.openxmlformats.org/officeDocument/2006/relationships/image" Target="../media/image411.png"/><Relationship Id="rId27" Type="http://schemas.openxmlformats.org/officeDocument/2006/relationships/customXml" Target="../ink/ink419.xml"/><Relationship Id="rId43" Type="http://schemas.openxmlformats.org/officeDocument/2006/relationships/customXml" Target="../ink/ink427.xml"/><Relationship Id="rId48" Type="http://schemas.openxmlformats.org/officeDocument/2006/relationships/image" Target="../media/image424.png"/><Relationship Id="rId64" Type="http://schemas.openxmlformats.org/officeDocument/2006/relationships/image" Target="../media/image432.png"/><Relationship Id="rId69" Type="http://schemas.openxmlformats.org/officeDocument/2006/relationships/customXml" Target="../ink/ink440.xml"/><Relationship Id="rId113" Type="http://schemas.openxmlformats.org/officeDocument/2006/relationships/customXml" Target="../ink/ink462.xml"/><Relationship Id="rId118" Type="http://schemas.openxmlformats.org/officeDocument/2006/relationships/image" Target="../media/image459.png"/><Relationship Id="rId134" Type="http://schemas.openxmlformats.org/officeDocument/2006/relationships/image" Target="../media/image467.png"/><Relationship Id="rId139" Type="http://schemas.openxmlformats.org/officeDocument/2006/relationships/customXml" Target="../ink/ink475.xml"/><Relationship Id="rId80" Type="http://schemas.openxmlformats.org/officeDocument/2006/relationships/image" Target="../media/image440.png"/><Relationship Id="rId85" Type="http://schemas.openxmlformats.org/officeDocument/2006/relationships/customXml" Target="../ink/ink448.xml"/><Relationship Id="rId150" Type="http://schemas.openxmlformats.org/officeDocument/2006/relationships/image" Target="../media/image475.png"/><Relationship Id="rId155" Type="http://schemas.openxmlformats.org/officeDocument/2006/relationships/customXml" Target="../ink/ink483.xml"/><Relationship Id="rId12" Type="http://schemas.openxmlformats.org/officeDocument/2006/relationships/image" Target="../media/image406.png"/><Relationship Id="rId17" Type="http://schemas.openxmlformats.org/officeDocument/2006/relationships/customXml" Target="../ink/ink414.xml"/><Relationship Id="rId33" Type="http://schemas.openxmlformats.org/officeDocument/2006/relationships/customXml" Target="../ink/ink422.xml"/><Relationship Id="rId38" Type="http://schemas.openxmlformats.org/officeDocument/2006/relationships/image" Target="../media/image419.png"/><Relationship Id="rId59" Type="http://schemas.openxmlformats.org/officeDocument/2006/relationships/customXml" Target="../ink/ink435.xml"/><Relationship Id="rId103" Type="http://schemas.openxmlformats.org/officeDocument/2006/relationships/customXml" Target="../ink/ink457.xml"/><Relationship Id="rId108" Type="http://schemas.openxmlformats.org/officeDocument/2006/relationships/image" Target="../media/image454.png"/><Relationship Id="rId124" Type="http://schemas.openxmlformats.org/officeDocument/2006/relationships/image" Target="../media/image462.png"/><Relationship Id="rId129" Type="http://schemas.openxmlformats.org/officeDocument/2006/relationships/customXml" Target="../ink/ink470.xml"/><Relationship Id="rId54" Type="http://schemas.openxmlformats.org/officeDocument/2006/relationships/image" Target="../media/image427.png"/><Relationship Id="rId70" Type="http://schemas.openxmlformats.org/officeDocument/2006/relationships/image" Target="../media/image435.png"/><Relationship Id="rId75" Type="http://schemas.openxmlformats.org/officeDocument/2006/relationships/customXml" Target="../ink/ink443.xml"/><Relationship Id="rId91" Type="http://schemas.openxmlformats.org/officeDocument/2006/relationships/customXml" Target="../ink/ink451.xml"/><Relationship Id="rId96" Type="http://schemas.openxmlformats.org/officeDocument/2006/relationships/image" Target="../media/image448.png"/><Relationship Id="rId140" Type="http://schemas.openxmlformats.org/officeDocument/2006/relationships/image" Target="../media/image470.png"/><Relationship Id="rId145" Type="http://schemas.openxmlformats.org/officeDocument/2006/relationships/customXml" Target="../ink/ink47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3.png"/><Relationship Id="rId23" Type="http://schemas.openxmlformats.org/officeDocument/2006/relationships/customXml" Target="../ink/ink417.xml"/><Relationship Id="rId28" Type="http://schemas.openxmlformats.org/officeDocument/2006/relationships/image" Target="../media/image414.png"/><Relationship Id="rId49" Type="http://schemas.openxmlformats.org/officeDocument/2006/relationships/customXml" Target="../ink/ink430.xml"/><Relationship Id="rId114" Type="http://schemas.openxmlformats.org/officeDocument/2006/relationships/image" Target="../media/image457.png"/><Relationship Id="rId119" Type="http://schemas.openxmlformats.org/officeDocument/2006/relationships/customXml" Target="../ink/ink465.xml"/><Relationship Id="rId44" Type="http://schemas.openxmlformats.org/officeDocument/2006/relationships/image" Target="../media/image422.png"/><Relationship Id="rId60" Type="http://schemas.openxmlformats.org/officeDocument/2006/relationships/image" Target="../media/image430.png"/><Relationship Id="rId65" Type="http://schemas.openxmlformats.org/officeDocument/2006/relationships/customXml" Target="../ink/ink438.xml"/><Relationship Id="rId81" Type="http://schemas.openxmlformats.org/officeDocument/2006/relationships/customXml" Target="../ink/ink446.xml"/><Relationship Id="rId86" Type="http://schemas.openxmlformats.org/officeDocument/2006/relationships/image" Target="../media/image443.png"/><Relationship Id="rId130" Type="http://schemas.openxmlformats.org/officeDocument/2006/relationships/image" Target="../media/image465.png"/><Relationship Id="rId135" Type="http://schemas.openxmlformats.org/officeDocument/2006/relationships/customXml" Target="../ink/ink473.xml"/><Relationship Id="rId151" Type="http://schemas.openxmlformats.org/officeDocument/2006/relationships/customXml" Target="../ink/ink481.xml"/><Relationship Id="rId156" Type="http://schemas.openxmlformats.org/officeDocument/2006/relationships/image" Target="../media/image478.png"/><Relationship Id="rId13" Type="http://schemas.openxmlformats.org/officeDocument/2006/relationships/customXml" Target="../ink/ink412.xml"/><Relationship Id="rId18" Type="http://schemas.openxmlformats.org/officeDocument/2006/relationships/image" Target="../media/image409.png"/><Relationship Id="rId39" Type="http://schemas.openxmlformats.org/officeDocument/2006/relationships/customXml" Target="../ink/ink425.xml"/><Relationship Id="rId109" Type="http://schemas.openxmlformats.org/officeDocument/2006/relationships/customXml" Target="../ink/ink460.xml"/><Relationship Id="rId34" Type="http://schemas.openxmlformats.org/officeDocument/2006/relationships/image" Target="../media/image417.png"/><Relationship Id="rId50" Type="http://schemas.openxmlformats.org/officeDocument/2006/relationships/image" Target="../media/image425.png"/><Relationship Id="rId55" Type="http://schemas.openxmlformats.org/officeDocument/2006/relationships/customXml" Target="../ink/ink433.xml"/><Relationship Id="rId76" Type="http://schemas.openxmlformats.org/officeDocument/2006/relationships/image" Target="../media/image438.png"/><Relationship Id="rId97" Type="http://schemas.openxmlformats.org/officeDocument/2006/relationships/customXml" Target="../ink/ink454.xml"/><Relationship Id="rId104" Type="http://schemas.openxmlformats.org/officeDocument/2006/relationships/image" Target="../media/image452.png"/><Relationship Id="rId120" Type="http://schemas.openxmlformats.org/officeDocument/2006/relationships/image" Target="../media/image460.png"/><Relationship Id="rId125" Type="http://schemas.openxmlformats.org/officeDocument/2006/relationships/customXml" Target="../ink/ink468.xml"/><Relationship Id="rId141" Type="http://schemas.openxmlformats.org/officeDocument/2006/relationships/customXml" Target="../ink/ink476.xml"/><Relationship Id="rId146" Type="http://schemas.openxmlformats.org/officeDocument/2006/relationships/image" Target="../media/image473.png"/><Relationship Id="rId7" Type="http://schemas.openxmlformats.org/officeDocument/2006/relationships/customXml" Target="../ink/ink409.xml"/><Relationship Id="rId71" Type="http://schemas.openxmlformats.org/officeDocument/2006/relationships/customXml" Target="../ink/ink441.xml"/><Relationship Id="rId92" Type="http://schemas.openxmlformats.org/officeDocument/2006/relationships/image" Target="../media/image446.png"/><Relationship Id="rId2" Type="http://schemas.openxmlformats.org/officeDocument/2006/relationships/image" Target="../media/image401.png"/><Relationship Id="rId29" Type="http://schemas.openxmlformats.org/officeDocument/2006/relationships/customXml" Target="../ink/ink420.xml"/><Relationship Id="rId24" Type="http://schemas.openxmlformats.org/officeDocument/2006/relationships/image" Target="../media/image412.png"/><Relationship Id="rId40" Type="http://schemas.openxmlformats.org/officeDocument/2006/relationships/image" Target="../media/image420.png"/><Relationship Id="rId45" Type="http://schemas.openxmlformats.org/officeDocument/2006/relationships/customXml" Target="../ink/ink428.xml"/><Relationship Id="rId66" Type="http://schemas.openxmlformats.org/officeDocument/2006/relationships/image" Target="../media/image433.png"/><Relationship Id="rId87" Type="http://schemas.openxmlformats.org/officeDocument/2006/relationships/customXml" Target="../ink/ink449.xml"/><Relationship Id="rId110" Type="http://schemas.openxmlformats.org/officeDocument/2006/relationships/image" Target="../media/image455.png"/><Relationship Id="rId115" Type="http://schemas.openxmlformats.org/officeDocument/2006/relationships/customXml" Target="../ink/ink463.xml"/><Relationship Id="rId131" Type="http://schemas.openxmlformats.org/officeDocument/2006/relationships/customXml" Target="../ink/ink471.xml"/><Relationship Id="rId136" Type="http://schemas.openxmlformats.org/officeDocument/2006/relationships/image" Target="../media/image468.png"/><Relationship Id="rId61" Type="http://schemas.openxmlformats.org/officeDocument/2006/relationships/customXml" Target="../ink/ink436.xml"/><Relationship Id="rId82" Type="http://schemas.openxmlformats.org/officeDocument/2006/relationships/image" Target="../media/image441.png"/><Relationship Id="rId152" Type="http://schemas.openxmlformats.org/officeDocument/2006/relationships/image" Target="../media/image476.png"/><Relationship Id="rId19" Type="http://schemas.openxmlformats.org/officeDocument/2006/relationships/customXml" Target="../ink/ink415.xml"/><Relationship Id="rId14" Type="http://schemas.openxmlformats.org/officeDocument/2006/relationships/image" Target="../media/image407.png"/><Relationship Id="rId30" Type="http://schemas.openxmlformats.org/officeDocument/2006/relationships/image" Target="../media/image415.png"/><Relationship Id="rId35" Type="http://schemas.openxmlformats.org/officeDocument/2006/relationships/customXml" Target="../ink/ink423.xml"/><Relationship Id="rId56" Type="http://schemas.openxmlformats.org/officeDocument/2006/relationships/image" Target="../media/image428.png"/><Relationship Id="rId77" Type="http://schemas.openxmlformats.org/officeDocument/2006/relationships/customXml" Target="../ink/ink444.xml"/><Relationship Id="rId100" Type="http://schemas.openxmlformats.org/officeDocument/2006/relationships/image" Target="../media/image450.png"/><Relationship Id="rId105" Type="http://schemas.openxmlformats.org/officeDocument/2006/relationships/customXml" Target="../ink/ink458.xml"/><Relationship Id="rId126" Type="http://schemas.openxmlformats.org/officeDocument/2006/relationships/image" Target="../media/image463.png"/><Relationship Id="rId147" Type="http://schemas.openxmlformats.org/officeDocument/2006/relationships/customXml" Target="../ink/ink479.xml"/><Relationship Id="rId8" Type="http://schemas.openxmlformats.org/officeDocument/2006/relationships/image" Target="../media/image404.png"/><Relationship Id="rId51" Type="http://schemas.openxmlformats.org/officeDocument/2006/relationships/customXml" Target="../ink/ink431.xml"/><Relationship Id="rId72" Type="http://schemas.openxmlformats.org/officeDocument/2006/relationships/image" Target="../media/image436.png"/><Relationship Id="rId93" Type="http://schemas.openxmlformats.org/officeDocument/2006/relationships/customXml" Target="../ink/ink452.xml"/><Relationship Id="rId98" Type="http://schemas.openxmlformats.org/officeDocument/2006/relationships/image" Target="../media/image449.png"/><Relationship Id="rId121" Type="http://schemas.openxmlformats.org/officeDocument/2006/relationships/customXml" Target="../ink/ink466.xml"/><Relationship Id="rId142" Type="http://schemas.openxmlformats.org/officeDocument/2006/relationships/image" Target="../media/image471.png"/><Relationship Id="rId3" Type="http://schemas.openxmlformats.org/officeDocument/2006/relationships/customXml" Target="../ink/ink407.xml"/><Relationship Id="rId25" Type="http://schemas.openxmlformats.org/officeDocument/2006/relationships/customXml" Target="../ink/ink418.xml"/><Relationship Id="rId46" Type="http://schemas.openxmlformats.org/officeDocument/2006/relationships/image" Target="../media/image423.png"/><Relationship Id="rId67" Type="http://schemas.openxmlformats.org/officeDocument/2006/relationships/customXml" Target="../ink/ink439.xml"/><Relationship Id="rId116" Type="http://schemas.openxmlformats.org/officeDocument/2006/relationships/image" Target="../media/image458.png"/><Relationship Id="rId137" Type="http://schemas.openxmlformats.org/officeDocument/2006/relationships/customXml" Target="../ink/ink474.xml"/><Relationship Id="rId20" Type="http://schemas.openxmlformats.org/officeDocument/2006/relationships/image" Target="../media/image410.png"/><Relationship Id="rId41" Type="http://schemas.openxmlformats.org/officeDocument/2006/relationships/customXml" Target="../ink/ink426.xml"/><Relationship Id="rId62" Type="http://schemas.openxmlformats.org/officeDocument/2006/relationships/image" Target="../media/image431.png"/><Relationship Id="rId83" Type="http://schemas.openxmlformats.org/officeDocument/2006/relationships/customXml" Target="../ink/ink447.xml"/><Relationship Id="rId88" Type="http://schemas.openxmlformats.org/officeDocument/2006/relationships/image" Target="../media/image444.png"/><Relationship Id="rId111" Type="http://schemas.openxmlformats.org/officeDocument/2006/relationships/customXml" Target="../ink/ink461.xml"/><Relationship Id="rId132" Type="http://schemas.openxmlformats.org/officeDocument/2006/relationships/image" Target="../media/image466.png"/><Relationship Id="rId153" Type="http://schemas.openxmlformats.org/officeDocument/2006/relationships/customXml" Target="../ink/ink482.xml"/><Relationship Id="rId15" Type="http://schemas.openxmlformats.org/officeDocument/2006/relationships/customXml" Target="../ink/ink413.xml"/><Relationship Id="rId36" Type="http://schemas.openxmlformats.org/officeDocument/2006/relationships/image" Target="../media/image418.png"/><Relationship Id="rId57" Type="http://schemas.openxmlformats.org/officeDocument/2006/relationships/customXml" Target="../ink/ink434.xml"/><Relationship Id="rId106" Type="http://schemas.openxmlformats.org/officeDocument/2006/relationships/image" Target="../media/image453.png"/><Relationship Id="rId127" Type="http://schemas.openxmlformats.org/officeDocument/2006/relationships/customXml" Target="../ink/ink469.xml"/><Relationship Id="rId10" Type="http://schemas.openxmlformats.org/officeDocument/2006/relationships/image" Target="../media/image405.png"/><Relationship Id="rId31" Type="http://schemas.openxmlformats.org/officeDocument/2006/relationships/customXml" Target="../ink/ink421.xml"/><Relationship Id="rId52" Type="http://schemas.openxmlformats.org/officeDocument/2006/relationships/image" Target="../media/image426.png"/><Relationship Id="rId73" Type="http://schemas.openxmlformats.org/officeDocument/2006/relationships/customXml" Target="../ink/ink442.xml"/><Relationship Id="rId78" Type="http://schemas.openxmlformats.org/officeDocument/2006/relationships/image" Target="../media/image439.png"/><Relationship Id="rId94" Type="http://schemas.openxmlformats.org/officeDocument/2006/relationships/image" Target="../media/image447.png"/><Relationship Id="rId99" Type="http://schemas.openxmlformats.org/officeDocument/2006/relationships/customXml" Target="../ink/ink455.xml"/><Relationship Id="rId101" Type="http://schemas.openxmlformats.org/officeDocument/2006/relationships/customXml" Target="../ink/ink456.xml"/><Relationship Id="rId122" Type="http://schemas.openxmlformats.org/officeDocument/2006/relationships/image" Target="../media/image461.png"/><Relationship Id="rId143" Type="http://schemas.openxmlformats.org/officeDocument/2006/relationships/customXml" Target="../ink/ink477.xml"/><Relationship Id="rId148" Type="http://schemas.openxmlformats.org/officeDocument/2006/relationships/image" Target="../media/image474.png"/><Relationship Id="rId4" Type="http://schemas.openxmlformats.org/officeDocument/2006/relationships/image" Target="../media/image402.png"/><Relationship Id="rId9" Type="http://schemas.openxmlformats.org/officeDocument/2006/relationships/customXml" Target="../ink/ink410.xml"/><Relationship Id="rId26" Type="http://schemas.openxmlformats.org/officeDocument/2006/relationships/image" Target="../media/image413.png"/><Relationship Id="rId47" Type="http://schemas.openxmlformats.org/officeDocument/2006/relationships/customXml" Target="../ink/ink429.xml"/><Relationship Id="rId68" Type="http://schemas.openxmlformats.org/officeDocument/2006/relationships/image" Target="../media/image434.png"/><Relationship Id="rId89" Type="http://schemas.openxmlformats.org/officeDocument/2006/relationships/customXml" Target="../ink/ink450.xml"/><Relationship Id="rId112" Type="http://schemas.openxmlformats.org/officeDocument/2006/relationships/image" Target="../media/image456.png"/><Relationship Id="rId133" Type="http://schemas.openxmlformats.org/officeDocument/2006/relationships/customXml" Target="../ink/ink472.xml"/><Relationship Id="rId154" Type="http://schemas.openxmlformats.org/officeDocument/2006/relationships/image" Target="../media/image477.png"/><Relationship Id="rId16" Type="http://schemas.openxmlformats.org/officeDocument/2006/relationships/image" Target="../media/image408.png"/><Relationship Id="rId37" Type="http://schemas.openxmlformats.org/officeDocument/2006/relationships/customXml" Target="../ink/ink424.xml"/><Relationship Id="rId58" Type="http://schemas.openxmlformats.org/officeDocument/2006/relationships/image" Target="../media/image429.png"/><Relationship Id="rId79" Type="http://schemas.openxmlformats.org/officeDocument/2006/relationships/customXml" Target="../ink/ink445.xml"/><Relationship Id="rId102" Type="http://schemas.openxmlformats.org/officeDocument/2006/relationships/image" Target="../media/image451.png"/><Relationship Id="rId123" Type="http://schemas.openxmlformats.org/officeDocument/2006/relationships/customXml" Target="../ink/ink467.xml"/><Relationship Id="rId144" Type="http://schemas.openxmlformats.org/officeDocument/2006/relationships/image" Target="../media/image472.png"/><Relationship Id="rId90" Type="http://schemas.openxmlformats.org/officeDocument/2006/relationships/image" Target="../media/image445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5.png"/><Relationship Id="rId21" Type="http://schemas.openxmlformats.org/officeDocument/2006/relationships/image" Target="../media/image487.png"/><Relationship Id="rId42" Type="http://schemas.openxmlformats.org/officeDocument/2006/relationships/customXml" Target="../ink/ink504.xml"/><Relationship Id="rId63" Type="http://schemas.openxmlformats.org/officeDocument/2006/relationships/image" Target="../media/image508.png"/><Relationship Id="rId84" Type="http://schemas.openxmlformats.org/officeDocument/2006/relationships/customXml" Target="../ink/ink525.xml"/><Relationship Id="rId138" Type="http://schemas.openxmlformats.org/officeDocument/2006/relationships/customXml" Target="../ink/ink552.xml"/><Relationship Id="rId159" Type="http://schemas.openxmlformats.org/officeDocument/2006/relationships/image" Target="../media/image556.png"/><Relationship Id="rId170" Type="http://schemas.openxmlformats.org/officeDocument/2006/relationships/customXml" Target="../ink/ink568.xml"/><Relationship Id="rId191" Type="http://schemas.openxmlformats.org/officeDocument/2006/relationships/image" Target="../media/image572.png"/><Relationship Id="rId107" Type="http://schemas.openxmlformats.org/officeDocument/2006/relationships/image" Target="../media/image530.png"/><Relationship Id="rId11" Type="http://schemas.openxmlformats.org/officeDocument/2006/relationships/image" Target="../media/image483.png"/><Relationship Id="rId32" Type="http://schemas.openxmlformats.org/officeDocument/2006/relationships/customXml" Target="../ink/ink499.xml"/><Relationship Id="rId53" Type="http://schemas.openxmlformats.org/officeDocument/2006/relationships/image" Target="../media/image503.png"/><Relationship Id="rId74" Type="http://schemas.openxmlformats.org/officeDocument/2006/relationships/customXml" Target="../ink/ink520.xml"/><Relationship Id="rId128" Type="http://schemas.openxmlformats.org/officeDocument/2006/relationships/customXml" Target="../ink/ink547.xml"/><Relationship Id="rId149" Type="http://schemas.openxmlformats.org/officeDocument/2006/relationships/image" Target="../media/image551.png"/><Relationship Id="rId5" Type="http://schemas.openxmlformats.org/officeDocument/2006/relationships/image" Target="../media/image480.png"/><Relationship Id="rId95" Type="http://schemas.openxmlformats.org/officeDocument/2006/relationships/image" Target="../media/image524.png"/><Relationship Id="rId160" Type="http://schemas.openxmlformats.org/officeDocument/2006/relationships/customXml" Target="../ink/ink563.xml"/><Relationship Id="rId181" Type="http://schemas.openxmlformats.org/officeDocument/2006/relationships/image" Target="../media/image567.png"/><Relationship Id="rId22" Type="http://schemas.openxmlformats.org/officeDocument/2006/relationships/customXml" Target="../ink/ink494.xml"/><Relationship Id="rId43" Type="http://schemas.openxmlformats.org/officeDocument/2006/relationships/image" Target="../media/image498.png"/><Relationship Id="rId64" Type="http://schemas.openxmlformats.org/officeDocument/2006/relationships/customXml" Target="../ink/ink515.xml"/><Relationship Id="rId118" Type="http://schemas.openxmlformats.org/officeDocument/2006/relationships/customXml" Target="../ink/ink542.xml"/><Relationship Id="rId139" Type="http://schemas.openxmlformats.org/officeDocument/2006/relationships/image" Target="../media/image546.png"/><Relationship Id="rId85" Type="http://schemas.openxmlformats.org/officeDocument/2006/relationships/image" Target="../media/image519.png"/><Relationship Id="rId150" Type="http://schemas.openxmlformats.org/officeDocument/2006/relationships/customXml" Target="../ink/ink558.xml"/><Relationship Id="rId171" Type="http://schemas.openxmlformats.org/officeDocument/2006/relationships/image" Target="../media/image562.png"/><Relationship Id="rId192" Type="http://schemas.openxmlformats.org/officeDocument/2006/relationships/customXml" Target="../ink/ink579.xml"/><Relationship Id="rId12" Type="http://schemas.openxmlformats.org/officeDocument/2006/relationships/customXml" Target="../ink/ink489.xml"/><Relationship Id="rId33" Type="http://schemas.openxmlformats.org/officeDocument/2006/relationships/image" Target="../media/image493.png"/><Relationship Id="rId108" Type="http://schemas.openxmlformats.org/officeDocument/2006/relationships/customXml" Target="../ink/ink537.xml"/><Relationship Id="rId129" Type="http://schemas.openxmlformats.org/officeDocument/2006/relationships/image" Target="../media/image541.png"/><Relationship Id="rId54" Type="http://schemas.openxmlformats.org/officeDocument/2006/relationships/customXml" Target="../ink/ink510.xml"/><Relationship Id="rId75" Type="http://schemas.openxmlformats.org/officeDocument/2006/relationships/image" Target="../media/image514.png"/><Relationship Id="rId96" Type="http://schemas.openxmlformats.org/officeDocument/2006/relationships/customXml" Target="../ink/ink531.xml"/><Relationship Id="rId140" Type="http://schemas.openxmlformats.org/officeDocument/2006/relationships/customXml" Target="../ink/ink553.xml"/><Relationship Id="rId161" Type="http://schemas.openxmlformats.org/officeDocument/2006/relationships/image" Target="../media/image557.png"/><Relationship Id="rId182" Type="http://schemas.openxmlformats.org/officeDocument/2006/relationships/customXml" Target="../ink/ink574.xml"/><Relationship Id="rId6" Type="http://schemas.openxmlformats.org/officeDocument/2006/relationships/customXml" Target="../ink/ink486.xml"/><Relationship Id="rId23" Type="http://schemas.openxmlformats.org/officeDocument/2006/relationships/image" Target="../media/image488.png"/><Relationship Id="rId119" Type="http://schemas.openxmlformats.org/officeDocument/2006/relationships/image" Target="../media/image536.png"/><Relationship Id="rId44" Type="http://schemas.openxmlformats.org/officeDocument/2006/relationships/customXml" Target="../ink/ink505.xml"/><Relationship Id="rId65" Type="http://schemas.openxmlformats.org/officeDocument/2006/relationships/image" Target="../media/image509.png"/><Relationship Id="rId86" Type="http://schemas.openxmlformats.org/officeDocument/2006/relationships/customXml" Target="../ink/ink526.xml"/><Relationship Id="rId130" Type="http://schemas.openxmlformats.org/officeDocument/2006/relationships/customXml" Target="../ink/ink548.xml"/><Relationship Id="rId151" Type="http://schemas.openxmlformats.org/officeDocument/2006/relationships/image" Target="../media/image552.png"/><Relationship Id="rId172" Type="http://schemas.openxmlformats.org/officeDocument/2006/relationships/customXml" Target="../ink/ink569.xml"/><Relationship Id="rId193" Type="http://schemas.openxmlformats.org/officeDocument/2006/relationships/image" Target="../media/image573.png"/><Relationship Id="rId13" Type="http://schemas.openxmlformats.org/officeDocument/2006/relationships/image" Target="../media/image484.png"/><Relationship Id="rId109" Type="http://schemas.openxmlformats.org/officeDocument/2006/relationships/image" Target="../media/image531.png"/><Relationship Id="rId34" Type="http://schemas.openxmlformats.org/officeDocument/2006/relationships/customXml" Target="../ink/ink500.xml"/><Relationship Id="rId55" Type="http://schemas.openxmlformats.org/officeDocument/2006/relationships/image" Target="../media/image504.png"/><Relationship Id="rId76" Type="http://schemas.openxmlformats.org/officeDocument/2006/relationships/customXml" Target="../ink/ink521.xml"/><Relationship Id="rId97" Type="http://schemas.openxmlformats.org/officeDocument/2006/relationships/image" Target="../media/image525.png"/><Relationship Id="rId120" Type="http://schemas.openxmlformats.org/officeDocument/2006/relationships/customXml" Target="../ink/ink543.xml"/><Relationship Id="rId141" Type="http://schemas.openxmlformats.org/officeDocument/2006/relationships/image" Target="../media/image547.png"/><Relationship Id="rId7" Type="http://schemas.openxmlformats.org/officeDocument/2006/relationships/image" Target="../media/image481.png"/><Relationship Id="rId71" Type="http://schemas.openxmlformats.org/officeDocument/2006/relationships/image" Target="../media/image512.png"/><Relationship Id="rId92" Type="http://schemas.openxmlformats.org/officeDocument/2006/relationships/customXml" Target="../ink/ink529.xml"/><Relationship Id="rId162" Type="http://schemas.openxmlformats.org/officeDocument/2006/relationships/customXml" Target="../ink/ink564.xml"/><Relationship Id="rId183" Type="http://schemas.openxmlformats.org/officeDocument/2006/relationships/image" Target="../media/image568.png"/><Relationship Id="rId2" Type="http://schemas.openxmlformats.org/officeDocument/2006/relationships/customXml" Target="../ink/ink484.xml"/><Relationship Id="rId29" Type="http://schemas.openxmlformats.org/officeDocument/2006/relationships/image" Target="../media/image491.png"/><Relationship Id="rId24" Type="http://schemas.openxmlformats.org/officeDocument/2006/relationships/customXml" Target="../ink/ink495.xml"/><Relationship Id="rId40" Type="http://schemas.openxmlformats.org/officeDocument/2006/relationships/customXml" Target="../ink/ink503.xml"/><Relationship Id="rId45" Type="http://schemas.openxmlformats.org/officeDocument/2006/relationships/image" Target="../media/image499.png"/><Relationship Id="rId66" Type="http://schemas.openxmlformats.org/officeDocument/2006/relationships/customXml" Target="../ink/ink516.xml"/><Relationship Id="rId87" Type="http://schemas.openxmlformats.org/officeDocument/2006/relationships/image" Target="../media/image520.png"/><Relationship Id="rId110" Type="http://schemas.openxmlformats.org/officeDocument/2006/relationships/customXml" Target="../ink/ink538.xml"/><Relationship Id="rId115" Type="http://schemas.openxmlformats.org/officeDocument/2006/relationships/image" Target="../media/image534.png"/><Relationship Id="rId131" Type="http://schemas.openxmlformats.org/officeDocument/2006/relationships/image" Target="../media/image542.png"/><Relationship Id="rId136" Type="http://schemas.openxmlformats.org/officeDocument/2006/relationships/customXml" Target="../ink/ink551.xml"/><Relationship Id="rId157" Type="http://schemas.openxmlformats.org/officeDocument/2006/relationships/image" Target="../media/image555.png"/><Relationship Id="rId178" Type="http://schemas.openxmlformats.org/officeDocument/2006/relationships/customXml" Target="../ink/ink572.xml"/><Relationship Id="rId61" Type="http://schemas.openxmlformats.org/officeDocument/2006/relationships/image" Target="../media/image507.png"/><Relationship Id="rId82" Type="http://schemas.openxmlformats.org/officeDocument/2006/relationships/customXml" Target="../ink/ink524.xml"/><Relationship Id="rId152" Type="http://schemas.openxmlformats.org/officeDocument/2006/relationships/customXml" Target="../ink/ink559.xml"/><Relationship Id="rId173" Type="http://schemas.openxmlformats.org/officeDocument/2006/relationships/image" Target="../media/image563.png"/><Relationship Id="rId194" Type="http://schemas.openxmlformats.org/officeDocument/2006/relationships/customXml" Target="../ink/ink580.xml"/><Relationship Id="rId19" Type="http://schemas.openxmlformats.org/officeDocument/2006/relationships/image" Target="../media/image486.png"/><Relationship Id="rId14" Type="http://schemas.openxmlformats.org/officeDocument/2006/relationships/customXml" Target="../ink/ink490.xml"/><Relationship Id="rId30" Type="http://schemas.openxmlformats.org/officeDocument/2006/relationships/customXml" Target="../ink/ink498.xml"/><Relationship Id="rId35" Type="http://schemas.openxmlformats.org/officeDocument/2006/relationships/image" Target="../media/image494.png"/><Relationship Id="rId56" Type="http://schemas.openxmlformats.org/officeDocument/2006/relationships/customXml" Target="../ink/ink511.xml"/><Relationship Id="rId77" Type="http://schemas.openxmlformats.org/officeDocument/2006/relationships/image" Target="../media/image515.png"/><Relationship Id="rId100" Type="http://schemas.openxmlformats.org/officeDocument/2006/relationships/customXml" Target="../ink/ink533.xml"/><Relationship Id="rId105" Type="http://schemas.openxmlformats.org/officeDocument/2006/relationships/image" Target="../media/image529.png"/><Relationship Id="rId126" Type="http://schemas.openxmlformats.org/officeDocument/2006/relationships/customXml" Target="../ink/ink546.xml"/><Relationship Id="rId147" Type="http://schemas.openxmlformats.org/officeDocument/2006/relationships/image" Target="../media/image550.png"/><Relationship Id="rId168" Type="http://schemas.openxmlformats.org/officeDocument/2006/relationships/customXml" Target="../ink/ink567.xml"/><Relationship Id="rId8" Type="http://schemas.openxmlformats.org/officeDocument/2006/relationships/customXml" Target="../ink/ink487.xml"/><Relationship Id="rId51" Type="http://schemas.openxmlformats.org/officeDocument/2006/relationships/image" Target="../media/image502.png"/><Relationship Id="rId72" Type="http://schemas.openxmlformats.org/officeDocument/2006/relationships/customXml" Target="../ink/ink519.xml"/><Relationship Id="rId93" Type="http://schemas.openxmlformats.org/officeDocument/2006/relationships/image" Target="../media/image523.png"/><Relationship Id="rId98" Type="http://schemas.openxmlformats.org/officeDocument/2006/relationships/customXml" Target="../ink/ink532.xml"/><Relationship Id="rId121" Type="http://schemas.openxmlformats.org/officeDocument/2006/relationships/image" Target="../media/image537.png"/><Relationship Id="rId142" Type="http://schemas.openxmlformats.org/officeDocument/2006/relationships/customXml" Target="../ink/ink554.xml"/><Relationship Id="rId163" Type="http://schemas.openxmlformats.org/officeDocument/2006/relationships/image" Target="../media/image558.png"/><Relationship Id="rId184" Type="http://schemas.openxmlformats.org/officeDocument/2006/relationships/customXml" Target="../ink/ink575.xml"/><Relationship Id="rId189" Type="http://schemas.openxmlformats.org/officeDocument/2006/relationships/image" Target="../media/image571.png"/><Relationship Id="rId3" Type="http://schemas.openxmlformats.org/officeDocument/2006/relationships/image" Target="../media/image479.png"/><Relationship Id="rId25" Type="http://schemas.openxmlformats.org/officeDocument/2006/relationships/image" Target="../media/image489.png"/><Relationship Id="rId46" Type="http://schemas.openxmlformats.org/officeDocument/2006/relationships/customXml" Target="../ink/ink506.xml"/><Relationship Id="rId67" Type="http://schemas.openxmlformats.org/officeDocument/2006/relationships/image" Target="../media/image510.png"/><Relationship Id="rId116" Type="http://schemas.openxmlformats.org/officeDocument/2006/relationships/customXml" Target="../ink/ink541.xml"/><Relationship Id="rId137" Type="http://schemas.openxmlformats.org/officeDocument/2006/relationships/image" Target="../media/image545.png"/><Relationship Id="rId158" Type="http://schemas.openxmlformats.org/officeDocument/2006/relationships/customXml" Target="../ink/ink562.xml"/><Relationship Id="rId20" Type="http://schemas.openxmlformats.org/officeDocument/2006/relationships/customXml" Target="../ink/ink493.xml"/><Relationship Id="rId41" Type="http://schemas.openxmlformats.org/officeDocument/2006/relationships/image" Target="../media/image497.png"/><Relationship Id="rId62" Type="http://schemas.openxmlformats.org/officeDocument/2006/relationships/customXml" Target="../ink/ink514.xml"/><Relationship Id="rId83" Type="http://schemas.openxmlformats.org/officeDocument/2006/relationships/image" Target="../media/image518.png"/><Relationship Id="rId88" Type="http://schemas.openxmlformats.org/officeDocument/2006/relationships/customXml" Target="../ink/ink527.xml"/><Relationship Id="rId111" Type="http://schemas.openxmlformats.org/officeDocument/2006/relationships/image" Target="../media/image532.png"/><Relationship Id="rId132" Type="http://schemas.openxmlformats.org/officeDocument/2006/relationships/customXml" Target="../ink/ink549.xml"/><Relationship Id="rId153" Type="http://schemas.openxmlformats.org/officeDocument/2006/relationships/image" Target="../media/image553.png"/><Relationship Id="rId174" Type="http://schemas.openxmlformats.org/officeDocument/2006/relationships/customXml" Target="../ink/ink570.xml"/><Relationship Id="rId179" Type="http://schemas.openxmlformats.org/officeDocument/2006/relationships/image" Target="../media/image566.png"/><Relationship Id="rId195" Type="http://schemas.openxmlformats.org/officeDocument/2006/relationships/image" Target="../media/image574.png"/><Relationship Id="rId190" Type="http://schemas.openxmlformats.org/officeDocument/2006/relationships/customXml" Target="../ink/ink578.xml"/><Relationship Id="rId15" Type="http://schemas.openxmlformats.org/officeDocument/2006/relationships/image" Target="../media/image485.png"/><Relationship Id="rId36" Type="http://schemas.openxmlformats.org/officeDocument/2006/relationships/customXml" Target="../ink/ink501.xml"/><Relationship Id="rId57" Type="http://schemas.openxmlformats.org/officeDocument/2006/relationships/image" Target="../media/image505.png"/><Relationship Id="rId106" Type="http://schemas.openxmlformats.org/officeDocument/2006/relationships/customXml" Target="../ink/ink536.xml"/><Relationship Id="rId127" Type="http://schemas.openxmlformats.org/officeDocument/2006/relationships/image" Target="../media/image540.png"/><Relationship Id="rId10" Type="http://schemas.openxmlformats.org/officeDocument/2006/relationships/customXml" Target="../ink/ink488.xml"/><Relationship Id="rId31" Type="http://schemas.openxmlformats.org/officeDocument/2006/relationships/image" Target="../media/image492.png"/><Relationship Id="rId52" Type="http://schemas.openxmlformats.org/officeDocument/2006/relationships/customXml" Target="../ink/ink509.xml"/><Relationship Id="rId73" Type="http://schemas.openxmlformats.org/officeDocument/2006/relationships/image" Target="../media/image513.png"/><Relationship Id="rId78" Type="http://schemas.openxmlformats.org/officeDocument/2006/relationships/customXml" Target="../ink/ink522.xml"/><Relationship Id="rId94" Type="http://schemas.openxmlformats.org/officeDocument/2006/relationships/customXml" Target="../ink/ink530.xml"/><Relationship Id="rId99" Type="http://schemas.openxmlformats.org/officeDocument/2006/relationships/image" Target="../media/image526.png"/><Relationship Id="rId101" Type="http://schemas.openxmlformats.org/officeDocument/2006/relationships/image" Target="../media/image527.png"/><Relationship Id="rId122" Type="http://schemas.openxmlformats.org/officeDocument/2006/relationships/customXml" Target="../ink/ink544.xml"/><Relationship Id="rId143" Type="http://schemas.openxmlformats.org/officeDocument/2006/relationships/image" Target="../media/image548.png"/><Relationship Id="rId148" Type="http://schemas.openxmlformats.org/officeDocument/2006/relationships/customXml" Target="../ink/ink557.xml"/><Relationship Id="rId164" Type="http://schemas.openxmlformats.org/officeDocument/2006/relationships/customXml" Target="../ink/ink565.xml"/><Relationship Id="rId169" Type="http://schemas.openxmlformats.org/officeDocument/2006/relationships/image" Target="../media/image561.png"/><Relationship Id="rId185" Type="http://schemas.openxmlformats.org/officeDocument/2006/relationships/image" Target="../media/image569.png"/><Relationship Id="rId4" Type="http://schemas.openxmlformats.org/officeDocument/2006/relationships/customXml" Target="../ink/ink485.xml"/><Relationship Id="rId9" Type="http://schemas.openxmlformats.org/officeDocument/2006/relationships/image" Target="../media/image482.png"/><Relationship Id="rId180" Type="http://schemas.openxmlformats.org/officeDocument/2006/relationships/customXml" Target="../ink/ink573.xml"/><Relationship Id="rId26" Type="http://schemas.openxmlformats.org/officeDocument/2006/relationships/customXml" Target="../ink/ink496.xml"/><Relationship Id="rId47" Type="http://schemas.openxmlformats.org/officeDocument/2006/relationships/image" Target="../media/image500.png"/><Relationship Id="rId68" Type="http://schemas.openxmlformats.org/officeDocument/2006/relationships/customXml" Target="../ink/ink517.xml"/><Relationship Id="rId89" Type="http://schemas.openxmlformats.org/officeDocument/2006/relationships/image" Target="../media/image521.png"/><Relationship Id="rId112" Type="http://schemas.openxmlformats.org/officeDocument/2006/relationships/customXml" Target="../ink/ink539.xml"/><Relationship Id="rId133" Type="http://schemas.openxmlformats.org/officeDocument/2006/relationships/image" Target="../media/image543.png"/><Relationship Id="rId154" Type="http://schemas.openxmlformats.org/officeDocument/2006/relationships/customXml" Target="../ink/ink560.xml"/><Relationship Id="rId175" Type="http://schemas.openxmlformats.org/officeDocument/2006/relationships/image" Target="../media/image564.png"/><Relationship Id="rId196" Type="http://schemas.openxmlformats.org/officeDocument/2006/relationships/customXml" Target="../ink/ink581.xml"/><Relationship Id="rId16" Type="http://schemas.openxmlformats.org/officeDocument/2006/relationships/customXml" Target="../ink/ink491.xml"/><Relationship Id="rId37" Type="http://schemas.openxmlformats.org/officeDocument/2006/relationships/image" Target="../media/image495.png"/><Relationship Id="rId58" Type="http://schemas.openxmlformats.org/officeDocument/2006/relationships/customXml" Target="../ink/ink512.xml"/><Relationship Id="rId79" Type="http://schemas.openxmlformats.org/officeDocument/2006/relationships/image" Target="../media/image516.png"/><Relationship Id="rId102" Type="http://schemas.openxmlformats.org/officeDocument/2006/relationships/customXml" Target="../ink/ink534.xml"/><Relationship Id="rId123" Type="http://schemas.openxmlformats.org/officeDocument/2006/relationships/image" Target="../media/image538.png"/><Relationship Id="rId144" Type="http://schemas.openxmlformats.org/officeDocument/2006/relationships/customXml" Target="../ink/ink555.xml"/><Relationship Id="rId90" Type="http://schemas.openxmlformats.org/officeDocument/2006/relationships/customXml" Target="../ink/ink528.xml"/><Relationship Id="rId165" Type="http://schemas.openxmlformats.org/officeDocument/2006/relationships/image" Target="../media/image559.png"/><Relationship Id="rId186" Type="http://schemas.openxmlformats.org/officeDocument/2006/relationships/customXml" Target="../ink/ink576.xml"/><Relationship Id="rId27" Type="http://schemas.openxmlformats.org/officeDocument/2006/relationships/image" Target="../media/image490.png"/><Relationship Id="rId48" Type="http://schemas.openxmlformats.org/officeDocument/2006/relationships/customXml" Target="../ink/ink507.xml"/><Relationship Id="rId69" Type="http://schemas.openxmlformats.org/officeDocument/2006/relationships/image" Target="../media/image511.png"/><Relationship Id="rId113" Type="http://schemas.openxmlformats.org/officeDocument/2006/relationships/image" Target="../media/image533.png"/><Relationship Id="rId134" Type="http://schemas.openxmlformats.org/officeDocument/2006/relationships/customXml" Target="../ink/ink550.xml"/><Relationship Id="rId80" Type="http://schemas.openxmlformats.org/officeDocument/2006/relationships/customXml" Target="../ink/ink523.xml"/><Relationship Id="rId155" Type="http://schemas.openxmlformats.org/officeDocument/2006/relationships/image" Target="../media/image554.png"/><Relationship Id="rId176" Type="http://schemas.openxmlformats.org/officeDocument/2006/relationships/customXml" Target="../ink/ink571.xml"/><Relationship Id="rId197" Type="http://schemas.openxmlformats.org/officeDocument/2006/relationships/image" Target="../media/image575.png"/><Relationship Id="rId17" Type="http://schemas.openxmlformats.org/officeDocument/2006/relationships/image" Target="../media/image337.png"/><Relationship Id="rId38" Type="http://schemas.openxmlformats.org/officeDocument/2006/relationships/customXml" Target="../ink/ink502.xml"/><Relationship Id="rId59" Type="http://schemas.openxmlformats.org/officeDocument/2006/relationships/image" Target="../media/image506.png"/><Relationship Id="rId103" Type="http://schemas.openxmlformats.org/officeDocument/2006/relationships/image" Target="../media/image528.png"/><Relationship Id="rId124" Type="http://schemas.openxmlformats.org/officeDocument/2006/relationships/customXml" Target="../ink/ink545.xml"/><Relationship Id="rId70" Type="http://schemas.openxmlformats.org/officeDocument/2006/relationships/customXml" Target="../ink/ink518.xml"/><Relationship Id="rId91" Type="http://schemas.openxmlformats.org/officeDocument/2006/relationships/image" Target="../media/image522.png"/><Relationship Id="rId145" Type="http://schemas.openxmlformats.org/officeDocument/2006/relationships/image" Target="../media/image549.png"/><Relationship Id="rId166" Type="http://schemas.openxmlformats.org/officeDocument/2006/relationships/customXml" Target="../ink/ink566.xml"/><Relationship Id="rId187" Type="http://schemas.openxmlformats.org/officeDocument/2006/relationships/image" Target="../media/image570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497.xml"/><Relationship Id="rId49" Type="http://schemas.openxmlformats.org/officeDocument/2006/relationships/image" Target="../media/image501.png"/><Relationship Id="rId114" Type="http://schemas.openxmlformats.org/officeDocument/2006/relationships/customXml" Target="../ink/ink540.xml"/><Relationship Id="rId60" Type="http://schemas.openxmlformats.org/officeDocument/2006/relationships/customXml" Target="../ink/ink513.xml"/><Relationship Id="rId81" Type="http://schemas.openxmlformats.org/officeDocument/2006/relationships/image" Target="../media/image517.png"/><Relationship Id="rId135" Type="http://schemas.openxmlformats.org/officeDocument/2006/relationships/image" Target="../media/image544.png"/><Relationship Id="rId156" Type="http://schemas.openxmlformats.org/officeDocument/2006/relationships/customXml" Target="../ink/ink561.xml"/><Relationship Id="rId177" Type="http://schemas.openxmlformats.org/officeDocument/2006/relationships/image" Target="../media/image565.png"/><Relationship Id="rId18" Type="http://schemas.openxmlformats.org/officeDocument/2006/relationships/customXml" Target="../ink/ink492.xml"/><Relationship Id="rId39" Type="http://schemas.openxmlformats.org/officeDocument/2006/relationships/image" Target="../media/image496.png"/><Relationship Id="rId50" Type="http://schemas.openxmlformats.org/officeDocument/2006/relationships/customXml" Target="../ink/ink508.xml"/><Relationship Id="rId104" Type="http://schemas.openxmlformats.org/officeDocument/2006/relationships/customXml" Target="../ink/ink535.xml"/><Relationship Id="rId125" Type="http://schemas.openxmlformats.org/officeDocument/2006/relationships/image" Target="../media/image539.png"/><Relationship Id="rId146" Type="http://schemas.openxmlformats.org/officeDocument/2006/relationships/customXml" Target="../ink/ink556.xml"/><Relationship Id="rId167" Type="http://schemas.openxmlformats.org/officeDocument/2006/relationships/image" Target="../media/image560.png"/><Relationship Id="rId188" Type="http://schemas.openxmlformats.org/officeDocument/2006/relationships/customXml" Target="../ink/ink577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3.png"/><Relationship Id="rId21" Type="http://schemas.openxmlformats.org/officeDocument/2006/relationships/image" Target="../media/image585.png"/><Relationship Id="rId42" Type="http://schemas.openxmlformats.org/officeDocument/2006/relationships/customXml" Target="../ink/ink602.xml"/><Relationship Id="rId63" Type="http://schemas.openxmlformats.org/officeDocument/2006/relationships/image" Target="../media/image606.png"/><Relationship Id="rId84" Type="http://schemas.openxmlformats.org/officeDocument/2006/relationships/customXml" Target="../ink/ink623.xml"/><Relationship Id="rId138" Type="http://schemas.openxmlformats.org/officeDocument/2006/relationships/customXml" Target="../ink/ink650.xml"/><Relationship Id="rId159" Type="http://schemas.openxmlformats.org/officeDocument/2006/relationships/image" Target="../media/image654.png"/><Relationship Id="rId170" Type="http://schemas.openxmlformats.org/officeDocument/2006/relationships/customXml" Target="../ink/ink666.xml"/><Relationship Id="rId191" Type="http://schemas.openxmlformats.org/officeDocument/2006/relationships/image" Target="../media/image670.png"/><Relationship Id="rId205" Type="http://schemas.openxmlformats.org/officeDocument/2006/relationships/image" Target="../media/image677.png"/><Relationship Id="rId107" Type="http://schemas.openxmlformats.org/officeDocument/2006/relationships/image" Target="../media/image628.png"/><Relationship Id="rId11" Type="http://schemas.openxmlformats.org/officeDocument/2006/relationships/image" Target="../media/image580.png"/><Relationship Id="rId32" Type="http://schemas.openxmlformats.org/officeDocument/2006/relationships/customXml" Target="../ink/ink597.xml"/><Relationship Id="rId53" Type="http://schemas.openxmlformats.org/officeDocument/2006/relationships/image" Target="../media/image601.png"/><Relationship Id="rId74" Type="http://schemas.openxmlformats.org/officeDocument/2006/relationships/customXml" Target="../ink/ink618.xml"/><Relationship Id="rId128" Type="http://schemas.openxmlformats.org/officeDocument/2006/relationships/customXml" Target="../ink/ink645.xml"/><Relationship Id="rId149" Type="http://schemas.openxmlformats.org/officeDocument/2006/relationships/image" Target="../media/image649.png"/><Relationship Id="rId5" Type="http://schemas.openxmlformats.org/officeDocument/2006/relationships/image" Target="../media/image577.png"/><Relationship Id="rId95" Type="http://schemas.openxmlformats.org/officeDocument/2006/relationships/image" Target="../media/image622.png"/><Relationship Id="rId160" Type="http://schemas.openxmlformats.org/officeDocument/2006/relationships/customXml" Target="../ink/ink661.xml"/><Relationship Id="rId181" Type="http://schemas.openxmlformats.org/officeDocument/2006/relationships/image" Target="../media/image665.png"/><Relationship Id="rId22" Type="http://schemas.openxmlformats.org/officeDocument/2006/relationships/customXml" Target="../ink/ink592.xml"/><Relationship Id="rId43" Type="http://schemas.openxmlformats.org/officeDocument/2006/relationships/image" Target="../media/image596.png"/><Relationship Id="rId64" Type="http://schemas.openxmlformats.org/officeDocument/2006/relationships/customXml" Target="../ink/ink613.xml"/><Relationship Id="rId118" Type="http://schemas.openxmlformats.org/officeDocument/2006/relationships/customXml" Target="../ink/ink640.xml"/><Relationship Id="rId139" Type="http://schemas.openxmlformats.org/officeDocument/2006/relationships/image" Target="../media/image644.png"/><Relationship Id="rId85" Type="http://schemas.openxmlformats.org/officeDocument/2006/relationships/image" Target="../media/image617.png"/><Relationship Id="rId150" Type="http://schemas.openxmlformats.org/officeDocument/2006/relationships/customXml" Target="../ink/ink656.xml"/><Relationship Id="rId171" Type="http://schemas.openxmlformats.org/officeDocument/2006/relationships/image" Target="../media/image660.png"/><Relationship Id="rId192" Type="http://schemas.openxmlformats.org/officeDocument/2006/relationships/customXml" Target="../ink/ink677.xml"/><Relationship Id="rId206" Type="http://schemas.openxmlformats.org/officeDocument/2006/relationships/customXml" Target="../ink/ink684.xml"/><Relationship Id="rId12" Type="http://schemas.openxmlformats.org/officeDocument/2006/relationships/customXml" Target="../ink/ink587.xml"/><Relationship Id="rId33" Type="http://schemas.openxmlformats.org/officeDocument/2006/relationships/image" Target="../media/image591.png"/><Relationship Id="rId108" Type="http://schemas.openxmlformats.org/officeDocument/2006/relationships/customXml" Target="../ink/ink635.xml"/><Relationship Id="rId129" Type="http://schemas.openxmlformats.org/officeDocument/2006/relationships/image" Target="../media/image639.png"/><Relationship Id="rId54" Type="http://schemas.openxmlformats.org/officeDocument/2006/relationships/customXml" Target="../ink/ink608.xml"/><Relationship Id="rId75" Type="http://schemas.openxmlformats.org/officeDocument/2006/relationships/image" Target="../media/image612.png"/><Relationship Id="rId96" Type="http://schemas.openxmlformats.org/officeDocument/2006/relationships/customXml" Target="../ink/ink629.xml"/><Relationship Id="rId140" Type="http://schemas.openxmlformats.org/officeDocument/2006/relationships/customXml" Target="../ink/ink651.xml"/><Relationship Id="rId161" Type="http://schemas.openxmlformats.org/officeDocument/2006/relationships/image" Target="../media/image655.png"/><Relationship Id="rId182" Type="http://schemas.openxmlformats.org/officeDocument/2006/relationships/customXml" Target="../ink/ink672.xml"/><Relationship Id="rId6" Type="http://schemas.openxmlformats.org/officeDocument/2006/relationships/customXml" Target="../ink/ink584.xml"/><Relationship Id="rId23" Type="http://schemas.openxmlformats.org/officeDocument/2006/relationships/image" Target="../media/image586.png"/><Relationship Id="rId119" Type="http://schemas.openxmlformats.org/officeDocument/2006/relationships/image" Target="../media/image634.png"/><Relationship Id="rId44" Type="http://schemas.openxmlformats.org/officeDocument/2006/relationships/customXml" Target="../ink/ink603.xml"/><Relationship Id="rId65" Type="http://schemas.openxmlformats.org/officeDocument/2006/relationships/image" Target="../media/image607.png"/><Relationship Id="rId86" Type="http://schemas.openxmlformats.org/officeDocument/2006/relationships/customXml" Target="../ink/ink624.xml"/><Relationship Id="rId130" Type="http://schemas.openxmlformats.org/officeDocument/2006/relationships/customXml" Target="../ink/ink646.xml"/><Relationship Id="rId151" Type="http://schemas.openxmlformats.org/officeDocument/2006/relationships/image" Target="../media/image650.png"/><Relationship Id="rId172" Type="http://schemas.openxmlformats.org/officeDocument/2006/relationships/customXml" Target="../ink/ink667.xml"/><Relationship Id="rId193" Type="http://schemas.openxmlformats.org/officeDocument/2006/relationships/image" Target="../media/image671.png"/><Relationship Id="rId207" Type="http://schemas.openxmlformats.org/officeDocument/2006/relationships/customXml" Target="../ink/ink685.xml"/><Relationship Id="rId13" Type="http://schemas.openxmlformats.org/officeDocument/2006/relationships/image" Target="../media/image581.png"/><Relationship Id="rId109" Type="http://schemas.openxmlformats.org/officeDocument/2006/relationships/image" Target="../media/image629.png"/><Relationship Id="rId34" Type="http://schemas.openxmlformats.org/officeDocument/2006/relationships/customXml" Target="../ink/ink598.xml"/><Relationship Id="rId55" Type="http://schemas.openxmlformats.org/officeDocument/2006/relationships/image" Target="../media/image602.png"/><Relationship Id="rId76" Type="http://schemas.openxmlformats.org/officeDocument/2006/relationships/customXml" Target="../ink/ink619.xml"/><Relationship Id="rId97" Type="http://schemas.openxmlformats.org/officeDocument/2006/relationships/image" Target="../media/image623.png"/><Relationship Id="rId120" Type="http://schemas.openxmlformats.org/officeDocument/2006/relationships/customXml" Target="../ink/ink641.xml"/><Relationship Id="rId141" Type="http://schemas.openxmlformats.org/officeDocument/2006/relationships/image" Target="../media/image645.png"/><Relationship Id="rId7" Type="http://schemas.openxmlformats.org/officeDocument/2006/relationships/image" Target="../media/image578.png"/><Relationship Id="rId162" Type="http://schemas.openxmlformats.org/officeDocument/2006/relationships/customXml" Target="../ink/ink662.xml"/><Relationship Id="rId183" Type="http://schemas.openxmlformats.org/officeDocument/2006/relationships/image" Target="../media/image666.png"/><Relationship Id="rId24" Type="http://schemas.openxmlformats.org/officeDocument/2006/relationships/customXml" Target="../ink/ink593.xml"/><Relationship Id="rId45" Type="http://schemas.openxmlformats.org/officeDocument/2006/relationships/image" Target="../media/image597.png"/><Relationship Id="rId66" Type="http://schemas.openxmlformats.org/officeDocument/2006/relationships/customXml" Target="../ink/ink614.xml"/><Relationship Id="rId87" Type="http://schemas.openxmlformats.org/officeDocument/2006/relationships/image" Target="../media/image618.png"/><Relationship Id="rId110" Type="http://schemas.openxmlformats.org/officeDocument/2006/relationships/customXml" Target="../ink/ink636.xml"/><Relationship Id="rId131" Type="http://schemas.openxmlformats.org/officeDocument/2006/relationships/image" Target="../media/image640.png"/><Relationship Id="rId152" Type="http://schemas.openxmlformats.org/officeDocument/2006/relationships/customXml" Target="../ink/ink657.xml"/><Relationship Id="rId173" Type="http://schemas.openxmlformats.org/officeDocument/2006/relationships/image" Target="../media/image661.png"/><Relationship Id="rId194" Type="http://schemas.openxmlformats.org/officeDocument/2006/relationships/customXml" Target="../ink/ink678.xml"/><Relationship Id="rId208" Type="http://schemas.openxmlformats.org/officeDocument/2006/relationships/image" Target="../media/image678.png"/><Relationship Id="rId19" Type="http://schemas.openxmlformats.org/officeDocument/2006/relationships/image" Target="../media/image584.png"/><Relationship Id="rId14" Type="http://schemas.openxmlformats.org/officeDocument/2006/relationships/customXml" Target="../ink/ink588.xml"/><Relationship Id="rId30" Type="http://schemas.openxmlformats.org/officeDocument/2006/relationships/customXml" Target="../ink/ink596.xml"/><Relationship Id="rId35" Type="http://schemas.openxmlformats.org/officeDocument/2006/relationships/image" Target="../media/image592.png"/><Relationship Id="rId56" Type="http://schemas.openxmlformats.org/officeDocument/2006/relationships/customXml" Target="../ink/ink609.xml"/><Relationship Id="rId77" Type="http://schemas.openxmlformats.org/officeDocument/2006/relationships/image" Target="../media/image613.png"/><Relationship Id="rId100" Type="http://schemas.openxmlformats.org/officeDocument/2006/relationships/customXml" Target="../ink/ink631.xml"/><Relationship Id="rId105" Type="http://schemas.openxmlformats.org/officeDocument/2006/relationships/image" Target="../media/image627.png"/><Relationship Id="rId126" Type="http://schemas.openxmlformats.org/officeDocument/2006/relationships/customXml" Target="../ink/ink644.xml"/><Relationship Id="rId147" Type="http://schemas.openxmlformats.org/officeDocument/2006/relationships/image" Target="../media/image648.png"/><Relationship Id="rId168" Type="http://schemas.openxmlformats.org/officeDocument/2006/relationships/customXml" Target="../ink/ink665.xml"/><Relationship Id="rId8" Type="http://schemas.openxmlformats.org/officeDocument/2006/relationships/customXml" Target="../ink/ink585.xml"/><Relationship Id="rId51" Type="http://schemas.openxmlformats.org/officeDocument/2006/relationships/image" Target="../media/image600.png"/><Relationship Id="rId72" Type="http://schemas.openxmlformats.org/officeDocument/2006/relationships/customXml" Target="../ink/ink617.xml"/><Relationship Id="rId93" Type="http://schemas.openxmlformats.org/officeDocument/2006/relationships/image" Target="../media/image621.png"/><Relationship Id="rId98" Type="http://schemas.openxmlformats.org/officeDocument/2006/relationships/customXml" Target="../ink/ink630.xml"/><Relationship Id="rId121" Type="http://schemas.openxmlformats.org/officeDocument/2006/relationships/image" Target="../media/image635.png"/><Relationship Id="rId142" Type="http://schemas.openxmlformats.org/officeDocument/2006/relationships/customXml" Target="../ink/ink652.xml"/><Relationship Id="rId163" Type="http://schemas.openxmlformats.org/officeDocument/2006/relationships/image" Target="../media/image656.png"/><Relationship Id="rId184" Type="http://schemas.openxmlformats.org/officeDocument/2006/relationships/customXml" Target="../ink/ink673.xml"/><Relationship Id="rId189" Type="http://schemas.openxmlformats.org/officeDocument/2006/relationships/image" Target="../media/image669.png"/><Relationship Id="rId3" Type="http://schemas.openxmlformats.org/officeDocument/2006/relationships/image" Target="../media/image576.png"/><Relationship Id="rId214" Type="http://schemas.openxmlformats.org/officeDocument/2006/relationships/image" Target="../media/image681.png"/><Relationship Id="rId25" Type="http://schemas.openxmlformats.org/officeDocument/2006/relationships/image" Target="../media/image587.png"/><Relationship Id="rId46" Type="http://schemas.openxmlformats.org/officeDocument/2006/relationships/customXml" Target="../ink/ink604.xml"/><Relationship Id="rId67" Type="http://schemas.openxmlformats.org/officeDocument/2006/relationships/image" Target="../media/image608.png"/><Relationship Id="rId116" Type="http://schemas.openxmlformats.org/officeDocument/2006/relationships/customXml" Target="../ink/ink639.xml"/><Relationship Id="rId137" Type="http://schemas.openxmlformats.org/officeDocument/2006/relationships/image" Target="../media/image643.png"/><Relationship Id="rId158" Type="http://schemas.openxmlformats.org/officeDocument/2006/relationships/customXml" Target="../ink/ink660.xml"/><Relationship Id="rId20" Type="http://schemas.openxmlformats.org/officeDocument/2006/relationships/customXml" Target="../ink/ink591.xml"/><Relationship Id="rId41" Type="http://schemas.openxmlformats.org/officeDocument/2006/relationships/image" Target="../media/image595.png"/><Relationship Id="rId62" Type="http://schemas.openxmlformats.org/officeDocument/2006/relationships/customXml" Target="../ink/ink612.xml"/><Relationship Id="rId83" Type="http://schemas.openxmlformats.org/officeDocument/2006/relationships/image" Target="../media/image616.png"/><Relationship Id="rId88" Type="http://schemas.openxmlformats.org/officeDocument/2006/relationships/customXml" Target="../ink/ink625.xml"/><Relationship Id="rId111" Type="http://schemas.openxmlformats.org/officeDocument/2006/relationships/image" Target="../media/image630.png"/><Relationship Id="rId132" Type="http://schemas.openxmlformats.org/officeDocument/2006/relationships/customXml" Target="../ink/ink647.xml"/><Relationship Id="rId153" Type="http://schemas.openxmlformats.org/officeDocument/2006/relationships/image" Target="../media/image651.png"/><Relationship Id="rId174" Type="http://schemas.openxmlformats.org/officeDocument/2006/relationships/customXml" Target="../ink/ink668.xml"/><Relationship Id="rId179" Type="http://schemas.openxmlformats.org/officeDocument/2006/relationships/image" Target="../media/image664.png"/><Relationship Id="rId195" Type="http://schemas.openxmlformats.org/officeDocument/2006/relationships/image" Target="../media/image672.png"/><Relationship Id="rId209" Type="http://schemas.openxmlformats.org/officeDocument/2006/relationships/customXml" Target="../ink/ink686.xml"/><Relationship Id="rId190" Type="http://schemas.openxmlformats.org/officeDocument/2006/relationships/customXml" Target="../ink/ink676.xml"/><Relationship Id="rId204" Type="http://schemas.openxmlformats.org/officeDocument/2006/relationships/customXml" Target="../ink/ink683.xml"/><Relationship Id="rId15" Type="http://schemas.openxmlformats.org/officeDocument/2006/relationships/image" Target="../media/image582.png"/><Relationship Id="rId36" Type="http://schemas.openxmlformats.org/officeDocument/2006/relationships/customXml" Target="../ink/ink599.xml"/><Relationship Id="rId57" Type="http://schemas.openxmlformats.org/officeDocument/2006/relationships/image" Target="../media/image603.png"/><Relationship Id="rId106" Type="http://schemas.openxmlformats.org/officeDocument/2006/relationships/customXml" Target="../ink/ink634.xml"/><Relationship Id="rId127" Type="http://schemas.openxmlformats.org/officeDocument/2006/relationships/image" Target="../media/image638.png"/><Relationship Id="rId10" Type="http://schemas.openxmlformats.org/officeDocument/2006/relationships/customXml" Target="../ink/ink586.xml"/><Relationship Id="rId31" Type="http://schemas.openxmlformats.org/officeDocument/2006/relationships/image" Target="../media/image590.png"/><Relationship Id="rId52" Type="http://schemas.openxmlformats.org/officeDocument/2006/relationships/customXml" Target="../ink/ink607.xml"/><Relationship Id="rId73" Type="http://schemas.openxmlformats.org/officeDocument/2006/relationships/image" Target="../media/image611.png"/><Relationship Id="rId78" Type="http://schemas.openxmlformats.org/officeDocument/2006/relationships/customXml" Target="../ink/ink620.xml"/><Relationship Id="rId94" Type="http://schemas.openxmlformats.org/officeDocument/2006/relationships/customXml" Target="../ink/ink628.xml"/><Relationship Id="rId99" Type="http://schemas.openxmlformats.org/officeDocument/2006/relationships/image" Target="../media/image624.png"/><Relationship Id="rId101" Type="http://schemas.openxmlformats.org/officeDocument/2006/relationships/image" Target="../media/image625.png"/><Relationship Id="rId122" Type="http://schemas.openxmlformats.org/officeDocument/2006/relationships/customXml" Target="../ink/ink642.xml"/><Relationship Id="rId143" Type="http://schemas.openxmlformats.org/officeDocument/2006/relationships/image" Target="../media/image646.png"/><Relationship Id="rId148" Type="http://schemas.openxmlformats.org/officeDocument/2006/relationships/customXml" Target="../ink/ink655.xml"/><Relationship Id="rId164" Type="http://schemas.openxmlformats.org/officeDocument/2006/relationships/customXml" Target="../ink/ink663.xml"/><Relationship Id="rId169" Type="http://schemas.openxmlformats.org/officeDocument/2006/relationships/image" Target="../media/image659.png"/><Relationship Id="rId185" Type="http://schemas.openxmlformats.org/officeDocument/2006/relationships/image" Target="../media/image667.png"/><Relationship Id="rId4" Type="http://schemas.openxmlformats.org/officeDocument/2006/relationships/customXml" Target="../ink/ink583.xml"/><Relationship Id="rId9" Type="http://schemas.openxmlformats.org/officeDocument/2006/relationships/image" Target="../media/image579.png"/><Relationship Id="rId180" Type="http://schemas.openxmlformats.org/officeDocument/2006/relationships/customXml" Target="../ink/ink671.xml"/><Relationship Id="rId210" Type="http://schemas.openxmlformats.org/officeDocument/2006/relationships/image" Target="../media/image679.png"/><Relationship Id="rId26" Type="http://schemas.openxmlformats.org/officeDocument/2006/relationships/customXml" Target="../ink/ink594.xml"/><Relationship Id="rId47" Type="http://schemas.openxmlformats.org/officeDocument/2006/relationships/image" Target="../media/image598.png"/><Relationship Id="rId68" Type="http://schemas.openxmlformats.org/officeDocument/2006/relationships/customXml" Target="../ink/ink615.xml"/><Relationship Id="rId89" Type="http://schemas.openxmlformats.org/officeDocument/2006/relationships/image" Target="../media/image619.png"/><Relationship Id="rId112" Type="http://schemas.openxmlformats.org/officeDocument/2006/relationships/customXml" Target="../ink/ink637.xml"/><Relationship Id="rId133" Type="http://schemas.openxmlformats.org/officeDocument/2006/relationships/image" Target="../media/image641.png"/><Relationship Id="rId154" Type="http://schemas.openxmlformats.org/officeDocument/2006/relationships/customXml" Target="../ink/ink658.xml"/><Relationship Id="rId175" Type="http://schemas.openxmlformats.org/officeDocument/2006/relationships/image" Target="../media/image662.png"/><Relationship Id="rId196" Type="http://schemas.openxmlformats.org/officeDocument/2006/relationships/customXml" Target="../ink/ink679.xml"/><Relationship Id="rId200" Type="http://schemas.openxmlformats.org/officeDocument/2006/relationships/customXml" Target="../ink/ink681.xml"/><Relationship Id="rId16" Type="http://schemas.openxmlformats.org/officeDocument/2006/relationships/customXml" Target="../ink/ink589.xml"/><Relationship Id="rId37" Type="http://schemas.openxmlformats.org/officeDocument/2006/relationships/image" Target="../media/image593.png"/><Relationship Id="rId58" Type="http://schemas.openxmlformats.org/officeDocument/2006/relationships/customXml" Target="../ink/ink610.xml"/><Relationship Id="rId79" Type="http://schemas.openxmlformats.org/officeDocument/2006/relationships/image" Target="../media/image614.png"/><Relationship Id="rId102" Type="http://schemas.openxmlformats.org/officeDocument/2006/relationships/customXml" Target="../ink/ink632.xml"/><Relationship Id="rId123" Type="http://schemas.openxmlformats.org/officeDocument/2006/relationships/image" Target="../media/image636.png"/><Relationship Id="rId144" Type="http://schemas.openxmlformats.org/officeDocument/2006/relationships/customXml" Target="../ink/ink653.xml"/><Relationship Id="rId90" Type="http://schemas.openxmlformats.org/officeDocument/2006/relationships/customXml" Target="../ink/ink626.xml"/><Relationship Id="rId165" Type="http://schemas.openxmlformats.org/officeDocument/2006/relationships/image" Target="../media/image657.png"/><Relationship Id="rId186" Type="http://schemas.openxmlformats.org/officeDocument/2006/relationships/customXml" Target="../ink/ink674.xml"/><Relationship Id="rId211" Type="http://schemas.openxmlformats.org/officeDocument/2006/relationships/customXml" Target="../ink/ink687.xml"/><Relationship Id="rId27" Type="http://schemas.openxmlformats.org/officeDocument/2006/relationships/image" Target="../media/image588.png"/><Relationship Id="rId48" Type="http://schemas.openxmlformats.org/officeDocument/2006/relationships/customXml" Target="../ink/ink605.xml"/><Relationship Id="rId69" Type="http://schemas.openxmlformats.org/officeDocument/2006/relationships/image" Target="../media/image609.png"/><Relationship Id="rId113" Type="http://schemas.openxmlformats.org/officeDocument/2006/relationships/image" Target="../media/image631.png"/><Relationship Id="rId134" Type="http://schemas.openxmlformats.org/officeDocument/2006/relationships/customXml" Target="../ink/ink648.xml"/><Relationship Id="rId80" Type="http://schemas.openxmlformats.org/officeDocument/2006/relationships/customXml" Target="../ink/ink621.xml"/><Relationship Id="rId155" Type="http://schemas.openxmlformats.org/officeDocument/2006/relationships/image" Target="../media/image652.png"/><Relationship Id="rId176" Type="http://schemas.openxmlformats.org/officeDocument/2006/relationships/customXml" Target="../ink/ink669.xml"/><Relationship Id="rId197" Type="http://schemas.openxmlformats.org/officeDocument/2006/relationships/image" Target="../media/image673.png"/><Relationship Id="rId201" Type="http://schemas.openxmlformats.org/officeDocument/2006/relationships/image" Target="../media/image675.png"/><Relationship Id="rId17" Type="http://schemas.openxmlformats.org/officeDocument/2006/relationships/image" Target="../media/image583.png"/><Relationship Id="rId38" Type="http://schemas.openxmlformats.org/officeDocument/2006/relationships/customXml" Target="../ink/ink600.xml"/><Relationship Id="rId59" Type="http://schemas.openxmlformats.org/officeDocument/2006/relationships/image" Target="../media/image604.png"/><Relationship Id="rId103" Type="http://schemas.openxmlformats.org/officeDocument/2006/relationships/image" Target="../media/image626.png"/><Relationship Id="rId124" Type="http://schemas.openxmlformats.org/officeDocument/2006/relationships/customXml" Target="../ink/ink643.xml"/><Relationship Id="rId70" Type="http://schemas.openxmlformats.org/officeDocument/2006/relationships/customXml" Target="../ink/ink616.xml"/><Relationship Id="rId91" Type="http://schemas.openxmlformats.org/officeDocument/2006/relationships/image" Target="../media/image620.png"/><Relationship Id="rId145" Type="http://schemas.openxmlformats.org/officeDocument/2006/relationships/image" Target="../media/image647.png"/><Relationship Id="rId166" Type="http://schemas.openxmlformats.org/officeDocument/2006/relationships/customXml" Target="../ink/ink664.xml"/><Relationship Id="rId187" Type="http://schemas.openxmlformats.org/officeDocument/2006/relationships/image" Target="../media/image668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680.png"/><Relationship Id="rId28" Type="http://schemas.openxmlformats.org/officeDocument/2006/relationships/customXml" Target="../ink/ink595.xml"/><Relationship Id="rId49" Type="http://schemas.openxmlformats.org/officeDocument/2006/relationships/image" Target="../media/image599.png"/><Relationship Id="rId114" Type="http://schemas.openxmlformats.org/officeDocument/2006/relationships/customXml" Target="../ink/ink638.xml"/><Relationship Id="rId60" Type="http://schemas.openxmlformats.org/officeDocument/2006/relationships/customXml" Target="../ink/ink611.xml"/><Relationship Id="rId81" Type="http://schemas.openxmlformats.org/officeDocument/2006/relationships/image" Target="../media/image615.png"/><Relationship Id="rId135" Type="http://schemas.openxmlformats.org/officeDocument/2006/relationships/image" Target="../media/image642.png"/><Relationship Id="rId156" Type="http://schemas.openxmlformats.org/officeDocument/2006/relationships/customXml" Target="../ink/ink659.xml"/><Relationship Id="rId177" Type="http://schemas.openxmlformats.org/officeDocument/2006/relationships/image" Target="../media/image663.png"/><Relationship Id="rId198" Type="http://schemas.openxmlformats.org/officeDocument/2006/relationships/customXml" Target="../ink/ink680.xml"/><Relationship Id="rId202" Type="http://schemas.openxmlformats.org/officeDocument/2006/relationships/customXml" Target="../ink/ink682.xml"/><Relationship Id="rId18" Type="http://schemas.openxmlformats.org/officeDocument/2006/relationships/customXml" Target="../ink/ink590.xml"/><Relationship Id="rId39" Type="http://schemas.openxmlformats.org/officeDocument/2006/relationships/image" Target="../media/image594.png"/><Relationship Id="rId50" Type="http://schemas.openxmlformats.org/officeDocument/2006/relationships/customXml" Target="../ink/ink606.xml"/><Relationship Id="rId104" Type="http://schemas.openxmlformats.org/officeDocument/2006/relationships/customXml" Target="../ink/ink633.xml"/><Relationship Id="rId125" Type="http://schemas.openxmlformats.org/officeDocument/2006/relationships/image" Target="../media/image637.png"/><Relationship Id="rId146" Type="http://schemas.openxmlformats.org/officeDocument/2006/relationships/customXml" Target="../ink/ink654.xml"/><Relationship Id="rId167" Type="http://schemas.openxmlformats.org/officeDocument/2006/relationships/image" Target="../media/image658.png"/><Relationship Id="rId188" Type="http://schemas.openxmlformats.org/officeDocument/2006/relationships/customXml" Target="../ink/ink675.xml"/><Relationship Id="rId71" Type="http://schemas.openxmlformats.org/officeDocument/2006/relationships/image" Target="../media/image610.png"/><Relationship Id="rId92" Type="http://schemas.openxmlformats.org/officeDocument/2006/relationships/customXml" Target="../ink/ink627.xml"/><Relationship Id="rId213" Type="http://schemas.openxmlformats.org/officeDocument/2006/relationships/customXml" Target="../ink/ink688.xml"/><Relationship Id="rId2" Type="http://schemas.openxmlformats.org/officeDocument/2006/relationships/customXml" Target="../ink/ink582.xml"/><Relationship Id="rId29" Type="http://schemas.openxmlformats.org/officeDocument/2006/relationships/image" Target="../media/image589.png"/><Relationship Id="rId40" Type="http://schemas.openxmlformats.org/officeDocument/2006/relationships/customXml" Target="../ink/ink601.xml"/><Relationship Id="rId115" Type="http://schemas.openxmlformats.org/officeDocument/2006/relationships/image" Target="../media/image632.png"/><Relationship Id="rId136" Type="http://schemas.openxmlformats.org/officeDocument/2006/relationships/customXml" Target="../ink/ink649.xml"/><Relationship Id="rId157" Type="http://schemas.openxmlformats.org/officeDocument/2006/relationships/image" Target="../media/image653.png"/><Relationship Id="rId178" Type="http://schemas.openxmlformats.org/officeDocument/2006/relationships/customXml" Target="../ink/ink670.xml"/><Relationship Id="rId61" Type="http://schemas.openxmlformats.org/officeDocument/2006/relationships/image" Target="../media/image605.png"/><Relationship Id="rId82" Type="http://schemas.openxmlformats.org/officeDocument/2006/relationships/customXml" Target="../ink/ink622.xml"/><Relationship Id="rId199" Type="http://schemas.openxmlformats.org/officeDocument/2006/relationships/image" Target="../media/image674.png"/><Relationship Id="rId203" Type="http://schemas.openxmlformats.org/officeDocument/2006/relationships/image" Target="../media/image676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39.png"/><Relationship Id="rId21" Type="http://schemas.openxmlformats.org/officeDocument/2006/relationships/image" Target="../media/image691.png"/><Relationship Id="rId42" Type="http://schemas.openxmlformats.org/officeDocument/2006/relationships/customXml" Target="../ink/ink709.xml"/><Relationship Id="rId63" Type="http://schemas.openxmlformats.org/officeDocument/2006/relationships/image" Target="../media/image712.png"/><Relationship Id="rId84" Type="http://schemas.openxmlformats.org/officeDocument/2006/relationships/customXml" Target="../ink/ink730.xml"/><Relationship Id="rId138" Type="http://schemas.openxmlformats.org/officeDocument/2006/relationships/customXml" Target="../ink/ink757.xml"/><Relationship Id="rId159" Type="http://schemas.openxmlformats.org/officeDocument/2006/relationships/image" Target="../media/image760.png"/><Relationship Id="rId170" Type="http://schemas.openxmlformats.org/officeDocument/2006/relationships/customXml" Target="../ink/ink773.xml"/><Relationship Id="rId107" Type="http://schemas.openxmlformats.org/officeDocument/2006/relationships/image" Target="../media/image734.png"/><Relationship Id="rId11" Type="http://schemas.openxmlformats.org/officeDocument/2006/relationships/image" Target="../media/image686.png"/><Relationship Id="rId32" Type="http://schemas.openxmlformats.org/officeDocument/2006/relationships/customXml" Target="../ink/ink704.xml"/><Relationship Id="rId53" Type="http://schemas.openxmlformats.org/officeDocument/2006/relationships/image" Target="../media/image707.png"/><Relationship Id="rId74" Type="http://schemas.openxmlformats.org/officeDocument/2006/relationships/customXml" Target="../ink/ink725.xml"/><Relationship Id="rId128" Type="http://schemas.openxmlformats.org/officeDocument/2006/relationships/customXml" Target="../ink/ink752.xml"/><Relationship Id="rId149" Type="http://schemas.openxmlformats.org/officeDocument/2006/relationships/image" Target="../media/image755.png"/><Relationship Id="rId5" Type="http://schemas.openxmlformats.org/officeDocument/2006/relationships/image" Target="../media/image683.png"/><Relationship Id="rId95" Type="http://schemas.openxmlformats.org/officeDocument/2006/relationships/image" Target="../media/image728.png"/><Relationship Id="rId160" Type="http://schemas.openxmlformats.org/officeDocument/2006/relationships/customXml" Target="../ink/ink768.xml"/><Relationship Id="rId22" Type="http://schemas.openxmlformats.org/officeDocument/2006/relationships/customXml" Target="../ink/ink699.xml"/><Relationship Id="rId43" Type="http://schemas.openxmlformats.org/officeDocument/2006/relationships/image" Target="../media/image702.png"/><Relationship Id="rId64" Type="http://schemas.openxmlformats.org/officeDocument/2006/relationships/customXml" Target="../ink/ink720.xml"/><Relationship Id="rId118" Type="http://schemas.openxmlformats.org/officeDocument/2006/relationships/customXml" Target="../ink/ink747.xml"/><Relationship Id="rId139" Type="http://schemas.openxmlformats.org/officeDocument/2006/relationships/image" Target="../media/image750.png"/><Relationship Id="rId85" Type="http://schemas.openxmlformats.org/officeDocument/2006/relationships/image" Target="../media/image723.png"/><Relationship Id="rId150" Type="http://schemas.openxmlformats.org/officeDocument/2006/relationships/customXml" Target="../ink/ink763.xml"/><Relationship Id="rId171" Type="http://schemas.openxmlformats.org/officeDocument/2006/relationships/image" Target="../media/image766.png"/><Relationship Id="rId12" Type="http://schemas.openxmlformats.org/officeDocument/2006/relationships/customXml" Target="../ink/ink694.xml"/><Relationship Id="rId33" Type="http://schemas.openxmlformats.org/officeDocument/2006/relationships/image" Target="../media/image697.png"/><Relationship Id="rId108" Type="http://schemas.openxmlformats.org/officeDocument/2006/relationships/customXml" Target="../ink/ink742.xml"/><Relationship Id="rId129" Type="http://schemas.openxmlformats.org/officeDocument/2006/relationships/image" Target="../media/image745.png"/><Relationship Id="rId54" Type="http://schemas.openxmlformats.org/officeDocument/2006/relationships/customXml" Target="../ink/ink715.xml"/><Relationship Id="rId75" Type="http://schemas.openxmlformats.org/officeDocument/2006/relationships/image" Target="../media/image718.png"/><Relationship Id="rId96" Type="http://schemas.openxmlformats.org/officeDocument/2006/relationships/customXml" Target="../ink/ink736.xml"/><Relationship Id="rId140" Type="http://schemas.openxmlformats.org/officeDocument/2006/relationships/customXml" Target="../ink/ink758.xml"/><Relationship Id="rId161" Type="http://schemas.openxmlformats.org/officeDocument/2006/relationships/image" Target="../media/image76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91.xml"/><Relationship Id="rId23" Type="http://schemas.openxmlformats.org/officeDocument/2006/relationships/image" Target="../media/image692.png"/><Relationship Id="rId28" Type="http://schemas.openxmlformats.org/officeDocument/2006/relationships/customXml" Target="../ink/ink702.xml"/><Relationship Id="rId49" Type="http://schemas.openxmlformats.org/officeDocument/2006/relationships/image" Target="../media/image705.png"/><Relationship Id="rId114" Type="http://schemas.openxmlformats.org/officeDocument/2006/relationships/customXml" Target="../ink/ink745.xml"/><Relationship Id="rId119" Type="http://schemas.openxmlformats.org/officeDocument/2006/relationships/image" Target="../media/image740.png"/><Relationship Id="rId44" Type="http://schemas.openxmlformats.org/officeDocument/2006/relationships/customXml" Target="../ink/ink710.xml"/><Relationship Id="rId60" Type="http://schemas.openxmlformats.org/officeDocument/2006/relationships/customXml" Target="../ink/ink718.xml"/><Relationship Id="rId65" Type="http://schemas.openxmlformats.org/officeDocument/2006/relationships/image" Target="../media/image713.png"/><Relationship Id="rId81" Type="http://schemas.openxmlformats.org/officeDocument/2006/relationships/image" Target="../media/image721.png"/><Relationship Id="rId86" Type="http://schemas.openxmlformats.org/officeDocument/2006/relationships/customXml" Target="../ink/ink731.xml"/><Relationship Id="rId130" Type="http://schemas.openxmlformats.org/officeDocument/2006/relationships/customXml" Target="../ink/ink753.xml"/><Relationship Id="rId135" Type="http://schemas.openxmlformats.org/officeDocument/2006/relationships/image" Target="../media/image748.png"/><Relationship Id="rId151" Type="http://schemas.openxmlformats.org/officeDocument/2006/relationships/image" Target="../media/image756.png"/><Relationship Id="rId156" Type="http://schemas.openxmlformats.org/officeDocument/2006/relationships/customXml" Target="../ink/ink766.xml"/><Relationship Id="rId172" Type="http://schemas.openxmlformats.org/officeDocument/2006/relationships/customXml" Target="../ink/ink774.xml"/><Relationship Id="rId13" Type="http://schemas.openxmlformats.org/officeDocument/2006/relationships/image" Target="../media/image687.png"/><Relationship Id="rId18" Type="http://schemas.openxmlformats.org/officeDocument/2006/relationships/customXml" Target="../ink/ink697.xml"/><Relationship Id="rId39" Type="http://schemas.openxmlformats.org/officeDocument/2006/relationships/image" Target="../media/image700.png"/><Relationship Id="rId109" Type="http://schemas.openxmlformats.org/officeDocument/2006/relationships/image" Target="../media/image735.png"/><Relationship Id="rId34" Type="http://schemas.openxmlformats.org/officeDocument/2006/relationships/customXml" Target="../ink/ink705.xml"/><Relationship Id="rId50" Type="http://schemas.openxmlformats.org/officeDocument/2006/relationships/customXml" Target="../ink/ink713.xml"/><Relationship Id="rId55" Type="http://schemas.openxmlformats.org/officeDocument/2006/relationships/image" Target="../media/image708.png"/><Relationship Id="rId76" Type="http://schemas.openxmlformats.org/officeDocument/2006/relationships/customXml" Target="../ink/ink726.xml"/><Relationship Id="rId97" Type="http://schemas.openxmlformats.org/officeDocument/2006/relationships/image" Target="../media/image729.png"/><Relationship Id="rId104" Type="http://schemas.openxmlformats.org/officeDocument/2006/relationships/customXml" Target="../ink/ink740.xml"/><Relationship Id="rId120" Type="http://schemas.openxmlformats.org/officeDocument/2006/relationships/customXml" Target="../ink/ink748.xml"/><Relationship Id="rId125" Type="http://schemas.openxmlformats.org/officeDocument/2006/relationships/image" Target="../media/image743.png"/><Relationship Id="rId141" Type="http://schemas.openxmlformats.org/officeDocument/2006/relationships/image" Target="../media/image751.png"/><Relationship Id="rId146" Type="http://schemas.openxmlformats.org/officeDocument/2006/relationships/customXml" Target="../ink/ink761.xml"/><Relationship Id="rId167" Type="http://schemas.openxmlformats.org/officeDocument/2006/relationships/image" Target="../media/image764.png"/><Relationship Id="rId7" Type="http://schemas.openxmlformats.org/officeDocument/2006/relationships/image" Target="../media/image684.png"/><Relationship Id="rId71" Type="http://schemas.openxmlformats.org/officeDocument/2006/relationships/image" Target="../media/image716.png"/><Relationship Id="rId92" Type="http://schemas.openxmlformats.org/officeDocument/2006/relationships/customXml" Target="../ink/ink734.xml"/><Relationship Id="rId162" Type="http://schemas.openxmlformats.org/officeDocument/2006/relationships/customXml" Target="../ink/ink769.xml"/><Relationship Id="rId2" Type="http://schemas.openxmlformats.org/officeDocument/2006/relationships/customXml" Target="../ink/ink689.xml"/><Relationship Id="rId29" Type="http://schemas.openxmlformats.org/officeDocument/2006/relationships/image" Target="../media/image695.png"/><Relationship Id="rId24" Type="http://schemas.openxmlformats.org/officeDocument/2006/relationships/customXml" Target="../ink/ink700.xml"/><Relationship Id="rId40" Type="http://schemas.openxmlformats.org/officeDocument/2006/relationships/customXml" Target="../ink/ink708.xml"/><Relationship Id="rId45" Type="http://schemas.openxmlformats.org/officeDocument/2006/relationships/image" Target="../media/image703.png"/><Relationship Id="rId66" Type="http://schemas.openxmlformats.org/officeDocument/2006/relationships/customXml" Target="../ink/ink721.xml"/><Relationship Id="rId87" Type="http://schemas.openxmlformats.org/officeDocument/2006/relationships/image" Target="../media/image724.png"/><Relationship Id="rId110" Type="http://schemas.openxmlformats.org/officeDocument/2006/relationships/customXml" Target="../ink/ink743.xml"/><Relationship Id="rId115" Type="http://schemas.openxmlformats.org/officeDocument/2006/relationships/image" Target="../media/image738.png"/><Relationship Id="rId131" Type="http://schemas.openxmlformats.org/officeDocument/2006/relationships/image" Target="../media/image746.png"/><Relationship Id="rId136" Type="http://schemas.openxmlformats.org/officeDocument/2006/relationships/customXml" Target="../ink/ink756.xml"/><Relationship Id="rId157" Type="http://schemas.openxmlformats.org/officeDocument/2006/relationships/image" Target="../media/image759.png"/><Relationship Id="rId61" Type="http://schemas.openxmlformats.org/officeDocument/2006/relationships/image" Target="../media/image711.png"/><Relationship Id="rId82" Type="http://schemas.openxmlformats.org/officeDocument/2006/relationships/customXml" Target="../ink/ink729.xml"/><Relationship Id="rId152" Type="http://schemas.openxmlformats.org/officeDocument/2006/relationships/customXml" Target="../ink/ink764.xml"/><Relationship Id="rId173" Type="http://schemas.openxmlformats.org/officeDocument/2006/relationships/image" Target="../media/image767.png"/><Relationship Id="rId19" Type="http://schemas.openxmlformats.org/officeDocument/2006/relationships/image" Target="../media/image690.png"/><Relationship Id="rId14" Type="http://schemas.openxmlformats.org/officeDocument/2006/relationships/customXml" Target="../ink/ink695.xml"/><Relationship Id="rId30" Type="http://schemas.openxmlformats.org/officeDocument/2006/relationships/customXml" Target="../ink/ink703.xml"/><Relationship Id="rId35" Type="http://schemas.openxmlformats.org/officeDocument/2006/relationships/image" Target="../media/image698.png"/><Relationship Id="rId56" Type="http://schemas.openxmlformats.org/officeDocument/2006/relationships/customXml" Target="../ink/ink716.xml"/><Relationship Id="rId77" Type="http://schemas.openxmlformats.org/officeDocument/2006/relationships/image" Target="../media/image719.png"/><Relationship Id="rId100" Type="http://schemas.openxmlformats.org/officeDocument/2006/relationships/customXml" Target="../ink/ink738.xml"/><Relationship Id="rId105" Type="http://schemas.openxmlformats.org/officeDocument/2006/relationships/image" Target="../media/image733.png"/><Relationship Id="rId126" Type="http://schemas.openxmlformats.org/officeDocument/2006/relationships/customXml" Target="../ink/ink751.xml"/><Relationship Id="rId147" Type="http://schemas.openxmlformats.org/officeDocument/2006/relationships/image" Target="../media/image754.png"/><Relationship Id="rId168" Type="http://schemas.openxmlformats.org/officeDocument/2006/relationships/customXml" Target="../ink/ink772.xml"/><Relationship Id="rId8" Type="http://schemas.openxmlformats.org/officeDocument/2006/relationships/customXml" Target="../ink/ink692.xml"/><Relationship Id="rId51" Type="http://schemas.openxmlformats.org/officeDocument/2006/relationships/image" Target="../media/image706.png"/><Relationship Id="rId72" Type="http://schemas.openxmlformats.org/officeDocument/2006/relationships/customXml" Target="../ink/ink724.xml"/><Relationship Id="rId93" Type="http://schemas.openxmlformats.org/officeDocument/2006/relationships/image" Target="../media/image727.png"/><Relationship Id="rId98" Type="http://schemas.openxmlformats.org/officeDocument/2006/relationships/customXml" Target="../ink/ink737.xml"/><Relationship Id="rId121" Type="http://schemas.openxmlformats.org/officeDocument/2006/relationships/image" Target="../media/image741.png"/><Relationship Id="rId142" Type="http://schemas.openxmlformats.org/officeDocument/2006/relationships/customXml" Target="../ink/ink759.xml"/><Relationship Id="rId163" Type="http://schemas.openxmlformats.org/officeDocument/2006/relationships/image" Target="../media/image762.png"/><Relationship Id="rId3" Type="http://schemas.openxmlformats.org/officeDocument/2006/relationships/image" Target="../media/image682.png"/><Relationship Id="rId25" Type="http://schemas.openxmlformats.org/officeDocument/2006/relationships/image" Target="../media/image693.png"/><Relationship Id="rId46" Type="http://schemas.openxmlformats.org/officeDocument/2006/relationships/customXml" Target="../ink/ink711.xml"/><Relationship Id="rId67" Type="http://schemas.openxmlformats.org/officeDocument/2006/relationships/image" Target="../media/image714.png"/><Relationship Id="rId116" Type="http://schemas.openxmlformats.org/officeDocument/2006/relationships/customXml" Target="../ink/ink746.xml"/><Relationship Id="rId137" Type="http://schemas.openxmlformats.org/officeDocument/2006/relationships/image" Target="../media/image749.png"/><Relationship Id="rId158" Type="http://schemas.openxmlformats.org/officeDocument/2006/relationships/customXml" Target="../ink/ink767.xml"/><Relationship Id="rId20" Type="http://schemas.openxmlformats.org/officeDocument/2006/relationships/customXml" Target="../ink/ink698.xml"/><Relationship Id="rId41" Type="http://schemas.openxmlformats.org/officeDocument/2006/relationships/image" Target="../media/image701.png"/><Relationship Id="rId62" Type="http://schemas.openxmlformats.org/officeDocument/2006/relationships/customXml" Target="../ink/ink719.xml"/><Relationship Id="rId83" Type="http://schemas.openxmlformats.org/officeDocument/2006/relationships/image" Target="../media/image722.png"/><Relationship Id="rId88" Type="http://schemas.openxmlformats.org/officeDocument/2006/relationships/customXml" Target="../ink/ink732.xml"/><Relationship Id="rId111" Type="http://schemas.openxmlformats.org/officeDocument/2006/relationships/image" Target="../media/image736.png"/><Relationship Id="rId132" Type="http://schemas.openxmlformats.org/officeDocument/2006/relationships/customXml" Target="../ink/ink754.xml"/><Relationship Id="rId153" Type="http://schemas.openxmlformats.org/officeDocument/2006/relationships/image" Target="../media/image757.png"/><Relationship Id="rId174" Type="http://schemas.openxmlformats.org/officeDocument/2006/relationships/customXml" Target="../ink/ink775.xml"/><Relationship Id="rId15" Type="http://schemas.openxmlformats.org/officeDocument/2006/relationships/image" Target="../media/image688.png"/><Relationship Id="rId36" Type="http://schemas.openxmlformats.org/officeDocument/2006/relationships/customXml" Target="../ink/ink706.xml"/><Relationship Id="rId57" Type="http://schemas.openxmlformats.org/officeDocument/2006/relationships/image" Target="../media/image709.png"/><Relationship Id="rId106" Type="http://schemas.openxmlformats.org/officeDocument/2006/relationships/customXml" Target="../ink/ink741.xml"/><Relationship Id="rId127" Type="http://schemas.openxmlformats.org/officeDocument/2006/relationships/image" Target="../media/image744.png"/><Relationship Id="rId10" Type="http://schemas.openxmlformats.org/officeDocument/2006/relationships/customXml" Target="../ink/ink693.xml"/><Relationship Id="rId31" Type="http://schemas.openxmlformats.org/officeDocument/2006/relationships/image" Target="../media/image696.png"/><Relationship Id="rId52" Type="http://schemas.openxmlformats.org/officeDocument/2006/relationships/customXml" Target="../ink/ink714.xml"/><Relationship Id="rId73" Type="http://schemas.openxmlformats.org/officeDocument/2006/relationships/image" Target="../media/image717.png"/><Relationship Id="rId78" Type="http://schemas.openxmlformats.org/officeDocument/2006/relationships/customXml" Target="../ink/ink727.xml"/><Relationship Id="rId94" Type="http://schemas.openxmlformats.org/officeDocument/2006/relationships/customXml" Target="../ink/ink735.xml"/><Relationship Id="rId99" Type="http://schemas.openxmlformats.org/officeDocument/2006/relationships/image" Target="../media/image730.png"/><Relationship Id="rId101" Type="http://schemas.openxmlformats.org/officeDocument/2006/relationships/image" Target="../media/image731.png"/><Relationship Id="rId122" Type="http://schemas.openxmlformats.org/officeDocument/2006/relationships/customXml" Target="../ink/ink749.xml"/><Relationship Id="rId143" Type="http://schemas.openxmlformats.org/officeDocument/2006/relationships/image" Target="../media/image752.png"/><Relationship Id="rId148" Type="http://schemas.openxmlformats.org/officeDocument/2006/relationships/customXml" Target="../ink/ink762.xml"/><Relationship Id="rId164" Type="http://schemas.openxmlformats.org/officeDocument/2006/relationships/customXml" Target="../ink/ink770.xml"/><Relationship Id="rId169" Type="http://schemas.openxmlformats.org/officeDocument/2006/relationships/image" Target="../media/image765.png"/><Relationship Id="rId4" Type="http://schemas.openxmlformats.org/officeDocument/2006/relationships/customXml" Target="../ink/ink690.xml"/><Relationship Id="rId9" Type="http://schemas.openxmlformats.org/officeDocument/2006/relationships/image" Target="../media/image685.png"/><Relationship Id="rId26" Type="http://schemas.openxmlformats.org/officeDocument/2006/relationships/customXml" Target="../ink/ink701.xml"/><Relationship Id="rId47" Type="http://schemas.openxmlformats.org/officeDocument/2006/relationships/image" Target="../media/image704.png"/><Relationship Id="rId68" Type="http://schemas.openxmlformats.org/officeDocument/2006/relationships/customXml" Target="../ink/ink722.xml"/><Relationship Id="rId89" Type="http://schemas.openxmlformats.org/officeDocument/2006/relationships/image" Target="../media/image725.png"/><Relationship Id="rId112" Type="http://schemas.openxmlformats.org/officeDocument/2006/relationships/customXml" Target="../ink/ink744.xml"/><Relationship Id="rId133" Type="http://schemas.openxmlformats.org/officeDocument/2006/relationships/image" Target="../media/image747.png"/><Relationship Id="rId154" Type="http://schemas.openxmlformats.org/officeDocument/2006/relationships/customXml" Target="../ink/ink765.xml"/><Relationship Id="rId175" Type="http://schemas.openxmlformats.org/officeDocument/2006/relationships/image" Target="../media/image768.png"/><Relationship Id="rId16" Type="http://schemas.openxmlformats.org/officeDocument/2006/relationships/customXml" Target="../ink/ink696.xml"/><Relationship Id="rId37" Type="http://schemas.openxmlformats.org/officeDocument/2006/relationships/image" Target="../media/image699.png"/><Relationship Id="rId58" Type="http://schemas.openxmlformats.org/officeDocument/2006/relationships/customXml" Target="../ink/ink717.xml"/><Relationship Id="rId79" Type="http://schemas.openxmlformats.org/officeDocument/2006/relationships/image" Target="../media/image720.png"/><Relationship Id="rId102" Type="http://schemas.openxmlformats.org/officeDocument/2006/relationships/customXml" Target="../ink/ink739.xml"/><Relationship Id="rId123" Type="http://schemas.openxmlformats.org/officeDocument/2006/relationships/image" Target="../media/image742.png"/><Relationship Id="rId144" Type="http://schemas.openxmlformats.org/officeDocument/2006/relationships/customXml" Target="../ink/ink760.xml"/><Relationship Id="rId90" Type="http://schemas.openxmlformats.org/officeDocument/2006/relationships/customXml" Target="../ink/ink733.xml"/><Relationship Id="rId165" Type="http://schemas.openxmlformats.org/officeDocument/2006/relationships/image" Target="../media/image763.png"/><Relationship Id="rId27" Type="http://schemas.openxmlformats.org/officeDocument/2006/relationships/image" Target="../media/image694.png"/><Relationship Id="rId48" Type="http://schemas.openxmlformats.org/officeDocument/2006/relationships/customXml" Target="../ink/ink712.xml"/><Relationship Id="rId69" Type="http://schemas.openxmlformats.org/officeDocument/2006/relationships/image" Target="../media/image715.png"/><Relationship Id="rId113" Type="http://schemas.openxmlformats.org/officeDocument/2006/relationships/image" Target="../media/image737.png"/><Relationship Id="rId134" Type="http://schemas.openxmlformats.org/officeDocument/2006/relationships/customXml" Target="../ink/ink755.xml"/><Relationship Id="rId80" Type="http://schemas.openxmlformats.org/officeDocument/2006/relationships/customXml" Target="../ink/ink728.xml"/><Relationship Id="rId155" Type="http://schemas.openxmlformats.org/officeDocument/2006/relationships/image" Target="../media/image758.png"/><Relationship Id="rId17" Type="http://schemas.openxmlformats.org/officeDocument/2006/relationships/image" Target="../media/image689.png"/><Relationship Id="rId38" Type="http://schemas.openxmlformats.org/officeDocument/2006/relationships/customXml" Target="../ink/ink707.xml"/><Relationship Id="rId59" Type="http://schemas.openxmlformats.org/officeDocument/2006/relationships/image" Target="../media/image710.png"/><Relationship Id="rId103" Type="http://schemas.openxmlformats.org/officeDocument/2006/relationships/image" Target="../media/image732.png"/><Relationship Id="rId124" Type="http://schemas.openxmlformats.org/officeDocument/2006/relationships/customXml" Target="../ink/ink750.xml"/><Relationship Id="rId70" Type="http://schemas.openxmlformats.org/officeDocument/2006/relationships/customXml" Target="../ink/ink723.xml"/><Relationship Id="rId91" Type="http://schemas.openxmlformats.org/officeDocument/2006/relationships/image" Target="../media/image726.png"/><Relationship Id="rId145" Type="http://schemas.openxmlformats.org/officeDocument/2006/relationships/image" Target="../media/image753.png"/><Relationship Id="rId166" Type="http://schemas.openxmlformats.org/officeDocument/2006/relationships/customXml" Target="../ink/ink771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26.png"/><Relationship Id="rId21" Type="http://schemas.openxmlformats.org/officeDocument/2006/relationships/image" Target="../media/image778.png"/><Relationship Id="rId63" Type="http://schemas.openxmlformats.org/officeDocument/2006/relationships/image" Target="../media/image799.png"/><Relationship Id="rId159" Type="http://schemas.openxmlformats.org/officeDocument/2006/relationships/image" Target="../media/image846.png"/><Relationship Id="rId170" Type="http://schemas.openxmlformats.org/officeDocument/2006/relationships/customXml" Target="../ink/ink860.xml"/><Relationship Id="rId226" Type="http://schemas.openxmlformats.org/officeDocument/2006/relationships/customXml" Target="../ink/ink888.xml"/><Relationship Id="rId268" Type="http://schemas.openxmlformats.org/officeDocument/2006/relationships/customXml" Target="../ink/ink909.xml"/><Relationship Id="rId32" Type="http://schemas.openxmlformats.org/officeDocument/2006/relationships/customXml" Target="../ink/ink791.xml"/><Relationship Id="rId74" Type="http://schemas.openxmlformats.org/officeDocument/2006/relationships/customXml" Target="../ink/ink812.xml"/><Relationship Id="rId128" Type="http://schemas.openxmlformats.org/officeDocument/2006/relationships/customXml" Target="../ink/ink839.xml"/><Relationship Id="rId5" Type="http://schemas.openxmlformats.org/officeDocument/2006/relationships/image" Target="../media/image770.png"/><Relationship Id="rId95" Type="http://schemas.openxmlformats.org/officeDocument/2006/relationships/image" Target="../media/image815.png"/><Relationship Id="rId160" Type="http://schemas.openxmlformats.org/officeDocument/2006/relationships/customXml" Target="../ink/ink855.xml"/><Relationship Id="rId181" Type="http://schemas.openxmlformats.org/officeDocument/2006/relationships/image" Target="../media/image857.png"/><Relationship Id="rId216" Type="http://schemas.openxmlformats.org/officeDocument/2006/relationships/customXml" Target="../ink/ink883.xml"/><Relationship Id="rId237" Type="http://schemas.openxmlformats.org/officeDocument/2006/relationships/image" Target="../media/image885.png"/><Relationship Id="rId258" Type="http://schemas.openxmlformats.org/officeDocument/2006/relationships/customXml" Target="../ink/ink904.xml"/><Relationship Id="rId22" Type="http://schemas.openxmlformats.org/officeDocument/2006/relationships/customXml" Target="../ink/ink786.xml"/><Relationship Id="rId43" Type="http://schemas.openxmlformats.org/officeDocument/2006/relationships/image" Target="../media/image789.png"/><Relationship Id="rId64" Type="http://schemas.openxmlformats.org/officeDocument/2006/relationships/customXml" Target="../ink/ink807.xml"/><Relationship Id="rId118" Type="http://schemas.openxmlformats.org/officeDocument/2006/relationships/customXml" Target="../ink/ink834.xml"/><Relationship Id="rId139" Type="http://schemas.openxmlformats.org/officeDocument/2006/relationships/image" Target="../media/image836.png"/><Relationship Id="rId85" Type="http://schemas.openxmlformats.org/officeDocument/2006/relationships/image" Target="../media/image810.png"/><Relationship Id="rId150" Type="http://schemas.openxmlformats.org/officeDocument/2006/relationships/customXml" Target="../ink/ink850.xml"/><Relationship Id="rId171" Type="http://schemas.openxmlformats.org/officeDocument/2006/relationships/image" Target="../media/image852.png"/><Relationship Id="rId192" Type="http://schemas.openxmlformats.org/officeDocument/2006/relationships/customXml" Target="../ink/ink871.xml"/><Relationship Id="rId206" Type="http://schemas.openxmlformats.org/officeDocument/2006/relationships/customXml" Target="../ink/ink878.xml"/><Relationship Id="rId227" Type="http://schemas.openxmlformats.org/officeDocument/2006/relationships/image" Target="../media/image880.png"/><Relationship Id="rId248" Type="http://schemas.openxmlformats.org/officeDocument/2006/relationships/customXml" Target="../ink/ink899.xml"/><Relationship Id="rId269" Type="http://schemas.openxmlformats.org/officeDocument/2006/relationships/image" Target="../media/image900.png"/><Relationship Id="rId12" Type="http://schemas.openxmlformats.org/officeDocument/2006/relationships/customXml" Target="../ink/ink781.xml"/><Relationship Id="rId33" Type="http://schemas.openxmlformats.org/officeDocument/2006/relationships/image" Target="../media/image784.png"/><Relationship Id="rId108" Type="http://schemas.openxmlformats.org/officeDocument/2006/relationships/customXml" Target="../ink/ink829.xml"/><Relationship Id="rId129" Type="http://schemas.openxmlformats.org/officeDocument/2006/relationships/image" Target="../media/image832.png"/><Relationship Id="rId54" Type="http://schemas.openxmlformats.org/officeDocument/2006/relationships/customXml" Target="../ink/ink802.xml"/><Relationship Id="rId75" Type="http://schemas.openxmlformats.org/officeDocument/2006/relationships/image" Target="../media/image805.png"/><Relationship Id="rId96" Type="http://schemas.openxmlformats.org/officeDocument/2006/relationships/customXml" Target="../ink/ink823.xml"/><Relationship Id="rId140" Type="http://schemas.openxmlformats.org/officeDocument/2006/relationships/customXml" Target="../ink/ink845.xml"/><Relationship Id="rId161" Type="http://schemas.openxmlformats.org/officeDocument/2006/relationships/image" Target="../media/image847.png"/><Relationship Id="rId182" Type="http://schemas.openxmlformats.org/officeDocument/2006/relationships/customXml" Target="../ink/ink866.xml"/><Relationship Id="rId217" Type="http://schemas.openxmlformats.org/officeDocument/2006/relationships/image" Target="../media/image875.png"/><Relationship Id="rId6" Type="http://schemas.openxmlformats.org/officeDocument/2006/relationships/customXml" Target="../ink/ink778.xml"/><Relationship Id="rId238" Type="http://schemas.openxmlformats.org/officeDocument/2006/relationships/customXml" Target="../ink/ink894.xml"/><Relationship Id="rId259" Type="http://schemas.openxmlformats.org/officeDocument/2006/relationships/image" Target="../media/image896.png"/><Relationship Id="rId23" Type="http://schemas.openxmlformats.org/officeDocument/2006/relationships/image" Target="../media/image779.png"/><Relationship Id="rId119" Type="http://schemas.openxmlformats.org/officeDocument/2006/relationships/image" Target="../media/image827.png"/><Relationship Id="rId270" Type="http://schemas.openxmlformats.org/officeDocument/2006/relationships/customXml" Target="../ink/ink910.xml"/><Relationship Id="rId44" Type="http://schemas.openxmlformats.org/officeDocument/2006/relationships/customXml" Target="../ink/ink797.xml"/><Relationship Id="rId65" Type="http://schemas.openxmlformats.org/officeDocument/2006/relationships/image" Target="../media/image800.png"/><Relationship Id="rId86" Type="http://schemas.openxmlformats.org/officeDocument/2006/relationships/customXml" Target="../ink/ink818.xml"/><Relationship Id="rId130" Type="http://schemas.openxmlformats.org/officeDocument/2006/relationships/customXml" Target="../ink/ink840.xml"/><Relationship Id="rId151" Type="http://schemas.openxmlformats.org/officeDocument/2006/relationships/image" Target="../media/image842.png"/><Relationship Id="rId172" Type="http://schemas.openxmlformats.org/officeDocument/2006/relationships/customXml" Target="../ink/ink861.xml"/><Relationship Id="rId193" Type="http://schemas.openxmlformats.org/officeDocument/2006/relationships/image" Target="../media/image863.png"/><Relationship Id="rId207" Type="http://schemas.openxmlformats.org/officeDocument/2006/relationships/image" Target="../media/image870.png"/><Relationship Id="rId228" Type="http://schemas.openxmlformats.org/officeDocument/2006/relationships/customXml" Target="../ink/ink889.xml"/><Relationship Id="rId249" Type="http://schemas.openxmlformats.org/officeDocument/2006/relationships/image" Target="../media/image891.png"/><Relationship Id="rId13" Type="http://schemas.openxmlformats.org/officeDocument/2006/relationships/image" Target="../media/image774.png"/><Relationship Id="rId109" Type="http://schemas.openxmlformats.org/officeDocument/2006/relationships/image" Target="../media/image822.png"/><Relationship Id="rId260" Type="http://schemas.openxmlformats.org/officeDocument/2006/relationships/customXml" Target="../ink/ink905.xml"/><Relationship Id="rId34" Type="http://schemas.openxmlformats.org/officeDocument/2006/relationships/customXml" Target="../ink/ink792.xml"/><Relationship Id="rId55" Type="http://schemas.openxmlformats.org/officeDocument/2006/relationships/image" Target="../media/image795.png"/><Relationship Id="rId76" Type="http://schemas.openxmlformats.org/officeDocument/2006/relationships/customXml" Target="../ink/ink813.xml"/><Relationship Id="rId97" Type="http://schemas.openxmlformats.org/officeDocument/2006/relationships/image" Target="../media/image816.png"/><Relationship Id="rId120" Type="http://schemas.openxmlformats.org/officeDocument/2006/relationships/customXml" Target="../ink/ink835.xml"/><Relationship Id="rId141" Type="http://schemas.openxmlformats.org/officeDocument/2006/relationships/image" Target="../media/image837.png"/><Relationship Id="rId7" Type="http://schemas.openxmlformats.org/officeDocument/2006/relationships/image" Target="../media/image771.png"/><Relationship Id="rId162" Type="http://schemas.openxmlformats.org/officeDocument/2006/relationships/customXml" Target="../ink/ink856.xml"/><Relationship Id="rId183" Type="http://schemas.openxmlformats.org/officeDocument/2006/relationships/image" Target="../media/image858.png"/><Relationship Id="rId218" Type="http://schemas.openxmlformats.org/officeDocument/2006/relationships/customXml" Target="../ink/ink884.xml"/><Relationship Id="rId239" Type="http://schemas.openxmlformats.org/officeDocument/2006/relationships/image" Target="../media/image886.png"/><Relationship Id="rId250" Type="http://schemas.openxmlformats.org/officeDocument/2006/relationships/customXml" Target="../ink/ink900.xml"/><Relationship Id="rId271" Type="http://schemas.openxmlformats.org/officeDocument/2006/relationships/image" Target="../media/image901.png"/><Relationship Id="rId24" Type="http://schemas.openxmlformats.org/officeDocument/2006/relationships/customXml" Target="../ink/ink787.xml"/><Relationship Id="rId45" Type="http://schemas.openxmlformats.org/officeDocument/2006/relationships/image" Target="../media/image790.png"/><Relationship Id="rId66" Type="http://schemas.openxmlformats.org/officeDocument/2006/relationships/customXml" Target="../ink/ink808.xml"/><Relationship Id="rId87" Type="http://schemas.openxmlformats.org/officeDocument/2006/relationships/image" Target="../media/image811.png"/><Relationship Id="rId110" Type="http://schemas.openxmlformats.org/officeDocument/2006/relationships/customXml" Target="../ink/ink830.xml"/><Relationship Id="rId131" Type="http://schemas.openxmlformats.org/officeDocument/2006/relationships/image" Target="../media/image667.png"/><Relationship Id="rId152" Type="http://schemas.openxmlformats.org/officeDocument/2006/relationships/customXml" Target="../ink/ink851.xml"/><Relationship Id="rId173" Type="http://schemas.openxmlformats.org/officeDocument/2006/relationships/image" Target="../media/image853.png"/><Relationship Id="rId194" Type="http://schemas.openxmlformats.org/officeDocument/2006/relationships/customXml" Target="../ink/ink872.xml"/><Relationship Id="rId208" Type="http://schemas.openxmlformats.org/officeDocument/2006/relationships/customXml" Target="../ink/ink879.xml"/><Relationship Id="rId229" Type="http://schemas.openxmlformats.org/officeDocument/2006/relationships/image" Target="../media/image881.png"/><Relationship Id="rId240" Type="http://schemas.openxmlformats.org/officeDocument/2006/relationships/customXml" Target="../ink/ink895.xml"/><Relationship Id="rId261" Type="http://schemas.openxmlformats.org/officeDocument/2006/relationships/image" Target="../media/image897.png"/><Relationship Id="rId14" Type="http://schemas.openxmlformats.org/officeDocument/2006/relationships/customXml" Target="../ink/ink782.xml"/><Relationship Id="rId35" Type="http://schemas.openxmlformats.org/officeDocument/2006/relationships/image" Target="../media/image785.png"/><Relationship Id="rId56" Type="http://schemas.openxmlformats.org/officeDocument/2006/relationships/customXml" Target="../ink/ink803.xml"/><Relationship Id="rId77" Type="http://schemas.openxmlformats.org/officeDocument/2006/relationships/image" Target="../media/image806.png"/><Relationship Id="rId100" Type="http://schemas.openxmlformats.org/officeDocument/2006/relationships/customXml" Target="../ink/ink825.xml"/><Relationship Id="rId8" Type="http://schemas.openxmlformats.org/officeDocument/2006/relationships/customXml" Target="../ink/ink779.xml"/><Relationship Id="rId98" Type="http://schemas.openxmlformats.org/officeDocument/2006/relationships/customXml" Target="../ink/ink824.xml"/><Relationship Id="rId121" Type="http://schemas.openxmlformats.org/officeDocument/2006/relationships/image" Target="../media/image828.png"/><Relationship Id="rId142" Type="http://schemas.openxmlformats.org/officeDocument/2006/relationships/customXml" Target="../ink/ink846.xml"/><Relationship Id="rId163" Type="http://schemas.openxmlformats.org/officeDocument/2006/relationships/image" Target="../media/image848.png"/><Relationship Id="rId184" Type="http://schemas.openxmlformats.org/officeDocument/2006/relationships/customXml" Target="../ink/ink867.xml"/><Relationship Id="rId219" Type="http://schemas.openxmlformats.org/officeDocument/2006/relationships/image" Target="../media/image876.png"/><Relationship Id="rId230" Type="http://schemas.openxmlformats.org/officeDocument/2006/relationships/customXml" Target="../ink/ink890.xml"/><Relationship Id="rId251" Type="http://schemas.openxmlformats.org/officeDocument/2006/relationships/image" Target="../media/image892.png"/><Relationship Id="rId25" Type="http://schemas.openxmlformats.org/officeDocument/2006/relationships/image" Target="../media/image780.png"/><Relationship Id="rId46" Type="http://schemas.openxmlformats.org/officeDocument/2006/relationships/customXml" Target="../ink/ink798.xml"/><Relationship Id="rId67" Type="http://schemas.openxmlformats.org/officeDocument/2006/relationships/image" Target="../media/image801.png"/><Relationship Id="rId272" Type="http://schemas.openxmlformats.org/officeDocument/2006/relationships/customXml" Target="../ink/ink911.xml"/><Relationship Id="rId88" Type="http://schemas.openxmlformats.org/officeDocument/2006/relationships/customXml" Target="../ink/ink819.xml"/><Relationship Id="rId111" Type="http://schemas.openxmlformats.org/officeDocument/2006/relationships/image" Target="../media/image823.png"/><Relationship Id="rId132" Type="http://schemas.openxmlformats.org/officeDocument/2006/relationships/customXml" Target="../ink/ink841.xml"/><Relationship Id="rId153" Type="http://schemas.openxmlformats.org/officeDocument/2006/relationships/image" Target="../media/image843.png"/><Relationship Id="rId174" Type="http://schemas.openxmlformats.org/officeDocument/2006/relationships/customXml" Target="../ink/ink862.xml"/><Relationship Id="rId195" Type="http://schemas.openxmlformats.org/officeDocument/2006/relationships/image" Target="../media/image864.png"/><Relationship Id="rId209" Type="http://schemas.openxmlformats.org/officeDocument/2006/relationships/image" Target="../media/image871.png"/><Relationship Id="rId220" Type="http://schemas.openxmlformats.org/officeDocument/2006/relationships/customXml" Target="../ink/ink885.xml"/><Relationship Id="rId241" Type="http://schemas.openxmlformats.org/officeDocument/2006/relationships/image" Target="../media/image887.png"/><Relationship Id="rId15" Type="http://schemas.openxmlformats.org/officeDocument/2006/relationships/image" Target="../media/image775.png"/><Relationship Id="rId36" Type="http://schemas.openxmlformats.org/officeDocument/2006/relationships/customXml" Target="../ink/ink793.xml"/><Relationship Id="rId57" Type="http://schemas.openxmlformats.org/officeDocument/2006/relationships/image" Target="../media/image796.png"/><Relationship Id="rId262" Type="http://schemas.openxmlformats.org/officeDocument/2006/relationships/customXml" Target="../ink/ink906.xml"/><Relationship Id="rId78" Type="http://schemas.openxmlformats.org/officeDocument/2006/relationships/customXml" Target="../ink/ink814.xml"/><Relationship Id="rId99" Type="http://schemas.openxmlformats.org/officeDocument/2006/relationships/image" Target="../media/image817.png"/><Relationship Id="rId101" Type="http://schemas.openxmlformats.org/officeDocument/2006/relationships/image" Target="../media/image818.png"/><Relationship Id="rId122" Type="http://schemas.openxmlformats.org/officeDocument/2006/relationships/customXml" Target="../ink/ink836.xml"/><Relationship Id="rId143" Type="http://schemas.openxmlformats.org/officeDocument/2006/relationships/image" Target="../media/image838.png"/><Relationship Id="rId164" Type="http://schemas.openxmlformats.org/officeDocument/2006/relationships/customXml" Target="../ink/ink857.xml"/><Relationship Id="rId185" Type="http://schemas.openxmlformats.org/officeDocument/2006/relationships/image" Target="../media/image859.png"/><Relationship Id="rId9" Type="http://schemas.openxmlformats.org/officeDocument/2006/relationships/image" Target="../media/image772.png"/><Relationship Id="rId210" Type="http://schemas.openxmlformats.org/officeDocument/2006/relationships/customXml" Target="../ink/ink880.xml"/><Relationship Id="rId26" Type="http://schemas.openxmlformats.org/officeDocument/2006/relationships/customXml" Target="../ink/ink788.xml"/><Relationship Id="rId231" Type="http://schemas.openxmlformats.org/officeDocument/2006/relationships/image" Target="../media/image882.png"/><Relationship Id="rId252" Type="http://schemas.openxmlformats.org/officeDocument/2006/relationships/customXml" Target="../ink/ink901.xml"/><Relationship Id="rId273" Type="http://schemas.openxmlformats.org/officeDocument/2006/relationships/image" Target="../media/image902.png"/><Relationship Id="rId47" Type="http://schemas.openxmlformats.org/officeDocument/2006/relationships/image" Target="../media/image791.png"/><Relationship Id="rId68" Type="http://schemas.openxmlformats.org/officeDocument/2006/relationships/customXml" Target="../ink/ink809.xml"/><Relationship Id="rId89" Type="http://schemas.openxmlformats.org/officeDocument/2006/relationships/image" Target="../media/image812.png"/><Relationship Id="rId112" Type="http://schemas.openxmlformats.org/officeDocument/2006/relationships/customXml" Target="../ink/ink831.xml"/><Relationship Id="rId133" Type="http://schemas.openxmlformats.org/officeDocument/2006/relationships/image" Target="../media/image833.png"/><Relationship Id="rId154" Type="http://schemas.openxmlformats.org/officeDocument/2006/relationships/customXml" Target="../ink/ink852.xml"/><Relationship Id="rId175" Type="http://schemas.openxmlformats.org/officeDocument/2006/relationships/image" Target="../media/image854.png"/><Relationship Id="rId196" Type="http://schemas.openxmlformats.org/officeDocument/2006/relationships/customXml" Target="../ink/ink873.xml"/><Relationship Id="rId200" Type="http://schemas.openxmlformats.org/officeDocument/2006/relationships/customXml" Target="../ink/ink875.xml"/><Relationship Id="rId16" Type="http://schemas.openxmlformats.org/officeDocument/2006/relationships/customXml" Target="../ink/ink783.xml"/><Relationship Id="rId221" Type="http://schemas.openxmlformats.org/officeDocument/2006/relationships/image" Target="../media/image877.png"/><Relationship Id="rId242" Type="http://schemas.openxmlformats.org/officeDocument/2006/relationships/customXml" Target="../ink/ink896.xml"/><Relationship Id="rId263" Type="http://schemas.openxmlformats.org/officeDocument/2006/relationships/image" Target="../media/image898.png"/><Relationship Id="rId37" Type="http://schemas.openxmlformats.org/officeDocument/2006/relationships/image" Target="../media/image786.png"/><Relationship Id="rId58" Type="http://schemas.openxmlformats.org/officeDocument/2006/relationships/customXml" Target="../ink/ink804.xml"/><Relationship Id="rId79" Type="http://schemas.openxmlformats.org/officeDocument/2006/relationships/image" Target="../media/image807.png"/><Relationship Id="rId102" Type="http://schemas.openxmlformats.org/officeDocument/2006/relationships/customXml" Target="../ink/ink826.xml"/><Relationship Id="rId123" Type="http://schemas.openxmlformats.org/officeDocument/2006/relationships/image" Target="../media/image829.png"/><Relationship Id="rId144" Type="http://schemas.openxmlformats.org/officeDocument/2006/relationships/customXml" Target="../ink/ink847.xml"/><Relationship Id="rId90" Type="http://schemas.openxmlformats.org/officeDocument/2006/relationships/customXml" Target="../ink/ink820.xml"/><Relationship Id="rId165" Type="http://schemas.openxmlformats.org/officeDocument/2006/relationships/image" Target="../media/image849.png"/><Relationship Id="rId186" Type="http://schemas.openxmlformats.org/officeDocument/2006/relationships/customXml" Target="../ink/ink868.xml"/><Relationship Id="rId211" Type="http://schemas.openxmlformats.org/officeDocument/2006/relationships/image" Target="../media/image872.png"/><Relationship Id="rId232" Type="http://schemas.openxmlformats.org/officeDocument/2006/relationships/customXml" Target="../ink/ink891.xml"/><Relationship Id="rId253" Type="http://schemas.openxmlformats.org/officeDocument/2006/relationships/image" Target="../media/image893.png"/><Relationship Id="rId27" Type="http://schemas.openxmlformats.org/officeDocument/2006/relationships/image" Target="../media/image781.png"/><Relationship Id="rId48" Type="http://schemas.openxmlformats.org/officeDocument/2006/relationships/customXml" Target="../ink/ink799.xml"/><Relationship Id="rId69" Type="http://schemas.openxmlformats.org/officeDocument/2006/relationships/image" Target="../media/image802.png"/><Relationship Id="rId113" Type="http://schemas.openxmlformats.org/officeDocument/2006/relationships/image" Target="../media/image824.png"/><Relationship Id="rId134" Type="http://schemas.openxmlformats.org/officeDocument/2006/relationships/customXml" Target="../ink/ink842.xml"/><Relationship Id="rId80" Type="http://schemas.openxmlformats.org/officeDocument/2006/relationships/customXml" Target="../ink/ink815.xml"/><Relationship Id="rId155" Type="http://schemas.openxmlformats.org/officeDocument/2006/relationships/image" Target="../media/image844.png"/><Relationship Id="rId176" Type="http://schemas.openxmlformats.org/officeDocument/2006/relationships/customXml" Target="../ink/ink863.xml"/><Relationship Id="rId197" Type="http://schemas.openxmlformats.org/officeDocument/2006/relationships/image" Target="../media/image865.png"/><Relationship Id="rId201" Type="http://schemas.openxmlformats.org/officeDocument/2006/relationships/image" Target="../media/image867.png"/><Relationship Id="rId222" Type="http://schemas.openxmlformats.org/officeDocument/2006/relationships/customXml" Target="../ink/ink886.xml"/><Relationship Id="rId243" Type="http://schemas.openxmlformats.org/officeDocument/2006/relationships/image" Target="../media/image888.png"/><Relationship Id="rId264" Type="http://schemas.openxmlformats.org/officeDocument/2006/relationships/customXml" Target="../ink/ink907.xml"/><Relationship Id="rId17" Type="http://schemas.openxmlformats.org/officeDocument/2006/relationships/image" Target="../media/image776.png"/><Relationship Id="rId38" Type="http://schemas.openxmlformats.org/officeDocument/2006/relationships/customXml" Target="../ink/ink794.xml"/><Relationship Id="rId59" Type="http://schemas.openxmlformats.org/officeDocument/2006/relationships/image" Target="../media/image797.png"/><Relationship Id="rId103" Type="http://schemas.openxmlformats.org/officeDocument/2006/relationships/image" Target="../media/image819.png"/><Relationship Id="rId124" Type="http://schemas.openxmlformats.org/officeDocument/2006/relationships/customXml" Target="../ink/ink837.xml"/><Relationship Id="rId70" Type="http://schemas.openxmlformats.org/officeDocument/2006/relationships/customXml" Target="../ink/ink810.xml"/><Relationship Id="rId91" Type="http://schemas.openxmlformats.org/officeDocument/2006/relationships/image" Target="../media/image813.png"/><Relationship Id="rId145" Type="http://schemas.openxmlformats.org/officeDocument/2006/relationships/image" Target="../media/image839.png"/><Relationship Id="rId166" Type="http://schemas.openxmlformats.org/officeDocument/2006/relationships/customXml" Target="../ink/ink858.xml"/><Relationship Id="rId187" Type="http://schemas.openxmlformats.org/officeDocument/2006/relationships/image" Target="../media/image86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81.xml"/><Relationship Id="rId233" Type="http://schemas.openxmlformats.org/officeDocument/2006/relationships/image" Target="../media/image883.png"/><Relationship Id="rId254" Type="http://schemas.openxmlformats.org/officeDocument/2006/relationships/customXml" Target="../ink/ink902.xml"/><Relationship Id="rId28" Type="http://schemas.openxmlformats.org/officeDocument/2006/relationships/customXml" Target="../ink/ink789.xml"/><Relationship Id="rId49" Type="http://schemas.openxmlformats.org/officeDocument/2006/relationships/image" Target="../media/image792.png"/><Relationship Id="rId114" Type="http://schemas.openxmlformats.org/officeDocument/2006/relationships/customXml" Target="../ink/ink832.xml"/><Relationship Id="rId60" Type="http://schemas.openxmlformats.org/officeDocument/2006/relationships/customXml" Target="../ink/ink805.xml"/><Relationship Id="rId81" Type="http://schemas.openxmlformats.org/officeDocument/2006/relationships/image" Target="../media/image808.png"/><Relationship Id="rId135" Type="http://schemas.openxmlformats.org/officeDocument/2006/relationships/image" Target="../media/image834.png"/><Relationship Id="rId156" Type="http://schemas.openxmlformats.org/officeDocument/2006/relationships/customXml" Target="../ink/ink853.xml"/><Relationship Id="rId177" Type="http://schemas.openxmlformats.org/officeDocument/2006/relationships/image" Target="../media/image855.png"/><Relationship Id="rId198" Type="http://schemas.openxmlformats.org/officeDocument/2006/relationships/customXml" Target="../ink/ink874.xml"/><Relationship Id="rId202" Type="http://schemas.openxmlformats.org/officeDocument/2006/relationships/customXml" Target="../ink/ink876.xml"/><Relationship Id="rId223" Type="http://schemas.openxmlformats.org/officeDocument/2006/relationships/image" Target="../media/image878.png"/><Relationship Id="rId244" Type="http://schemas.openxmlformats.org/officeDocument/2006/relationships/customXml" Target="../ink/ink897.xml"/><Relationship Id="rId18" Type="http://schemas.openxmlformats.org/officeDocument/2006/relationships/customXml" Target="../ink/ink784.xml"/><Relationship Id="rId39" Type="http://schemas.openxmlformats.org/officeDocument/2006/relationships/image" Target="../media/image787.png"/><Relationship Id="rId265" Type="http://schemas.openxmlformats.org/officeDocument/2006/relationships/image" Target="../media/image899.png"/><Relationship Id="rId50" Type="http://schemas.openxmlformats.org/officeDocument/2006/relationships/customXml" Target="../ink/ink800.xml"/><Relationship Id="rId104" Type="http://schemas.openxmlformats.org/officeDocument/2006/relationships/customXml" Target="../ink/ink827.xml"/><Relationship Id="rId125" Type="http://schemas.openxmlformats.org/officeDocument/2006/relationships/image" Target="../media/image830.png"/><Relationship Id="rId146" Type="http://schemas.openxmlformats.org/officeDocument/2006/relationships/customXml" Target="../ink/ink848.xml"/><Relationship Id="rId167" Type="http://schemas.openxmlformats.org/officeDocument/2006/relationships/image" Target="../media/image850.png"/><Relationship Id="rId188" Type="http://schemas.openxmlformats.org/officeDocument/2006/relationships/customXml" Target="../ink/ink869.xml"/><Relationship Id="rId71" Type="http://schemas.openxmlformats.org/officeDocument/2006/relationships/image" Target="../media/image803.png"/><Relationship Id="rId92" Type="http://schemas.openxmlformats.org/officeDocument/2006/relationships/customXml" Target="../ink/ink821.xml"/><Relationship Id="rId213" Type="http://schemas.openxmlformats.org/officeDocument/2006/relationships/image" Target="../media/image873.png"/><Relationship Id="rId234" Type="http://schemas.openxmlformats.org/officeDocument/2006/relationships/customXml" Target="../ink/ink892.xml"/><Relationship Id="rId2" Type="http://schemas.openxmlformats.org/officeDocument/2006/relationships/customXml" Target="../ink/ink776.xml"/><Relationship Id="rId29" Type="http://schemas.openxmlformats.org/officeDocument/2006/relationships/image" Target="../media/image782.png"/><Relationship Id="rId255" Type="http://schemas.openxmlformats.org/officeDocument/2006/relationships/image" Target="../media/image894.png"/><Relationship Id="rId40" Type="http://schemas.openxmlformats.org/officeDocument/2006/relationships/customXml" Target="../ink/ink795.xml"/><Relationship Id="rId115" Type="http://schemas.openxmlformats.org/officeDocument/2006/relationships/image" Target="../media/image825.png"/><Relationship Id="rId136" Type="http://schemas.openxmlformats.org/officeDocument/2006/relationships/customXml" Target="../ink/ink843.xml"/><Relationship Id="rId157" Type="http://schemas.openxmlformats.org/officeDocument/2006/relationships/image" Target="../media/image845.png"/><Relationship Id="rId178" Type="http://schemas.openxmlformats.org/officeDocument/2006/relationships/customXml" Target="../ink/ink864.xml"/><Relationship Id="rId61" Type="http://schemas.openxmlformats.org/officeDocument/2006/relationships/image" Target="../media/image798.png"/><Relationship Id="rId82" Type="http://schemas.openxmlformats.org/officeDocument/2006/relationships/customXml" Target="../ink/ink816.xml"/><Relationship Id="rId199" Type="http://schemas.openxmlformats.org/officeDocument/2006/relationships/image" Target="../media/image866.png"/><Relationship Id="rId203" Type="http://schemas.openxmlformats.org/officeDocument/2006/relationships/image" Target="../media/image868.png"/><Relationship Id="rId19" Type="http://schemas.openxmlformats.org/officeDocument/2006/relationships/image" Target="../media/image777.png"/><Relationship Id="rId224" Type="http://schemas.openxmlformats.org/officeDocument/2006/relationships/customXml" Target="../ink/ink887.xml"/><Relationship Id="rId245" Type="http://schemas.openxmlformats.org/officeDocument/2006/relationships/image" Target="../media/image889.png"/><Relationship Id="rId266" Type="http://schemas.openxmlformats.org/officeDocument/2006/relationships/customXml" Target="../ink/ink908.xml"/><Relationship Id="rId30" Type="http://schemas.openxmlformats.org/officeDocument/2006/relationships/customXml" Target="../ink/ink790.xml"/><Relationship Id="rId105" Type="http://schemas.openxmlformats.org/officeDocument/2006/relationships/image" Target="../media/image820.png"/><Relationship Id="rId126" Type="http://schemas.openxmlformats.org/officeDocument/2006/relationships/customXml" Target="../ink/ink838.xml"/><Relationship Id="rId147" Type="http://schemas.openxmlformats.org/officeDocument/2006/relationships/image" Target="../media/image840.png"/><Relationship Id="rId168" Type="http://schemas.openxmlformats.org/officeDocument/2006/relationships/customXml" Target="../ink/ink859.xml"/><Relationship Id="rId51" Type="http://schemas.openxmlformats.org/officeDocument/2006/relationships/image" Target="../media/image793.png"/><Relationship Id="rId72" Type="http://schemas.openxmlformats.org/officeDocument/2006/relationships/customXml" Target="../ink/ink811.xml"/><Relationship Id="rId93" Type="http://schemas.openxmlformats.org/officeDocument/2006/relationships/image" Target="../media/image814.png"/><Relationship Id="rId189" Type="http://schemas.openxmlformats.org/officeDocument/2006/relationships/image" Target="../media/image861.png"/><Relationship Id="rId3" Type="http://schemas.openxmlformats.org/officeDocument/2006/relationships/image" Target="../media/image769.png"/><Relationship Id="rId214" Type="http://schemas.openxmlformats.org/officeDocument/2006/relationships/customXml" Target="../ink/ink882.xml"/><Relationship Id="rId235" Type="http://schemas.openxmlformats.org/officeDocument/2006/relationships/image" Target="../media/image884.png"/><Relationship Id="rId256" Type="http://schemas.openxmlformats.org/officeDocument/2006/relationships/customXml" Target="../ink/ink903.xml"/><Relationship Id="rId116" Type="http://schemas.openxmlformats.org/officeDocument/2006/relationships/customXml" Target="../ink/ink833.xml"/><Relationship Id="rId137" Type="http://schemas.openxmlformats.org/officeDocument/2006/relationships/image" Target="../media/image835.png"/><Relationship Id="rId158" Type="http://schemas.openxmlformats.org/officeDocument/2006/relationships/customXml" Target="../ink/ink854.xml"/><Relationship Id="rId20" Type="http://schemas.openxmlformats.org/officeDocument/2006/relationships/customXml" Target="../ink/ink785.xml"/><Relationship Id="rId41" Type="http://schemas.openxmlformats.org/officeDocument/2006/relationships/image" Target="../media/image788.png"/><Relationship Id="rId62" Type="http://schemas.openxmlformats.org/officeDocument/2006/relationships/customXml" Target="../ink/ink806.xml"/><Relationship Id="rId83" Type="http://schemas.openxmlformats.org/officeDocument/2006/relationships/image" Target="../media/image809.png"/><Relationship Id="rId179" Type="http://schemas.openxmlformats.org/officeDocument/2006/relationships/image" Target="../media/image856.png"/><Relationship Id="rId190" Type="http://schemas.openxmlformats.org/officeDocument/2006/relationships/customXml" Target="../ink/ink870.xml"/><Relationship Id="rId204" Type="http://schemas.openxmlformats.org/officeDocument/2006/relationships/customXml" Target="../ink/ink877.xml"/><Relationship Id="rId225" Type="http://schemas.openxmlformats.org/officeDocument/2006/relationships/image" Target="../media/image879.png"/><Relationship Id="rId246" Type="http://schemas.openxmlformats.org/officeDocument/2006/relationships/customXml" Target="../ink/ink898.xml"/><Relationship Id="rId267" Type="http://schemas.openxmlformats.org/officeDocument/2006/relationships/image" Target="../media/image749.png"/><Relationship Id="rId106" Type="http://schemas.openxmlformats.org/officeDocument/2006/relationships/customXml" Target="../ink/ink828.xml"/><Relationship Id="rId127" Type="http://schemas.openxmlformats.org/officeDocument/2006/relationships/image" Target="../media/image831.png"/><Relationship Id="rId10" Type="http://schemas.openxmlformats.org/officeDocument/2006/relationships/customXml" Target="../ink/ink780.xml"/><Relationship Id="rId31" Type="http://schemas.openxmlformats.org/officeDocument/2006/relationships/image" Target="../media/image783.png"/><Relationship Id="rId52" Type="http://schemas.openxmlformats.org/officeDocument/2006/relationships/customXml" Target="../ink/ink801.xml"/><Relationship Id="rId73" Type="http://schemas.openxmlformats.org/officeDocument/2006/relationships/image" Target="../media/image804.png"/><Relationship Id="rId94" Type="http://schemas.openxmlformats.org/officeDocument/2006/relationships/customXml" Target="../ink/ink822.xml"/><Relationship Id="rId148" Type="http://schemas.openxmlformats.org/officeDocument/2006/relationships/customXml" Target="../ink/ink849.xml"/><Relationship Id="rId169" Type="http://schemas.openxmlformats.org/officeDocument/2006/relationships/image" Target="../media/image851.png"/><Relationship Id="rId4" Type="http://schemas.openxmlformats.org/officeDocument/2006/relationships/customXml" Target="../ink/ink777.xml"/><Relationship Id="rId180" Type="http://schemas.openxmlformats.org/officeDocument/2006/relationships/customXml" Target="../ink/ink865.xml"/><Relationship Id="rId215" Type="http://schemas.openxmlformats.org/officeDocument/2006/relationships/image" Target="../media/image874.png"/><Relationship Id="rId236" Type="http://schemas.openxmlformats.org/officeDocument/2006/relationships/customXml" Target="../ink/ink893.xml"/><Relationship Id="rId257" Type="http://schemas.openxmlformats.org/officeDocument/2006/relationships/image" Target="../media/image895.png"/><Relationship Id="rId42" Type="http://schemas.openxmlformats.org/officeDocument/2006/relationships/customXml" Target="../ink/ink796.xml"/><Relationship Id="rId84" Type="http://schemas.openxmlformats.org/officeDocument/2006/relationships/customXml" Target="../ink/ink817.xml"/><Relationship Id="rId138" Type="http://schemas.openxmlformats.org/officeDocument/2006/relationships/customXml" Target="../ink/ink844.xml"/><Relationship Id="rId191" Type="http://schemas.openxmlformats.org/officeDocument/2006/relationships/image" Target="../media/image862.png"/><Relationship Id="rId205" Type="http://schemas.openxmlformats.org/officeDocument/2006/relationships/image" Target="../media/image869.png"/><Relationship Id="rId247" Type="http://schemas.openxmlformats.org/officeDocument/2006/relationships/image" Target="../media/image890.png"/><Relationship Id="rId107" Type="http://schemas.openxmlformats.org/officeDocument/2006/relationships/image" Target="../media/image821.png"/><Relationship Id="rId11" Type="http://schemas.openxmlformats.org/officeDocument/2006/relationships/image" Target="../media/image773.png"/><Relationship Id="rId53" Type="http://schemas.openxmlformats.org/officeDocument/2006/relationships/image" Target="../media/image794.png"/><Relationship Id="rId149" Type="http://schemas.openxmlformats.org/officeDocument/2006/relationships/image" Target="../media/image841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24.xml"/><Relationship Id="rId21" Type="http://schemas.openxmlformats.org/officeDocument/2006/relationships/image" Target="../media/image912.png"/><Relationship Id="rId42" Type="http://schemas.openxmlformats.org/officeDocument/2006/relationships/customXml" Target="../ink/ink932.xml"/><Relationship Id="rId47" Type="http://schemas.openxmlformats.org/officeDocument/2006/relationships/image" Target="../media/image925.png"/><Relationship Id="rId63" Type="http://schemas.openxmlformats.org/officeDocument/2006/relationships/image" Target="../media/image933.png"/><Relationship Id="rId68" Type="http://schemas.openxmlformats.org/officeDocument/2006/relationships/customXml" Target="../ink/ink945.xml"/><Relationship Id="rId16" Type="http://schemas.openxmlformats.org/officeDocument/2006/relationships/customXml" Target="../ink/ink919.xml"/><Relationship Id="rId11" Type="http://schemas.openxmlformats.org/officeDocument/2006/relationships/image" Target="../media/image907.png"/><Relationship Id="rId24" Type="http://schemas.openxmlformats.org/officeDocument/2006/relationships/customXml" Target="../ink/ink923.xml"/><Relationship Id="rId32" Type="http://schemas.openxmlformats.org/officeDocument/2006/relationships/customXml" Target="../ink/ink927.xml"/><Relationship Id="rId37" Type="http://schemas.openxmlformats.org/officeDocument/2006/relationships/image" Target="../media/image920.png"/><Relationship Id="rId40" Type="http://schemas.openxmlformats.org/officeDocument/2006/relationships/customXml" Target="../ink/ink931.xml"/><Relationship Id="rId45" Type="http://schemas.openxmlformats.org/officeDocument/2006/relationships/image" Target="../media/image924.png"/><Relationship Id="rId53" Type="http://schemas.openxmlformats.org/officeDocument/2006/relationships/image" Target="../media/image928.png"/><Relationship Id="rId58" Type="http://schemas.openxmlformats.org/officeDocument/2006/relationships/customXml" Target="../ink/ink940.xml"/><Relationship Id="rId66" Type="http://schemas.openxmlformats.org/officeDocument/2006/relationships/customXml" Target="../ink/ink944.xml"/><Relationship Id="rId74" Type="http://schemas.openxmlformats.org/officeDocument/2006/relationships/customXml" Target="../ink/ink948.xml"/><Relationship Id="rId79" Type="http://schemas.openxmlformats.org/officeDocument/2006/relationships/image" Target="../media/image941.png"/><Relationship Id="rId5" Type="http://schemas.openxmlformats.org/officeDocument/2006/relationships/image" Target="../media/image904.png"/><Relationship Id="rId61" Type="http://schemas.openxmlformats.org/officeDocument/2006/relationships/image" Target="../media/image932.png"/><Relationship Id="rId19" Type="http://schemas.openxmlformats.org/officeDocument/2006/relationships/image" Target="../media/image911.png"/><Relationship Id="rId14" Type="http://schemas.openxmlformats.org/officeDocument/2006/relationships/customXml" Target="../ink/ink918.xml"/><Relationship Id="rId22" Type="http://schemas.openxmlformats.org/officeDocument/2006/relationships/customXml" Target="../ink/ink922.xml"/><Relationship Id="rId27" Type="http://schemas.openxmlformats.org/officeDocument/2006/relationships/image" Target="../media/image915.png"/><Relationship Id="rId30" Type="http://schemas.openxmlformats.org/officeDocument/2006/relationships/customXml" Target="../ink/ink926.xml"/><Relationship Id="rId35" Type="http://schemas.openxmlformats.org/officeDocument/2006/relationships/image" Target="../media/image919.png"/><Relationship Id="rId43" Type="http://schemas.openxmlformats.org/officeDocument/2006/relationships/image" Target="../media/image923.png"/><Relationship Id="rId48" Type="http://schemas.openxmlformats.org/officeDocument/2006/relationships/customXml" Target="../ink/ink935.xml"/><Relationship Id="rId56" Type="http://schemas.openxmlformats.org/officeDocument/2006/relationships/customXml" Target="../ink/ink939.xml"/><Relationship Id="rId64" Type="http://schemas.openxmlformats.org/officeDocument/2006/relationships/customXml" Target="../ink/ink943.xml"/><Relationship Id="rId69" Type="http://schemas.openxmlformats.org/officeDocument/2006/relationships/image" Target="../media/image936.png"/><Relationship Id="rId77" Type="http://schemas.openxmlformats.org/officeDocument/2006/relationships/image" Target="../media/image940.png"/><Relationship Id="rId8" Type="http://schemas.openxmlformats.org/officeDocument/2006/relationships/customXml" Target="../ink/ink915.xml"/><Relationship Id="rId51" Type="http://schemas.openxmlformats.org/officeDocument/2006/relationships/image" Target="../media/image927.png"/><Relationship Id="rId72" Type="http://schemas.openxmlformats.org/officeDocument/2006/relationships/customXml" Target="../ink/ink947.xml"/><Relationship Id="rId3" Type="http://schemas.openxmlformats.org/officeDocument/2006/relationships/image" Target="../media/image903.png"/><Relationship Id="rId12" Type="http://schemas.openxmlformats.org/officeDocument/2006/relationships/customXml" Target="../ink/ink917.xml"/><Relationship Id="rId17" Type="http://schemas.openxmlformats.org/officeDocument/2006/relationships/image" Target="../media/image910.png"/><Relationship Id="rId25" Type="http://schemas.openxmlformats.org/officeDocument/2006/relationships/image" Target="../media/image914.png"/><Relationship Id="rId33" Type="http://schemas.openxmlformats.org/officeDocument/2006/relationships/image" Target="../media/image918.png"/><Relationship Id="rId38" Type="http://schemas.openxmlformats.org/officeDocument/2006/relationships/customXml" Target="../ink/ink930.xml"/><Relationship Id="rId46" Type="http://schemas.openxmlformats.org/officeDocument/2006/relationships/customXml" Target="../ink/ink934.xml"/><Relationship Id="rId59" Type="http://schemas.openxmlformats.org/officeDocument/2006/relationships/image" Target="../media/image931.png"/><Relationship Id="rId67" Type="http://schemas.openxmlformats.org/officeDocument/2006/relationships/image" Target="../media/image935.png"/><Relationship Id="rId20" Type="http://schemas.openxmlformats.org/officeDocument/2006/relationships/customXml" Target="../ink/ink921.xml"/><Relationship Id="rId41" Type="http://schemas.openxmlformats.org/officeDocument/2006/relationships/image" Target="../media/image922.png"/><Relationship Id="rId54" Type="http://schemas.openxmlformats.org/officeDocument/2006/relationships/customXml" Target="../ink/ink938.xml"/><Relationship Id="rId62" Type="http://schemas.openxmlformats.org/officeDocument/2006/relationships/customXml" Target="../ink/ink942.xml"/><Relationship Id="rId70" Type="http://schemas.openxmlformats.org/officeDocument/2006/relationships/customXml" Target="../ink/ink946.xml"/><Relationship Id="rId75" Type="http://schemas.openxmlformats.org/officeDocument/2006/relationships/image" Target="../media/image93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14.xml"/><Relationship Id="rId15" Type="http://schemas.openxmlformats.org/officeDocument/2006/relationships/image" Target="../media/image909.png"/><Relationship Id="rId23" Type="http://schemas.openxmlformats.org/officeDocument/2006/relationships/image" Target="../media/image913.png"/><Relationship Id="rId28" Type="http://schemas.openxmlformats.org/officeDocument/2006/relationships/customXml" Target="../ink/ink925.xml"/><Relationship Id="rId36" Type="http://schemas.openxmlformats.org/officeDocument/2006/relationships/customXml" Target="../ink/ink929.xml"/><Relationship Id="rId49" Type="http://schemas.openxmlformats.org/officeDocument/2006/relationships/image" Target="../media/image926.png"/><Relationship Id="rId57" Type="http://schemas.openxmlformats.org/officeDocument/2006/relationships/image" Target="../media/image930.png"/><Relationship Id="rId10" Type="http://schemas.openxmlformats.org/officeDocument/2006/relationships/customXml" Target="../ink/ink916.xml"/><Relationship Id="rId31" Type="http://schemas.openxmlformats.org/officeDocument/2006/relationships/image" Target="../media/image917.png"/><Relationship Id="rId44" Type="http://schemas.openxmlformats.org/officeDocument/2006/relationships/customXml" Target="../ink/ink933.xml"/><Relationship Id="rId52" Type="http://schemas.openxmlformats.org/officeDocument/2006/relationships/customXml" Target="../ink/ink937.xml"/><Relationship Id="rId60" Type="http://schemas.openxmlformats.org/officeDocument/2006/relationships/customXml" Target="../ink/ink941.xml"/><Relationship Id="rId65" Type="http://schemas.openxmlformats.org/officeDocument/2006/relationships/image" Target="../media/image934.png"/><Relationship Id="rId73" Type="http://schemas.openxmlformats.org/officeDocument/2006/relationships/image" Target="../media/image938.png"/><Relationship Id="rId78" Type="http://schemas.openxmlformats.org/officeDocument/2006/relationships/customXml" Target="../ink/ink950.xml"/><Relationship Id="rId4" Type="http://schemas.openxmlformats.org/officeDocument/2006/relationships/customXml" Target="../ink/ink913.xml"/><Relationship Id="rId9" Type="http://schemas.openxmlformats.org/officeDocument/2006/relationships/image" Target="../media/image906.png"/><Relationship Id="rId13" Type="http://schemas.openxmlformats.org/officeDocument/2006/relationships/image" Target="../media/image908.png"/><Relationship Id="rId18" Type="http://schemas.openxmlformats.org/officeDocument/2006/relationships/customXml" Target="../ink/ink920.xml"/><Relationship Id="rId39" Type="http://schemas.openxmlformats.org/officeDocument/2006/relationships/image" Target="../media/image921.png"/><Relationship Id="rId34" Type="http://schemas.openxmlformats.org/officeDocument/2006/relationships/customXml" Target="../ink/ink928.xml"/><Relationship Id="rId50" Type="http://schemas.openxmlformats.org/officeDocument/2006/relationships/customXml" Target="../ink/ink936.xml"/><Relationship Id="rId55" Type="http://schemas.openxmlformats.org/officeDocument/2006/relationships/image" Target="../media/image929.png"/><Relationship Id="rId76" Type="http://schemas.openxmlformats.org/officeDocument/2006/relationships/customXml" Target="../ink/ink949.xml"/><Relationship Id="rId7" Type="http://schemas.openxmlformats.org/officeDocument/2006/relationships/image" Target="../media/image905.png"/><Relationship Id="rId71" Type="http://schemas.openxmlformats.org/officeDocument/2006/relationships/image" Target="../media/image937.png"/><Relationship Id="rId2" Type="http://schemas.openxmlformats.org/officeDocument/2006/relationships/customXml" Target="../ink/ink912.xml"/><Relationship Id="rId29" Type="http://schemas.openxmlformats.org/officeDocument/2006/relationships/image" Target="../media/image916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98.png"/><Relationship Id="rId299" Type="http://schemas.openxmlformats.org/officeDocument/2006/relationships/image" Target="../media/image1089.png"/><Relationship Id="rId21" Type="http://schemas.openxmlformats.org/officeDocument/2006/relationships/image" Target="../media/image951.png"/><Relationship Id="rId63" Type="http://schemas.openxmlformats.org/officeDocument/2006/relationships/image" Target="../media/image972.png"/><Relationship Id="rId159" Type="http://schemas.openxmlformats.org/officeDocument/2006/relationships/image" Target="../media/image1019.png"/><Relationship Id="rId324" Type="http://schemas.openxmlformats.org/officeDocument/2006/relationships/customXml" Target="../ink/ink1112.xml"/><Relationship Id="rId366" Type="http://schemas.openxmlformats.org/officeDocument/2006/relationships/customXml" Target="../ink/ink1133.xml"/><Relationship Id="rId170" Type="http://schemas.openxmlformats.org/officeDocument/2006/relationships/customXml" Target="../ink/ink1035.xml"/><Relationship Id="rId226" Type="http://schemas.openxmlformats.org/officeDocument/2006/relationships/customXml" Target="../ink/ink1063.xml"/><Relationship Id="rId268" Type="http://schemas.openxmlformats.org/officeDocument/2006/relationships/customXml" Target="../ink/ink1084.xml"/><Relationship Id="rId32" Type="http://schemas.openxmlformats.org/officeDocument/2006/relationships/customXml" Target="../ink/ink966.xml"/><Relationship Id="rId74" Type="http://schemas.openxmlformats.org/officeDocument/2006/relationships/customXml" Target="../ink/ink987.xml"/><Relationship Id="rId128" Type="http://schemas.openxmlformats.org/officeDocument/2006/relationships/customXml" Target="../ink/ink1014.xml"/><Relationship Id="rId335" Type="http://schemas.openxmlformats.org/officeDocument/2006/relationships/image" Target="../media/image1107.png"/><Relationship Id="rId377" Type="http://schemas.openxmlformats.org/officeDocument/2006/relationships/image" Target="../media/image1128.png"/><Relationship Id="rId5" Type="http://schemas.openxmlformats.org/officeDocument/2006/relationships/image" Target="../media/image943.png"/><Relationship Id="rId181" Type="http://schemas.openxmlformats.org/officeDocument/2006/relationships/image" Target="../media/image1030.png"/><Relationship Id="rId237" Type="http://schemas.openxmlformats.org/officeDocument/2006/relationships/image" Target="../media/image1058.png"/><Relationship Id="rId279" Type="http://schemas.openxmlformats.org/officeDocument/2006/relationships/image" Target="../media/image1079.png"/><Relationship Id="rId43" Type="http://schemas.openxmlformats.org/officeDocument/2006/relationships/image" Target="../media/image962.png"/><Relationship Id="rId139" Type="http://schemas.openxmlformats.org/officeDocument/2006/relationships/image" Target="../media/image1009.png"/><Relationship Id="rId290" Type="http://schemas.openxmlformats.org/officeDocument/2006/relationships/customXml" Target="../ink/ink1095.xml"/><Relationship Id="rId304" Type="http://schemas.openxmlformats.org/officeDocument/2006/relationships/customXml" Target="../ink/ink1102.xml"/><Relationship Id="rId346" Type="http://schemas.openxmlformats.org/officeDocument/2006/relationships/customXml" Target="../ink/ink1123.xml"/><Relationship Id="rId85" Type="http://schemas.openxmlformats.org/officeDocument/2006/relationships/image" Target="../media/image982.png"/><Relationship Id="rId150" Type="http://schemas.openxmlformats.org/officeDocument/2006/relationships/customXml" Target="../ink/ink1025.xml"/><Relationship Id="rId192" Type="http://schemas.openxmlformats.org/officeDocument/2006/relationships/customXml" Target="../ink/ink1046.xml"/><Relationship Id="rId206" Type="http://schemas.openxmlformats.org/officeDocument/2006/relationships/customXml" Target="../ink/ink1053.xml"/><Relationship Id="rId248" Type="http://schemas.openxmlformats.org/officeDocument/2006/relationships/customXml" Target="../ink/ink1074.xml"/><Relationship Id="rId12" Type="http://schemas.openxmlformats.org/officeDocument/2006/relationships/customXml" Target="../ink/ink956.xml"/><Relationship Id="rId108" Type="http://schemas.openxmlformats.org/officeDocument/2006/relationships/customXml" Target="../ink/ink1004.xml"/><Relationship Id="rId315" Type="http://schemas.openxmlformats.org/officeDocument/2006/relationships/image" Target="../media/image1097.png"/><Relationship Id="rId357" Type="http://schemas.openxmlformats.org/officeDocument/2006/relationships/image" Target="../media/image1118.png"/><Relationship Id="rId54" Type="http://schemas.openxmlformats.org/officeDocument/2006/relationships/customXml" Target="../ink/ink977.xml"/><Relationship Id="rId96" Type="http://schemas.openxmlformats.org/officeDocument/2006/relationships/customXml" Target="../ink/ink998.xml"/><Relationship Id="rId161" Type="http://schemas.openxmlformats.org/officeDocument/2006/relationships/image" Target="../media/image1020.png"/><Relationship Id="rId217" Type="http://schemas.openxmlformats.org/officeDocument/2006/relationships/image" Target="../media/image1048.png"/><Relationship Id="rId259" Type="http://schemas.openxmlformats.org/officeDocument/2006/relationships/image" Target="../media/image1069.png"/><Relationship Id="rId23" Type="http://schemas.openxmlformats.org/officeDocument/2006/relationships/image" Target="../media/image952.png"/><Relationship Id="rId119" Type="http://schemas.openxmlformats.org/officeDocument/2006/relationships/image" Target="../media/image999.png"/><Relationship Id="rId270" Type="http://schemas.openxmlformats.org/officeDocument/2006/relationships/customXml" Target="../ink/ink1085.xml"/><Relationship Id="rId326" Type="http://schemas.openxmlformats.org/officeDocument/2006/relationships/customXml" Target="../ink/ink1113.xml"/><Relationship Id="rId65" Type="http://schemas.openxmlformats.org/officeDocument/2006/relationships/image" Target="../media/image973.png"/><Relationship Id="rId130" Type="http://schemas.openxmlformats.org/officeDocument/2006/relationships/customXml" Target="../ink/ink1015.xml"/><Relationship Id="rId368" Type="http://schemas.openxmlformats.org/officeDocument/2006/relationships/customXml" Target="../ink/ink1134.xml"/><Relationship Id="rId172" Type="http://schemas.openxmlformats.org/officeDocument/2006/relationships/customXml" Target="../ink/ink1036.xml"/><Relationship Id="rId228" Type="http://schemas.openxmlformats.org/officeDocument/2006/relationships/customXml" Target="../ink/ink1064.xml"/><Relationship Id="rId281" Type="http://schemas.openxmlformats.org/officeDocument/2006/relationships/image" Target="../media/image1080.png"/><Relationship Id="rId337" Type="http://schemas.openxmlformats.org/officeDocument/2006/relationships/image" Target="../media/image1108.png"/><Relationship Id="rId34" Type="http://schemas.openxmlformats.org/officeDocument/2006/relationships/customXml" Target="../ink/ink967.xml"/><Relationship Id="rId76" Type="http://schemas.openxmlformats.org/officeDocument/2006/relationships/customXml" Target="../ink/ink988.xml"/><Relationship Id="rId141" Type="http://schemas.openxmlformats.org/officeDocument/2006/relationships/image" Target="../media/image1010.png"/><Relationship Id="rId379" Type="http://schemas.openxmlformats.org/officeDocument/2006/relationships/image" Target="../media/image1129.png"/><Relationship Id="rId7" Type="http://schemas.openxmlformats.org/officeDocument/2006/relationships/image" Target="../media/image944.png"/><Relationship Id="rId183" Type="http://schemas.openxmlformats.org/officeDocument/2006/relationships/image" Target="../media/image1031.png"/><Relationship Id="rId239" Type="http://schemas.openxmlformats.org/officeDocument/2006/relationships/image" Target="../media/image1059.png"/><Relationship Id="rId250" Type="http://schemas.openxmlformats.org/officeDocument/2006/relationships/customXml" Target="../ink/ink1075.xml"/><Relationship Id="rId292" Type="http://schemas.openxmlformats.org/officeDocument/2006/relationships/customXml" Target="../ink/ink1096.xml"/><Relationship Id="rId306" Type="http://schemas.openxmlformats.org/officeDocument/2006/relationships/customXml" Target="../ink/ink1103.xml"/><Relationship Id="rId45" Type="http://schemas.openxmlformats.org/officeDocument/2006/relationships/image" Target="../media/image963.png"/><Relationship Id="rId87" Type="http://schemas.openxmlformats.org/officeDocument/2006/relationships/image" Target="../media/image983.png"/><Relationship Id="rId110" Type="http://schemas.openxmlformats.org/officeDocument/2006/relationships/customXml" Target="../ink/ink1005.xml"/><Relationship Id="rId348" Type="http://schemas.openxmlformats.org/officeDocument/2006/relationships/customXml" Target="../ink/ink1124.xml"/><Relationship Id="rId152" Type="http://schemas.openxmlformats.org/officeDocument/2006/relationships/customXml" Target="../ink/ink1026.xml"/><Relationship Id="rId194" Type="http://schemas.openxmlformats.org/officeDocument/2006/relationships/customXml" Target="../ink/ink1047.xml"/><Relationship Id="rId208" Type="http://schemas.openxmlformats.org/officeDocument/2006/relationships/customXml" Target="../ink/ink1054.xml"/><Relationship Id="rId261" Type="http://schemas.openxmlformats.org/officeDocument/2006/relationships/image" Target="../media/image1070.png"/><Relationship Id="rId14" Type="http://schemas.openxmlformats.org/officeDocument/2006/relationships/customXml" Target="../ink/ink957.xml"/><Relationship Id="rId56" Type="http://schemas.openxmlformats.org/officeDocument/2006/relationships/customXml" Target="../ink/ink978.xml"/><Relationship Id="rId317" Type="http://schemas.openxmlformats.org/officeDocument/2006/relationships/image" Target="../media/image1098.png"/><Relationship Id="rId359" Type="http://schemas.openxmlformats.org/officeDocument/2006/relationships/image" Target="../media/image1119.png"/><Relationship Id="rId98" Type="http://schemas.openxmlformats.org/officeDocument/2006/relationships/customXml" Target="../ink/ink999.xml"/><Relationship Id="rId121" Type="http://schemas.openxmlformats.org/officeDocument/2006/relationships/image" Target="../media/image1000.png"/><Relationship Id="rId163" Type="http://schemas.openxmlformats.org/officeDocument/2006/relationships/image" Target="../media/image1021.png"/><Relationship Id="rId219" Type="http://schemas.openxmlformats.org/officeDocument/2006/relationships/image" Target="../media/image1049.png"/><Relationship Id="rId370" Type="http://schemas.openxmlformats.org/officeDocument/2006/relationships/customXml" Target="../ink/ink1135.xml"/><Relationship Id="rId230" Type="http://schemas.openxmlformats.org/officeDocument/2006/relationships/customXml" Target="../ink/ink1065.xml"/><Relationship Id="rId25" Type="http://schemas.openxmlformats.org/officeDocument/2006/relationships/image" Target="../media/image953.png"/><Relationship Id="rId67" Type="http://schemas.openxmlformats.org/officeDocument/2006/relationships/image" Target="../media/image974.png"/><Relationship Id="rId272" Type="http://schemas.openxmlformats.org/officeDocument/2006/relationships/customXml" Target="../ink/ink1086.xml"/><Relationship Id="rId328" Type="http://schemas.openxmlformats.org/officeDocument/2006/relationships/customXml" Target="../ink/ink1114.xml"/><Relationship Id="rId132" Type="http://schemas.openxmlformats.org/officeDocument/2006/relationships/customXml" Target="../ink/ink1016.xml"/><Relationship Id="rId174" Type="http://schemas.openxmlformats.org/officeDocument/2006/relationships/customXml" Target="../ink/ink1037.xml"/><Relationship Id="rId381" Type="http://schemas.openxmlformats.org/officeDocument/2006/relationships/image" Target="../media/image1130.png"/><Relationship Id="rId241" Type="http://schemas.openxmlformats.org/officeDocument/2006/relationships/image" Target="../media/image1060.png"/><Relationship Id="rId36" Type="http://schemas.openxmlformats.org/officeDocument/2006/relationships/customXml" Target="../ink/ink968.xml"/><Relationship Id="rId283" Type="http://schemas.openxmlformats.org/officeDocument/2006/relationships/image" Target="../media/image1081.png"/><Relationship Id="rId339" Type="http://schemas.openxmlformats.org/officeDocument/2006/relationships/image" Target="../media/image1109.png"/><Relationship Id="rId78" Type="http://schemas.openxmlformats.org/officeDocument/2006/relationships/customXml" Target="../ink/ink989.xml"/><Relationship Id="rId101" Type="http://schemas.openxmlformats.org/officeDocument/2006/relationships/image" Target="../media/image990.png"/><Relationship Id="rId143" Type="http://schemas.openxmlformats.org/officeDocument/2006/relationships/image" Target="../media/image1011.png"/><Relationship Id="rId185" Type="http://schemas.openxmlformats.org/officeDocument/2006/relationships/image" Target="../media/image1032.png"/><Relationship Id="rId350" Type="http://schemas.openxmlformats.org/officeDocument/2006/relationships/customXml" Target="../ink/ink1125.xml"/><Relationship Id="rId9" Type="http://schemas.openxmlformats.org/officeDocument/2006/relationships/image" Target="../media/image945.png"/><Relationship Id="rId210" Type="http://schemas.openxmlformats.org/officeDocument/2006/relationships/customXml" Target="../ink/ink1055.xml"/><Relationship Id="rId26" Type="http://schemas.openxmlformats.org/officeDocument/2006/relationships/customXml" Target="../ink/ink963.xml"/><Relationship Id="rId231" Type="http://schemas.openxmlformats.org/officeDocument/2006/relationships/image" Target="../media/image1055.png"/><Relationship Id="rId252" Type="http://schemas.openxmlformats.org/officeDocument/2006/relationships/customXml" Target="../ink/ink1076.xml"/><Relationship Id="rId273" Type="http://schemas.openxmlformats.org/officeDocument/2006/relationships/image" Target="../media/image1076.png"/><Relationship Id="rId294" Type="http://schemas.openxmlformats.org/officeDocument/2006/relationships/customXml" Target="../ink/ink1097.xml"/><Relationship Id="rId308" Type="http://schemas.openxmlformats.org/officeDocument/2006/relationships/customXml" Target="../ink/ink1104.xml"/><Relationship Id="rId329" Type="http://schemas.openxmlformats.org/officeDocument/2006/relationships/image" Target="../media/image1104.png"/><Relationship Id="rId47" Type="http://schemas.openxmlformats.org/officeDocument/2006/relationships/image" Target="../media/image964.png"/><Relationship Id="rId68" Type="http://schemas.openxmlformats.org/officeDocument/2006/relationships/customXml" Target="../ink/ink984.xml"/><Relationship Id="rId89" Type="http://schemas.openxmlformats.org/officeDocument/2006/relationships/image" Target="../media/image984.png"/><Relationship Id="rId112" Type="http://schemas.openxmlformats.org/officeDocument/2006/relationships/customXml" Target="../ink/ink1006.xml"/><Relationship Id="rId133" Type="http://schemas.openxmlformats.org/officeDocument/2006/relationships/image" Target="../media/image1006.png"/><Relationship Id="rId154" Type="http://schemas.openxmlformats.org/officeDocument/2006/relationships/customXml" Target="../ink/ink1027.xml"/><Relationship Id="rId175" Type="http://schemas.openxmlformats.org/officeDocument/2006/relationships/image" Target="../media/image1027.png"/><Relationship Id="rId340" Type="http://schemas.openxmlformats.org/officeDocument/2006/relationships/customXml" Target="../ink/ink1120.xml"/><Relationship Id="rId361" Type="http://schemas.openxmlformats.org/officeDocument/2006/relationships/image" Target="../media/image1120.png"/><Relationship Id="rId196" Type="http://schemas.openxmlformats.org/officeDocument/2006/relationships/customXml" Target="../ink/ink1048.xml"/><Relationship Id="rId200" Type="http://schemas.openxmlformats.org/officeDocument/2006/relationships/customXml" Target="../ink/ink1050.xml"/><Relationship Id="rId16" Type="http://schemas.openxmlformats.org/officeDocument/2006/relationships/customXml" Target="../ink/ink958.xml"/><Relationship Id="rId221" Type="http://schemas.openxmlformats.org/officeDocument/2006/relationships/image" Target="../media/image1050.png"/><Relationship Id="rId242" Type="http://schemas.openxmlformats.org/officeDocument/2006/relationships/customXml" Target="../ink/ink1071.xml"/><Relationship Id="rId263" Type="http://schemas.openxmlformats.org/officeDocument/2006/relationships/image" Target="../media/image1071.png"/><Relationship Id="rId284" Type="http://schemas.openxmlformats.org/officeDocument/2006/relationships/customXml" Target="../ink/ink1092.xml"/><Relationship Id="rId319" Type="http://schemas.openxmlformats.org/officeDocument/2006/relationships/image" Target="../media/image1099.png"/><Relationship Id="rId37" Type="http://schemas.openxmlformats.org/officeDocument/2006/relationships/image" Target="../media/image959.png"/><Relationship Id="rId58" Type="http://schemas.openxmlformats.org/officeDocument/2006/relationships/customXml" Target="../ink/ink979.xml"/><Relationship Id="rId79" Type="http://schemas.openxmlformats.org/officeDocument/2006/relationships/image" Target="../media/image979.png"/><Relationship Id="rId102" Type="http://schemas.openxmlformats.org/officeDocument/2006/relationships/customXml" Target="../ink/ink1001.xml"/><Relationship Id="rId123" Type="http://schemas.openxmlformats.org/officeDocument/2006/relationships/image" Target="../media/image1001.png"/><Relationship Id="rId144" Type="http://schemas.openxmlformats.org/officeDocument/2006/relationships/customXml" Target="../ink/ink1022.xml"/><Relationship Id="rId330" Type="http://schemas.openxmlformats.org/officeDocument/2006/relationships/customXml" Target="../ink/ink1115.xml"/><Relationship Id="rId90" Type="http://schemas.openxmlformats.org/officeDocument/2006/relationships/customXml" Target="../ink/ink995.xml"/><Relationship Id="rId165" Type="http://schemas.openxmlformats.org/officeDocument/2006/relationships/image" Target="../media/image1022.png"/><Relationship Id="rId186" Type="http://schemas.openxmlformats.org/officeDocument/2006/relationships/customXml" Target="../ink/ink1043.xml"/><Relationship Id="rId351" Type="http://schemas.openxmlformats.org/officeDocument/2006/relationships/image" Target="../media/image1115.png"/><Relationship Id="rId372" Type="http://schemas.openxmlformats.org/officeDocument/2006/relationships/customXml" Target="../ink/ink1136.xml"/><Relationship Id="rId211" Type="http://schemas.openxmlformats.org/officeDocument/2006/relationships/image" Target="../media/image1045.png"/><Relationship Id="rId232" Type="http://schemas.openxmlformats.org/officeDocument/2006/relationships/customXml" Target="../ink/ink1066.xml"/><Relationship Id="rId253" Type="http://schemas.openxmlformats.org/officeDocument/2006/relationships/image" Target="../media/image1066.png"/><Relationship Id="rId274" Type="http://schemas.openxmlformats.org/officeDocument/2006/relationships/customXml" Target="../ink/ink1087.xml"/><Relationship Id="rId295" Type="http://schemas.openxmlformats.org/officeDocument/2006/relationships/image" Target="../media/image1087.png"/><Relationship Id="rId309" Type="http://schemas.openxmlformats.org/officeDocument/2006/relationships/image" Target="../media/image1094.png"/><Relationship Id="rId27" Type="http://schemas.openxmlformats.org/officeDocument/2006/relationships/image" Target="../media/image954.png"/><Relationship Id="rId48" Type="http://schemas.openxmlformats.org/officeDocument/2006/relationships/customXml" Target="../ink/ink974.xml"/><Relationship Id="rId69" Type="http://schemas.openxmlformats.org/officeDocument/2006/relationships/image" Target="../media/image257.png"/><Relationship Id="rId113" Type="http://schemas.openxmlformats.org/officeDocument/2006/relationships/image" Target="../media/image996.png"/><Relationship Id="rId134" Type="http://schemas.openxmlformats.org/officeDocument/2006/relationships/customXml" Target="../ink/ink1017.xml"/><Relationship Id="rId320" Type="http://schemas.openxmlformats.org/officeDocument/2006/relationships/customXml" Target="../ink/ink1110.xml"/><Relationship Id="rId80" Type="http://schemas.openxmlformats.org/officeDocument/2006/relationships/customXml" Target="../ink/ink990.xml"/><Relationship Id="rId155" Type="http://schemas.openxmlformats.org/officeDocument/2006/relationships/image" Target="../media/image1017.png"/><Relationship Id="rId176" Type="http://schemas.openxmlformats.org/officeDocument/2006/relationships/customXml" Target="../ink/ink1038.xml"/><Relationship Id="rId197" Type="http://schemas.openxmlformats.org/officeDocument/2006/relationships/image" Target="../media/image1038.png"/><Relationship Id="rId341" Type="http://schemas.openxmlformats.org/officeDocument/2006/relationships/image" Target="../media/image1110.png"/><Relationship Id="rId362" Type="http://schemas.openxmlformats.org/officeDocument/2006/relationships/customXml" Target="../ink/ink1131.xml"/><Relationship Id="rId201" Type="http://schemas.openxmlformats.org/officeDocument/2006/relationships/image" Target="../media/image1040.png"/><Relationship Id="rId222" Type="http://schemas.openxmlformats.org/officeDocument/2006/relationships/customXml" Target="../ink/ink1061.xml"/><Relationship Id="rId243" Type="http://schemas.openxmlformats.org/officeDocument/2006/relationships/image" Target="../media/image1061.png"/><Relationship Id="rId264" Type="http://schemas.openxmlformats.org/officeDocument/2006/relationships/customXml" Target="../ink/ink1082.xml"/><Relationship Id="rId285" Type="http://schemas.openxmlformats.org/officeDocument/2006/relationships/image" Target="../media/image1082.png"/><Relationship Id="rId17" Type="http://schemas.openxmlformats.org/officeDocument/2006/relationships/image" Target="../media/image949.png"/><Relationship Id="rId38" Type="http://schemas.openxmlformats.org/officeDocument/2006/relationships/customXml" Target="../ink/ink969.xml"/><Relationship Id="rId59" Type="http://schemas.openxmlformats.org/officeDocument/2006/relationships/image" Target="../media/image970.png"/><Relationship Id="rId103" Type="http://schemas.openxmlformats.org/officeDocument/2006/relationships/image" Target="../media/image991.png"/><Relationship Id="rId124" Type="http://schemas.openxmlformats.org/officeDocument/2006/relationships/customXml" Target="../ink/ink1012.xml"/><Relationship Id="rId310" Type="http://schemas.openxmlformats.org/officeDocument/2006/relationships/customXml" Target="../ink/ink1105.xml"/><Relationship Id="rId70" Type="http://schemas.openxmlformats.org/officeDocument/2006/relationships/customXml" Target="../ink/ink985.xml"/><Relationship Id="rId91" Type="http://schemas.openxmlformats.org/officeDocument/2006/relationships/image" Target="../media/image985.png"/><Relationship Id="rId145" Type="http://schemas.openxmlformats.org/officeDocument/2006/relationships/image" Target="../media/image1012.png"/><Relationship Id="rId166" Type="http://schemas.openxmlformats.org/officeDocument/2006/relationships/customXml" Target="../ink/ink1033.xml"/><Relationship Id="rId187" Type="http://schemas.openxmlformats.org/officeDocument/2006/relationships/image" Target="../media/image1033.png"/><Relationship Id="rId331" Type="http://schemas.openxmlformats.org/officeDocument/2006/relationships/image" Target="../media/image1105.png"/><Relationship Id="rId352" Type="http://schemas.openxmlformats.org/officeDocument/2006/relationships/customXml" Target="../ink/ink1126.xml"/><Relationship Id="rId373" Type="http://schemas.openxmlformats.org/officeDocument/2006/relationships/image" Target="../media/image112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56.xml"/><Relationship Id="rId233" Type="http://schemas.openxmlformats.org/officeDocument/2006/relationships/image" Target="../media/image1056.png"/><Relationship Id="rId254" Type="http://schemas.openxmlformats.org/officeDocument/2006/relationships/customXml" Target="../ink/ink1077.xml"/><Relationship Id="rId28" Type="http://schemas.openxmlformats.org/officeDocument/2006/relationships/customXml" Target="../ink/ink964.xml"/><Relationship Id="rId49" Type="http://schemas.openxmlformats.org/officeDocument/2006/relationships/image" Target="../media/image965.png"/><Relationship Id="rId114" Type="http://schemas.openxmlformats.org/officeDocument/2006/relationships/customXml" Target="../ink/ink1007.xml"/><Relationship Id="rId275" Type="http://schemas.openxmlformats.org/officeDocument/2006/relationships/image" Target="../media/image1077.png"/><Relationship Id="rId296" Type="http://schemas.openxmlformats.org/officeDocument/2006/relationships/customXml" Target="../ink/ink1098.xml"/><Relationship Id="rId300" Type="http://schemas.openxmlformats.org/officeDocument/2006/relationships/customXml" Target="../ink/ink1100.xml"/><Relationship Id="rId60" Type="http://schemas.openxmlformats.org/officeDocument/2006/relationships/customXml" Target="../ink/ink980.xml"/><Relationship Id="rId81" Type="http://schemas.openxmlformats.org/officeDocument/2006/relationships/image" Target="../media/image980.png"/><Relationship Id="rId135" Type="http://schemas.openxmlformats.org/officeDocument/2006/relationships/image" Target="../media/image1007.png"/><Relationship Id="rId156" Type="http://schemas.openxmlformats.org/officeDocument/2006/relationships/customXml" Target="../ink/ink1028.xml"/><Relationship Id="rId177" Type="http://schemas.openxmlformats.org/officeDocument/2006/relationships/image" Target="../media/image1028.png"/><Relationship Id="rId198" Type="http://schemas.openxmlformats.org/officeDocument/2006/relationships/customXml" Target="../ink/ink1049.xml"/><Relationship Id="rId321" Type="http://schemas.openxmlformats.org/officeDocument/2006/relationships/image" Target="../media/image1100.png"/><Relationship Id="rId342" Type="http://schemas.openxmlformats.org/officeDocument/2006/relationships/customXml" Target="../ink/ink1121.xml"/><Relationship Id="rId363" Type="http://schemas.openxmlformats.org/officeDocument/2006/relationships/image" Target="../media/image1121.png"/><Relationship Id="rId202" Type="http://schemas.openxmlformats.org/officeDocument/2006/relationships/customXml" Target="../ink/ink1051.xml"/><Relationship Id="rId223" Type="http://schemas.openxmlformats.org/officeDocument/2006/relationships/image" Target="../media/image1051.png"/><Relationship Id="rId244" Type="http://schemas.openxmlformats.org/officeDocument/2006/relationships/customXml" Target="../ink/ink1072.xml"/><Relationship Id="rId18" Type="http://schemas.openxmlformats.org/officeDocument/2006/relationships/customXml" Target="../ink/ink959.xml"/><Relationship Id="rId39" Type="http://schemas.openxmlformats.org/officeDocument/2006/relationships/image" Target="../media/image960.png"/><Relationship Id="rId265" Type="http://schemas.openxmlformats.org/officeDocument/2006/relationships/image" Target="../media/image1072.png"/><Relationship Id="rId286" Type="http://schemas.openxmlformats.org/officeDocument/2006/relationships/customXml" Target="../ink/ink1093.xml"/><Relationship Id="rId50" Type="http://schemas.openxmlformats.org/officeDocument/2006/relationships/customXml" Target="../ink/ink975.xml"/><Relationship Id="rId104" Type="http://schemas.openxmlformats.org/officeDocument/2006/relationships/customXml" Target="../ink/ink1002.xml"/><Relationship Id="rId125" Type="http://schemas.openxmlformats.org/officeDocument/2006/relationships/image" Target="../media/image1002.png"/><Relationship Id="rId146" Type="http://schemas.openxmlformats.org/officeDocument/2006/relationships/customXml" Target="../ink/ink1023.xml"/><Relationship Id="rId167" Type="http://schemas.openxmlformats.org/officeDocument/2006/relationships/image" Target="../media/image1023.png"/><Relationship Id="rId188" Type="http://schemas.openxmlformats.org/officeDocument/2006/relationships/customXml" Target="../ink/ink1044.xml"/><Relationship Id="rId311" Type="http://schemas.openxmlformats.org/officeDocument/2006/relationships/image" Target="../media/image1095.png"/><Relationship Id="rId332" Type="http://schemas.openxmlformats.org/officeDocument/2006/relationships/customXml" Target="../ink/ink1116.xml"/><Relationship Id="rId353" Type="http://schemas.openxmlformats.org/officeDocument/2006/relationships/image" Target="../media/image1116.png"/><Relationship Id="rId374" Type="http://schemas.openxmlformats.org/officeDocument/2006/relationships/customXml" Target="../ink/ink1137.xml"/><Relationship Id="rId71" Type="http://schemas.openxmlformats.org/officeDocument/2006/relationships/image" Target="../media/image975.png"/><Relationship Id="rId92" Type="http://schemas.openxmlformats.org/officeDocument/2006/relationships/customXml" Target="../ink/ink996.xml"/><Relationship Id="rId213" Type="http://schemas.openxmlformats.org/officeDocument/2006/relationships/image" Target="../media/image1046.png"/><Relationship Id="rId234" Type="http://schemas.openxmlformats.org/officeDocument/2006/relationships/customXml" Target="../ink/ink1067.xml"/><Relationship Id="rId2" Type="http://schemas.openxmlformats.org/officeDocument/2006/relationships/customXml" Target="../ink/ink951.xml"/><Relationship Id="rId29" Type="http://schemas.openxmlformats.org/officeDocument/2006/relationships/image" Target="../media/image955.png"/><Relationship Id="rId255" Type="http://schemas.openxmlformats.org/officeDocument/2006/relationships/image" Target="../media/image1067.png"/><Relationship Id="rId276" Type="http://schemas.openxmlformats.org/officeDocument/2006/relationships/customXml" Target="../ink/ink1088.xml"/><Relationship Id="rId297" Type="http://schemas.openxmlformats.org/officeDocument/2006/relationships/image" Target="../media/image1088.png"/><Relationship Id="rId40" Type="http://schemas.openxmlformats.org/officeDocument/2006/relationships/customXml" Target="../ink/ink970.xml"/><Relationship Id="rId115" Type="http://schemas.openxmlformats.org/officeDocument/2006/relationships/image" Target="../media/image997.png"/><Relationship Id="rId136" Type="http://schemas.openxmlformats.org/officeDocument/2006/relationships/customXml" Target="../ink/ink1018.xml"/><Relationship Id="rId157" Type="http://schemas.openxmlformats.org/officeDocument/2006/relationships/image" Target="../media/image1018.png"/><Relationship Id="rId178" Type="http://schemas.openxmlformats.org/officeDocument/2006/relationships/customXml" Target="../ink/ink1039.xml"/><Relationship Id="rId301" Type="http://schemas.openxmlformats.org/officeDocument/2006/relationships/image" Target="../media/image1090.png"/><Relationship Id="rId322" Type="http://schemas.openxmlformats.org/officeDocument/2006/relationships/customXml" Target="../ink/ink1111.xml"/><Relationship Id="rId343" Type="http://schemas.openxmlformats.org/officeDocument/2006/relationships/image" Target="../media/image1111.png"/><Relationship Id="rId364" Type="http://schemas.openxmlformats.org/officeDocument/2006/relationships/customXml" Target="../ink/ink1132.xml"/><Relationship Id="rId61" Type="http://schemas.openxmlformats.org/officeDocument/2006/relationships/image" Target="../media/image971.png"/><Relationship Id="rId82" Type="http://schemas.openxmlformats.org/officeDocument/2006/relationships/customXml" Target="../ink/ink991.xml"/><Relationship Id="rId199" Type="http://schemas.openxmlformats.org/officeDocument/2006/relationships/image" Target="../media/image1039.png"/><Relationship Id="rId203" Type="http://schemas.openxmlformats.org/officeDocument/2006/relationships/image" Target="../media/image1041.png"/><Relationship Id="rId19" Type="http://schemas.openxmlformats.org/officeDocument/2006/relationships/image" Target="../media/image950.png"/><Relationship Id="rId224" Type="http://schemas.openxmlformats.org/officeDocument/2006/relationships/customXml" Target="../ink/ink1062.xml"/><Relationship Id="rId245" Type="http://schemas.openxmlformats.org/officeDocument/2006/relationships/image" Target="../media/image1062.png"/><Relationship Id="rId266" Type="http://schemas.openxmlformats.org/officeDocument/2006/relationships/customXml" Target="../ink/ink1083.xml"/><Relationship Id="rId287" Type="http://schemas.openxmlformats.org/officeDocument/2006/relationships/image" Target="../media/image1083.png"/><Relationship Id="rId30" Type="http://schemas.openxmlformats.org/officeDocument/2006/relationships/customXml" Target="../ink/ink965.xml"/><Relationship Id="rId105" Type="http://schemas.openxmlformats.org/officeDocument/2006/relationships/image" Target="../media/image992.png"/><Relationship Id="rId126" Type="http://schemas.openxmlformats.org/officeDocument/2006/relationships/customXml" Target="../ink/ink1013.xml"/><Relationship Id="rId147" Type="http://schemas.openxmlformats.org/officeDocument/2006/relationships/image" Target="../media/image1013.png"/><Relationship Id="rId168" Type="http://schemas.openxmlformats.org/officeDocument/2006/relationships/customXml" Target="../ink/ink1034.xml"/><Relationship Id="rId312" Type="http://schemas.openxmlformats.org/officeDocument/2006/relationships/customXml" Target="../ink/ink1106.xml"/><Relationship Id="rId333" Type="http://schemas.openxmlformats.org/officeDocument/2006/relationships/image" Target="../media/image1106.png"/><Relationship Id="rId354" Type="http://schemas.openxmlformats.org/officeDocument/2006/relationships/customXml" Target="../ink/ink1127.xml"/><Relationship Id="rId51" Type="http://schemas.openxmlformats.org/officeDocument/2006/relationships/image" Target="../media/image966.png"/><Relationship Id="rId72" Type="http://schemas.openxmlformats.org/officeDocument/2006/relationships/customXml" Target="../ink/ink986.xml"/><Relationship Id="rId93" Type="http://schemas.openxmlformats.org/officeDocument/2006/relationships/image" Target="../media/image986.png"/><Relationship Id="rId189" Type="http://schemas.openxmlformats.org/officeDocument/2006/relationships/image" Target="../media/image1034.png"/><Relationship Id="rId375" Type="http://schemas.openxmlformats.org/officeDocument/2006/relationships/image" Target="../media/image1127.png"/><Relationship Id="rId3" Type="http://schemas.openxmlformats.org/officeDocument/2006/relationships/image" Target="../media/image942.png"/><Relationship Id="rId214" Type="http://schemas.openxmlformats.org/officeDocument/2006/relationships/customXml" Target="../ink/ink1057.xml"/><Relationship Id="rId235" Type="http://schemas.openxmlformats.org/officeDocument/2006/relationships/image" Target="../media/image1057.png"/><Relationship Id="rId256" Type="http://schemas.openxmlformats.org/officeDocument/2006/relationships/customXml" Target="../ink/ink1078.xml"/><Relationship Id="rId277" Type="http://schemas.openxmlformats.org/officeDocument/2006/relationships/image" Target="../media/image1078.png"/><Relationship Id="rId298" Type="http://schemas.openxmlformats.org/officeDocument/2006/relationships/customXml" Target="../ink/ink1099.xml"/><Relationship Id="rId116" Type="http://schemas.openxmlformats.org/officeDocument/2006/relationships/customXml" Target="../ink/ink1008.xml"/><Relationship Id="rId137" Type="http://schemas.openxmlformats.org/officeDocument/2006/relationships/image" Target="../media/image1008.png"/><Relationship Id="rId158" Type="http://schemas.openxmlformats.org/officeDocument/2006/relationships/customXml" Target="../ink/ink1029.xml"/><Relationship Id="rId302" Type="http://schemas.openxmlformats.org/officeDocument/2006/relationships/customXml" Target="../ink/ink1101.xml"/><Relationship Id="rId323" Type="http://schemas.openxmlformats.org/officeDocument/2006/relationships/image" Target="../media/image1101.png"/><Relationship Id="rId344" Type="http://schemas.openxmlformats.org/officeDocument/2006/relationships/customXml" Target="../ink/ink1122.xml"/><Relationship Id="rId20" Type="http://schemas.openxmlformats.org/officeDocument/2006/relationships/customXml" Target="../ink/ink960.xml"/><Relationship Id="rId41" Type="http://schemas.openxmlformats.org/officeDocument/2006/relationships/image" Target="../media/image961.png"/><Relationship Id="rId62" Type="http://schemas.openxmlformats.org/officeDocument/2006/relationships/customXml" Target="../ink/ink981.xml"/><Relationship Id="rId83" Type="http://schemas.openxmlformats.org/officeDocument/2006/relationships/image" Target="../media/image981.png"/><Relationship Id="rId179" Type="http://schemas.openxmlformats.org/officeDocument/2006/relationships/image" Target="../media/image1029.png"/><Relationship Id="rId365" Type="http://schemas.openxmlformats.org/officeDocument/2006/relationships/image" Target="../media/image1122.png"/><Relationship Id="rId190" Type="http://schemas.openxmlformats.org/officeDocument/2006/relationships/customXml" Target="../ink/ink1045.xml"/><Relationship Id="rId204" Type="http://schemas.openxmlformats.org/officeDocument/2006/relationships/customXml" Target="../ink/ink1052.xml"/><Relationship Id="rId225" Type="http://schemas.openxmlformats.org/officeDocument/2006/relationships/image" Target="../media/image1052.png"/><Relationship Id="rId246" Type="http://schemas.openxmlformats.org/officeDocument/2006/relationships/customXml" Target="../ink/ink1073.xml"/><Relationship Id="rId267" Type="http://schemas.openxmlformats.org/officeDocument/2006/relationships/image" Target="../media/image1073.png"/><Relationship Id="rId288" Type="http://schemas.openxmlformats.org/officeDocument/2006/relationships/customXml" Target="../ink/ink1094.xml"/><Relationship Id="rId106" Type="http://schemas.openxmlformats.org/officeDocument/2006/relationships/customXml" Target="../ink/ink1003.xml"/><Relationship Id="rId127" Type="http://schemas.openxmlformats.org/officeDocument/2006/relationships/image" Target="../media/image1003.png"/><Relationship Id="rId313" Type="http://schemas.openxmlformats.org/officeDocument/2006/relationships/image" Target="../media/image1096.png"/><Relationship Id="rId10" Type="http://schemas.openxmlformats.org/officeDocument/2006/relationships/customXml" Target="../ink/ink955.xml"/><Relationship Id="rId31" Type="http://schemas.openxmlformats.org/officeDocument/2006/relationships/image" Target="../media/image956.png"/><Relationship Id="rId52" Type="http://schemas.openxmlformats.org/officeDocument/2006/relationships/customXml" Target="../ink/ink976.xml"/><Relationship Id="rId73" Type="http://schemas.openxmlformats.org/officeDocument/2006/relationships/image" Target="../media/image976.png"/><Relationship Id="rId94" Type="http://schemas.openxmlformats.org/officeDocument/2006/relationships/customXml" Target="../ink/ink997.xml"/><Relationship Id="rId148" Type="http://schemas.openxmlformats.org/officeDocument/2006/relationships/customXml" Target="../ink/ink1024.xml"/><Relationship Id="rId169" Type="http://schemas.openxmlformats.org/officeDocument/2006/relationships/image" Target="../media/image1024.png"/><Relationship Id="rId334" Type="http://schemas.openxmlformats.org/officeDocument/2006/relationships/customXml" Target="../ink/ink1117.xml"/><Relationship Id="rId355" Type="http://schemas.openxmlformats.org/officeDocument/2006/relationships/image" Target="../media/image1117.png"/><Relationship Id="rId376" Type="http://schemas.openxmlformats.org/officeDocument/2006/relationships/customXml" Target="../ink/ink1138.xml"/><Relationship Id="rId4" Type="http://schemas.openxmlformats.org/officeDocument/2006/relationships/customXml" Target="../ink/ink952.xml"/><Relationship Id="rId180" Type="http://schemas.openxmlformats.org/officeDocument/2006/relationships/customXml" Target="../ink/ink1040.xml"/><Relationship Id="rId215" Type="http://schemas.openxmlformats.org/officeDocument/2006/relationships/image" Target="../media/image1047.png"/><Relationship Id="rId236" Type="http://schemas.openxmlformats.org/officeDocument/2006/relationships/customXml" Target="../ink/ink1068.xml"/><Relationship Id="rId257" Type="http://schemas.openxmlformats.org/officeDocument/2006/relationships/image" Target="../media/image1068.png"/><Relationship Id="rId278" Type="http://schemas.openxmlformats.org/officeDocument/2006/relationships/customXml" Target="../ink/ink1089.xml"/><Relationship Id="rId303" Type="http://schemas.openxmlformats.org/officeDocument/2006/relationships/image" Target="../media/image1091.png"/><Relationship Id="rId42" Type="http://schemas.openxmlformats.org/officeDocument/2006/relationships/customXml" Target="../ink/ink971.xml"/><Relationship Id="rId84" Type="http://schemas.openxmlformats.org/officeDocument/2006/relationships/customXml" Target="../ink/ink992.xml"/><Relationship Id="rId138" Type="http://schemas.openxmlformats.org/officeDocument/2006/relationships/customXml" Target="../ink/ink1019.xml"/><Relationship Id="rId345" Type="http://schemas.openxmlformats.org/officeDocument/2006/relationships/image" Target="../media/image1112.png"/><Relationship Id="rId191" Type="http://schemas.openxmlformats.org/officeDocument/2006/relationships/image" Target="../media/image1035.png"/><Relationship Id="rId205" Type="http://schemas.openxmlformats.org/officeDocument/2006/relationships/image" Target="../media/image1042.png"/><Relationship Id="rId247" Type="http://schemas.openxmlformats.org/officeDocument/2006/relationships/image" Target="../media/image1063.png"/><Relationship Id="rId107" Type="http://schemas.openxmlformats.org/officeDocument/2006/relationships/image" Target="../media/image993.png"/><Relationship Id="rId289" Type="http://schemas.openxmlformats.org/officeDocument/2006/relationships/image" Target="../media/image1084.png"/><Relationship Id="rId11" Type="http://schemas.openxmlformats.org/officeDocument/2006/relationships/image" Target="../media/image946.png"/><Relationship Id="rId53" Type="http://schemas.openxmlformats.org/officeDocument/2006/relationships/image" Target="../media/image967.png"/><Relationship Id="rId149" Type="http://schemas.openxmlformats.org/officeDocument/2006/relationships/image" Target="../media/image1014.png"/><Relationship Id="rId314" Type="http://schemas.openxmlformats.org/officeDocument/2006/relationships/customXml" Target="../ink/ink1107.xml"/><Relationship Id="rId356" Type="http://schemas.openxmlformats.org/officeDocument/2006/relationships/customXml" Target="../ink/ink1128.xml"/><Relationship Id="rId95" Type="http://schemas.openxmlformats.org/officeDocument/2006/relationships/image" Target="../media/image987.png"/><Relationship Id="rId160" Type="http://schemas.openxmlformats.org/officeDocument/2006/relationships/customXml" Target="../ink/ink1030.xml"/><Relationship Id="rId216" Type="http://schemas.openxmlformats.org/officeDocument/2006/relationships/customXml" Target="../ink/ink1058.xml"/><Relationship Id="rId258" Type="http://schemas.openxmlformats.org/officeDocument/2006/relationships/customXml" Target="../ink/ink1079.xml"/><Relationship Id="rId22" Type="http://schemas.openxmlformats.org/officeDocument/2006/relationships/customXml" Target="../ink/ink961.xml"/><Relationship Id="rId64" Type="http://schemas.openxmlformats.org/officeDocument/2006/relationships/customXml" Target="../ink/ink982.xml"/><Relationship Id="rId118" Type="http://schemas.openxmlformats.org/officeDocument/2006/relationships/customXml" Target="../ink/ink1009.xml"/><Relationship Id="rId325" Type="http://schemas.openxmlformats.org/officeDocument/2006/relationships/image" Target="../media/image1102.png"/><Relationship Id="rId367" Type="http://schemas.openxmlformats.org/officeDocument/2006/relationships/image" Target="../media/image1123.png"/><Relationship Id="rId171" Type="http://schemas.openxmlformats.org/officeDocument/2006/relationships/image" Target="../media/image1025.png"/><Relationship Id="rId227" Type="http://schemas.openxmlformats.org/officeDocument/2006/relationships/image" Target="../media/image1053.png"/><Relationship Id="rId269" Type="http://schemas.openxmlformats.org/officeDocument/2006/relationships/image" Target="../media/image1074.png"/><Relationship Id="rId33" Type="http://schemas.openxmlformats.org/officeDocument/2006/relationships/image" Target="../media/image957.png"/><Relationship Id="rId129" Type="http://schemas.openxmlformats.org/officeDocument/2006/relationships/image" Target="../media/image1004.png"/><Relationship Id="rId280" Type="http://schemas.openxmlformats.org/officeDocument/2006/relationships/customXml" Target="../ink/ink1090.xml"/><Relationship Id="rId336" Type="http://schemas.openxmlformats.org/officeDocument/2006/relationships/customXml" Target="../ink/ink1118.xml"/><Relationship Id="rId75" Type="http://schemas.openxmlformats.org/officeDocument/2006/relationships/image" Target="../media/image977.png"/><Relationship Id="rId140" Type="http://schemas.openxmlformats.org/officeDocument/2006/relationships/customXml" Target="../ink/ink1020.xml"/><Relationship Id="rId182" Type="http://schemas.openxmlformats.org/officeDocument/2006/relationships/customXml" Target="../ink/ink1041.xml"/><Relationship Id="rId378" Type="http://schemas.openxmlformats.org/officeDocument/2006/relationships/customXml" Target="../ink/ink1139.xml"/><Relationship Id="rId6" Type="http://schemas.openxmlformats.org/officeDocument/2006/relationships/customXml" Target="../ink/ink953.xml"/><Relationship Id="rId238" Type="http://schemas.openxmlformats.org/officeDocument/2006/relationships/customXml" Target="../ink/ink1069.xml"/><Relationship Id="rId291" Type="http://schemas.openxmlformats.org/officeDocument/2006/relationships/image" Target="../media/image1085.png"/><Relationship Id="rId305" Type="http://schemas.openxmlformats.org/officeDocument/2006/relationships/image" Target="../media/image1092.png"/><Relationship Id="rId347" Type="http://schemas.openxmlformats.org/officeDocument/2006/relationships/image" Target="../media/image1113.png"/><Relationship Id="rId44" Type="http://schemas.openxmlformats.org/officeDocument/2006/relationships/customXml" Target="../ink/ink972.xml"/><Relationship Id="rId86" Type="http://schemas.openxmlformats.org/officeDocument/2006/relationships/customXml" Target="../ink/ink993.xml"/><Relationship Id="rId151" Type="http://schemas.openxmlformats.org/officeDocument/2006/relationships/image" Target="../media/image1015.png"/><Relationship Id="rId193" Type="http://schemas.openxmlformats.org/officeDocument/2006/relationships/image" Target="../media/image1036.png"/><Relationship Id="rId207" Type="http://schemas.openxmlformats.org/officeDocument/2006/relationships/image" Target="../media/image1043.png"/><Relationship Id="rId249" Type="http://schemas.openxmlformats.org/officeDocument/2006/relationships/image" Target="../media/image1064.png"/><Relationship Id="rId13" Type="http://schemas.openxmlformats.org/officeDocument/2006/relationships/image" Target="../media/image947.png"/><Relationship Id="rId109" Type="http://schemas.openxmlformats.org/officeDocument/2006/relationships/image" Target="../media/image994.png"/><Relationship Id="rId260" Type="http://schemas.openxmlformats.org/officeDocument/2006/relationships/customXml" Target="../ink/ink1080.xml"/><Relationship Id="rId316" Type="http://schemas.openxmlformats.org/officeDocument/2006/relationships/customXml" Target="../ink/ink1108.xml"/><Relationship Id="rId55" Type="http://schemas.openxmlformats.org/officeDocument/2006/relationships/image" Target="../media/image968.png"/><Relationship Id="rId97" Type="http://schemas.openxmlformats.org/officeDocument/2006/relationships/image" Target="../media/image988.png"/><Relationship Id="rId120" Type="http://schemas.openxmlformats.org/officeDocument/2006/relationships/customXml" Target="../ink/ink1010.xml"/><Relationship Id="rId358" Type="http://schemas.openxmlformats.org/officeDocument/2006/relationships/customXml" Target="../ink/ink1129.xml"/><Relationship Id="rId162" Type="http://schemas.openxmlformats.org/officeDocument/2006/relationships/customXml" Target="../ink/ink1031.xml"/><Relationship Id="rId218" Type="http://schemas.openxmlformats.org/officeDocument/2006/relationships/customXml" Target="../ink/ink1059.xml"/><Relationship Id="rId271" Type="http://schemas.openxmlformats.org/officeDocument/2006/relationships/image" Target="../media/image1075.png"/><Relationship Id="rId24" Type="http://schemas.openxmlformats.org/officeDocument/2006/relationships/customXml" Target="../ink/ink962.xml"/><Relationship Id="rId66" Type="http://schemas.openxmlformats.org/officeDocument/2006/relationships/customXml" Target="../ink/ink983.xml"/><Relationship Id="rId131" Type="http://schemas.openxmlformats.org/officeDocument/2006/relationships/image" Target="../media/image1005.png"/><Relationship Id="rId327" Type="http://schemas.openxmlformats.org/officeDocument/2006/relationships/image" Target="../media/image1103.png"/><Relationship Id="rId369" Type="http://schemas.openxmlformats.org/officeDocument/2006/relationships/image" Target="../media/image1124.png"/><Relationship Id="rId173" Type="http://schemas.openxmlformats.org/officeDocument/2006/relationships/image" Target="../media/image1026.png"/><Relationship Id="rId229" Type="http://schemas.openxmlformats.org/officeDocument/2006/relationships/image" Target="../media/image1054.png"/><Relationship Id="rId380" Type="http://schemas.openxmlformats.org/officeDocument/2006/relationships/customXml" Target="../ink/ink1140.xml"/><Relationship Id="rId240" Type="http://schemas.openxmlformats.org/officeDocument/2006/relationships/customXml" Target="../ink/ink1070.xml"/><Relationship Id="rId35" Type="http://schemas.openxmlformats.org/officeDocument/2006/relationships/image" Target="../media/image958.png"/><Relationship Id="rId77" Type="http://schemas.openxmlformats.org/officeDocument/2006/relationships/image" Target="../media/image978.png"/><Relationship Id="rId100" Type="http://schemas.openxmlformats.org/officeDocument/2006/relationships/customXml" Target="../ink/ink1000.xml"/><Relationship Id="rId282" Type="http://schemas.openxmlformats.org/officeDocument/2006/relationships/customXml" Target="../ink/ink1091.xml"/><Relationship Id="rId338" Type="http://schemas.openxmlformats.org/officeDocument/2006/relationships/customXml" Target="../ink/ink1119.xml"/><Relationship Id="rId8" Type="http://schemas.openxmlformats.org/officeDocument/2006/relationships/customXml" Target="../ink/ink954.xml"/><Relationship Id="rId142" Type="http://schemas.openxmlformats.org/officeDocument/2006/relationships/customXml" Target="../ink/ink1021.xml"/><Relationship Id="rId184" Type="http://schemas.openxmlformats.org/officeDocument/2006/relationships/customXml" Target="../ink/ink1042.xml"/><Relationship Id="rId251" Type="http://schemas.openxmlformats.org/officeDocument/2006/relationships/image" Target="../media/image1065.png"/><Relationship Id="rId46" Type="http://schemas.openxmlformats.org/officeDocument/2006/relationships/customXml" Target="../ink/ink973.xml"/><Relationship Id="rId293" Type="http://schemas.openxmlformats.org/officeDocument/2006/relationships/image" Target="../media/image1086.png"/><Relationship Id="rId307" Type="http://schemas.openxmlformats.org/officeDocument/2006/relationships/image" Target="../media/image1093.png"/><Relationship Id="rId349" Type="http://schemas.openxmlformats.org/officeDocument/2006/relationships/image" Target="../media/image1114.png"/><Relationship Id="rId88" Type="http://schemas.openxmlformats.org/officeDocument/2006/relationships/customXml" Target="../ink/ink994.xml"/><Relationship Id="rId111" Type="http://schemas.openxmlformats.org/officeDocument/2006/relationships/image" Target="../media/image995.png"/><Relationship Id="rId153" Type="http://schemas.openxmlformats.org/officeDocument/2006/relationships/image" Target="../media/image1016.png"/><Relationship Id="rId195" Type="http://schemas.openxmlformats.org/officeDocument/2006/relationships/image" Target="../media/image1037.png"/><Relationship Id="rId209" Type="http://schemas.openxmlformats.org/officeDocument/2006/relationships/image" Target="../media/image1044.png"/><Relationship Id="rId360" Type="http://schemas.openxmlformats.org/officeDocument/2006/relationships/customXml" Target="../ink/ink1130.xml"/><Relationship Id="rId220" Type="http://schemas.openxmlformats.org/officeDocument/2006/relationships/customXml" Target="../ink/ink1060.xml"/><Relationship Id="rId15" Type="http://schemas.openxmlformats.org/officeDocument/2006/relationships/image" Target="../media/image948.png"/><Relationship Id="rId57" Type="http://schemas.openxmlformats.org/officeDocument/2006/relationships/image" Target="../media/image969.png"/><Relationship Id="rId262" Type="http://schemas.openxmlformats.org/officeDocument/2006/relationships/customXml" Target="../ink/ink1081.xml"/><Relationship Id="rId318" Type="http://schemas.openxmlformats.org/officeDocument/2006/relationships/customXml" Target="../ink/ink1109.xml"/><Relationship Id="rId99" Type="http://schemas.openxmlformats.org/officeDocument/2006/relationships/image" Target="../media/image989.png"/><Relationship Id="rId122" Type="http://schemas.openxmlformats.org/officeDocument/2006/relationships/customXml" Target="../ink/ink1011.xml"/><Relationship Id="rId164" Type="http://schemas.openxmlformats.org/officeDocument/2006/relationships/customXml" Target="../ink/ink1032.xml"/><Relationship Id="rId371" Type="http://schemas.openxmlformats.org/officeDocument/2006/relationships/image" Target="../media/image1125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88.png"/><Relationship Id="rId21" Type="http://schemas.openxmlformats.org/officeDocument/2006/relationships/image" Target="../media/image1140.png"/><Relationship Id="rId42" Type="http://schemas.openxmlformats.org/officeDocument/2006/relationships/customXml" Target="../ink/ink1161.xml"/><Relationship Id="rId63" Type="http://schemas.openxmlformats.org/officeDocument/2006/relationships/image" Target="../media/image1161.png"/><Relationship Id="rId84" Type="http://schemas.openxmlformats.org/officeDocument/2006/relationships/customXml" Target="../ink/ink1182.xml"/><Relationship Id="rId138" Type="http://schemas.openxmlformats.org/officeDocument/2006/relationships/customXml" Target="../ink/ink1209.xml"/><Relationship Id="rId159" Type="http://schemas.openxmlformats.org/officeDocument/2006/relationships/image" Target="../media/image1209.png"/><Relationship Id="rId170" Type="http://schemas.openxmlformats.org/officeDocument/2006/relationships/customXml" Target="../ink/ink1225.xml"/><Relationship Id="rId191" Type="http://schemas.openxmlformats.org/officeDocument/2006/relationships/image" Target="../media/image1225.png"/><Relationship Id="rId205" Type="http://schemas.openxmlformats.org/officeDocument/2006/relationships/image" Target="../media/image1232.png"/><Relationship Id="rId107" Type="http://schemas.openxmlformats.org/officeDocument/2006/relationships/image" Target="../media/image1183.png"/><Relationship Id="rId11" Type="http://schemas.openxmlformats.org/officeDocument/2006/relationships/image" Target="../media/image1135.png"/><Relationship Id="rId32" Type="http://schemas.openxmlformats.org/officeDocument/2006/relationships/customXml" Target="../ink/ink1156.xml"/><Relationship Id="rId53" Type="http://schemas.openxmlformats.org/officeDocument/2006/relationships/image" Target="../media/image1156.png"/><Relationship Id="rId74" Type="http://schemas.openxmlformats.org/officeDocument/2006/relationships/customXml" Target="../ink/ink1177.xml"/><Relationship Id="rId128" Type="http://schemas.openxmlformats.org/officeDocument/2006/relationships/customXml" Target="../ink/ink1204.xml"/><Relationship Id="rId149" Type="http://schemas.openxmlformats.org/officeDocument/2006/relationships/image" Target="../media/image1204.png"/><Relationship Id="rId5" Type="http://schemas.openxmlformats.org/officeDocument/2006/relationships/image" Target="../media/image1132.png"/><Relationship Id="rId95" Type="http://schemas.openxmlformats.org/officeDocument/2006/relationships/image" Target="../media/image1177.png"/><Relationship Id="rId160" Type="http://schemas.openxmlformats.org/officeDocument/2006/relationships/customXml" Target="../ink/ink1220.xml"/><Relationship Id="rId181" Type="http://schemas.openxmlformats.org/officeDocument/2006/relationships/image" Target="../media/image1220.png"/><Relationship Id="rId22" Type="http://schemas.openxmlformats.org/officeDocument/2006/relationships/customXml" Target="../ink/ink1151.xml"/><Relationship Id="rId43" Type="http://schemas.openxmlformats.org/officeDocument/2006/relationships/image" Target="../media/image1151.png"/><Relationship Id="rId64" Type="http://schemas.openxmlformats.org/officeDocument/2006/relationships/customXml" Target="../ink/ink1172.xml"/><Relationship Id="rId118" Type="http://schemas.openxmlformats.org/officeDocument/2006/relationships/customXml" Target="../ink/ink1199.xml"/><Relationship Id="rId139" Type="http://schemas.openxmlformats.org/officeDocument/2006/relationships/image" Target="../media/image1199.png"/><Relationship Id="rId85" Type="http://schemas.openxmlformats.org/officeDocument/2006/relationships/image" Target="../media/image1172.png"/><Relationship Id="rId150" Type="http://schemas.openxmlformats.org/officeDocument/2006/relationships/customXml" Target="../ink/ink1215.xml"/><Relationship Id="rId171" Type="http://schemas.openxmlformats.org/officeDocument/2006/relationships/image" Target="../media/image1215.png"/><Relationship Id="rId192" Type="http://schemas.openxmlformats.org/officeDocument/2006/relationships/customXml" Target="../ink/ink1236.xml"/><Relationship Id="rId206" Type="http://schemas.openxmlformats.org/officeDocument/2006/relationships/customXml" Target="../ink/ink1243.xml"/><Relationship Id="rId12" Type="http://schemas.openxmlformats.org/officeDocument/2006/relationships/customXml" Target="../ink/ink1146.xml"/><Relationship Id="rId33" Type="http://schemas.openxmlformats.org/officeDocument/2006/relationships/image" Target="../media/image1146.png"/><Relationship Id="rId108" Type="http://schemas.openxmlformats.org/officeDocument/2006/relationships/customXml" Target="../ink/ink1194.xml"/><Relationship Id="rId129" Type="http://schemas.openxmlformats.org/officeDocument/2006/relationships/image" Target="../media/image1194.png"/><Relationship Id="rId54" Type="http://schemas.openxmlformats.org/officeDocument/2006/relationships/customXml" Target="../ink/ink1167.xml"/><Relationship Id="rId75" Type="http://schemas.openxmlformats.org/officeDocument/2006/relationships/image" Target="../media/image1167.png"/><Relationship Id="rId96" Type="http://schemas.openxmlformats.org/officeDocument/2006/relationships/customXml" Target="../ink/ink1188.xml"/><Relationship Id="rId140" Type="http://schemas.openxmlformats.org/officeDocument/2006/relationships/customXml" Target="../ink/ink1210.xml"/><Relationship Id="rId161" Type="http://schemas.openxmlformats.org/officeDocument/2006/relationships/image" Target="../media/image1210.png"/><Relationship Id="rId182" Type="http://schemas.openxmlformats.org/officeDocument/2006/relationships/customXml" Target="../ink/ink1231.xml"/><Relationship Id="rId6" Type="http://schemas.openxmlformats.org/officeDocument/2006/relationships/customXml" Target="../ink/ink1143.xml"/><Relationship Id="rId23" Type="http://schemas.openxmlformats.org/officeDocument/2006/relationships/image" Target="../media/image1141.png"/><Relationship Id="rId119" Type="http://schemas.openxmlformats.org/officeDocument/2006/relationships/image" Target="../media/image1189.png"/><Relationship Id="rId44" Type="http://schemas.openxmlformats.org/officeDocument/2006/relationships/customXml" Target="../ink/ink1162.xml"/><Relationship Id="rId65" Type="http://schemas.openxmlformats.org/officeDocument/2006/relationships/image" Target="../media/image1162.png"/><Relationship Id="rId86" Type="http://schemas.openxmlformats.org/officeDocument/2006/relationships/customXml" Target="../ink/ink1183.xml"/><Relationship Id="rId130" Type="http://schemas.openxmlformats.org/officeDocument/2006/relationships/customXml" Target="../ink/ink1205.xml"/><Relationship Id="rId151" Type="http://schemas.openxmlformats.org/officeDocument/2006/relationships/image" Target="../media/image1205.png"/><Relationship Id="rId172" Type="http://schemas.openxmlformats.org/officeDocument/2006/relationships/customXml" Target="../ink/ink1226.xml"/><Relationship Id="rId193" Type="http://schemas.openxmlformats.org/officeDocument/2006/relationships/image" Target="../media/image1226.png"/><Relationship Id="rId207" Type="http://schemas.openxmlformats.org/officeDocument/2006/relationships/image" Target="../media/image1233.png"/><Relationship Id="rId13" Type="http://schemas.openxmlformats.org/officeDocument/2006/relationships/image" Target="../media/image1136.png"/><Relationship Id="rId109" Type="http://schemas.openxmlformats.org/officeDocument/2006/relationships/image" Target="../media/image1184.png"/><Relationship Id="rId34" Type="http://schemas.openxmlformats.org/officeDocument/2006/relationships/customXml" Target="../ink/ink1157.xml"/><Relationship Id="rId55" Type="http://schemas.openxmlformats.org/officeDocument/2006/relationships/image" Target="../media/image1157.png"/><Relationship Id="rId76" Type="http://schemas.openxmlformats.org/officeDocument/2006/relationships/customXml" Target="../ink/ink1178.xml"/><Relationship Id="rId97" Type="http://schemas.openxmlformats.org/officeDocument/2006/relationships/image" Target="../media/image1178.png"/><Relationship Id="rId120" Type="http://schemas.openxmlformats.org/officeDocument/2006/relationships/customXml" Target="../ink/ink1200.xml"/><Relationship Id="rId141" Type="http://schemas.openxmlformats.org/officeDocument/2006/relationships/image" Target="../media/image1200.png"/><Relationship Id="rId7" Type="http://schemas.openxmlformats.org/officeDocument/2006/relationships/image" Target="../media/image1133.png"/><Relationship Id="rId162" Type="http://schemas.openxmlformats.org/officeDocument/2006/relationships/customXml" Target="../ink/ink1221.xml"/><Relationship Id="rId183" Type="http://schemas.openxmlformats.org/officeDocument/2006/relationships/image" Target="../media/image1221.png"/><Relationship Id="rId24" Type="http://schemas.openxmlformats.org/officeDocument/2006/relationships/customXml" Target="../ink/ink1152.xml"/><Relationship Id="rId45" Type="http://schemas.openxmlformats.org/officeDocument/2006/relationships/image" Target="../media/image1152.png"/><Relationship Id="rId66" Type="http://schemas.openxmlformats.org/officeDocument/2006/relationships/customXml" Target="../ink/ink1173.xml"/><Relationship Id="rId87" Type="http://schemas.openxmlformats.org/officeDocument/2006/relationships/image" Target="../media/image1173.png"/><Relationship Id="rId110" Type="http://schemas.openxmlformats.org/officeDocument/2006/relationships/customXml" Target="../ink/ink1195.xml"/><Relationship Id="rId131" Type="http://schemas.openxmlformats.org/officeDocument/2006/relationships/image" Target="../media/image1195.png"/><Relationship Id="rId61" Type="http://schemas.openxmlformats.org/officeDocument/2006/relationships/image" Target="../media/image1160.png"/><Relationship Id="rId82" Type="http://schemas.openxmlformats.org/officeDocument/2006/relationships/customXml" Target="../ink/ink1181.xml"/><Relationship Id="rId152" Type="http://schemas.openxmlformats.org/officeDocument/2006/relationships/customXml" Target="../ink/ink1216.xml"/><Relationship Id="rId173" Type="http://schemas.openxmlformats.org/officeDocument/2006/relationships/image" Target="../media/image1216.png"/><Relationship Id="rId194" Type="http://schemas.openxmlformats.org/officeDocument/2006/relationships/customXml" Target="../ink/ink1237.xml"/><Relationship Id="rId199" Type="http://schemas.openxmlformats.org/officeDocument/2006/relationships/image" Target="../media/image1229.png"/><Relationship Id="rId203" Type="http://schemas.openxmlformats.org/officeDocument/2006/relationships/image" Target="../media/image1231.png"/><Relationship Id="rId208" Type="http://schemas.openxmlformats.org/officeDocument/2006/relationships/customXml" Target="../ink/ink1244.xml"/><Relationship Id="rId19" Type="http://schemas.openxmlformats.org/officeDocument/2006/relationships/image" Target="../media/image1139.png"/><Relationship Id="rId14" Type="http://schemas.openxmlformats.org/officeDocument/2006/relationships/customXml" Target="../ink/ink1147.xml"/><Relationship Id="rId30" Type="http://schemas.openxmlformats.org/officeDocument/2006/relationships/customXml" Target="../ink/ink1155.xml"/><Relationship Id="rId35" Type="http://schemas.openxmlformats.org/officeDocument/2006/relationships/image" Target="../media/image1147.png"/><Relationship Id="rId56" Type="http://schemas.openxmlformats.org/officeDocument/2006/relationships/customXml" Target="../ink/ink1168.xml"/><Relationship Id="rId77" Type="http://schemas.openxmlformats.org/officeDocument/2006/relationships/image" Target="../media/image1168.png"/><Relationship Id="rId100" Type="http://schemas.openxmlformats.org/officeDocument/2006/relationships/customXml" Target="../ink/ink1190.xml"/><Relationship Id="rId105" Type="http://schemas.openxmlformats.org/officeDocument/2006/relationships/image" Target="../media/image1182.png"/><Relationship Id="rId126" Type="http://schemas.openxmlformats.org/officeDocument/2006/relationships/customXml" Target="../ink/ink1203.xml"/><Relationship Id="rId147" Type="http://schemas.openxmlformats.org/officeDocument/2006/relationships/image" Target="../media/image1203.png"/><Relationship Id="rId168" Type="http://schemas.openxmlformats.org/officeDocument/2006/relationships/customXml" Target="../ink/ink1224.xml"/><Relationship Id="rId8" Type="http://schemas.openxmlformats.org/officeDocument/2006/relationships/customXml" Target="../ink/ink1144.xml"/><Relationship Id="rId51" Type="http://schemas.openxmlformats.org/officeDocument/2006/relationships/image" Target="../media/image1155.png"/><Relationship Id="rId72" Type="http://schemas.openxmlformats.org/officeDocument/2006/relationships/customXml" Target="../ink/ink1176.xml"/><Relationship Id="rId93" Type="http://schemas.openxmlformats.org/officeDocument/2006/relationships/image" Target="../media/image1176.png"/><Relationship Id="rId98" Type="http://schemas.openxmlformats.org/officeDocument/2006/relationships/customXml" Target="../ink/ink1189.xml"/><Relationship Id="rId121" Type="http://schemas.openxmlformats.org/officeDocument/2006/relationships/image" Target="../media/image1190.png"/><Relationship Id="rId142" Type="http://schemas.openxmlformats.org/officeDocument/2006/relationships/customXml" Target="../ink/ink1211.xml"/><Relationship Id="rId163" Type="http://schemas.openxmlformats.org/officeDocument/2006/relationships/image" Target="../media/image1211.png"/><Relationship Id="rId184" Type="http://schemas.openxmlformats.org/officeDocument/2006/relationships/customXml" Target="../ink/ink1232.xml"/><Relationship Id="rId189" Type="http://schemas.openxmlformats.org/officeDocument/2006/relationships/image" Target="../media/image1224.png"/><Relationship Id="rId3" Type="http://schemas.openxmlformats.org/officeDocument/2006/relationships/image" Target="../media/image1131.png"/><Relationship Id="rId25" Type="http://schemas.openxmlformats.org/officeDocument/2006/relationships/image" Target="../media/image1142.png"/><Relationship Id="rId46" Type="http://schemas.openxmlformats.org/officeDocument/2006/relationships/customXml" Target="../ink/ink1163.xml"/><Relationship Id="rId67" Type="http://schemas.openxmlformats.org/officeDocument/2006/relationships/image" Target="../media/image1163.png"/><Relationship Id="rId116" Type="http://schemas.openxmlformats.org/officeDocument/2006/relationships/customXml" Target="../ink/ink1198.xml"/><Relationship Id="rId137" Type="http://schemas.openxmlformats.org/officeDocument/2006/relationships/image" Target="../media/image1198.png"/><Relationship Id="rId158" Type="http://schemas.openxmlformats.org/officeDocument/2006/relationships/customXml" Target="../ink/ink1219.xml"/><Relationship Id="rId20" Type="http://schemas.openxmlformats.org/officeDocument/2006/relationships/customXml" Target="../ink/ink1150.xml"/><Relationship Id="rId41" Type="http://schemas.openxmlformats.org/officeDocument/2006/relationships/image" Target="../media/image1150.png"/><Relationship Id="rId62" Type="http://schemas.openxmlformats.org/officeDocument/2006/relationships/customXml" Target="../ink/ink1171.xml"/><Relationship Id="rId83" Type="http://schemas.openxmlformats.org/officeDocument/2006/relationships/image" Target="../media/image1171.png"/><Relationship Id="rId88" Type="http://schemas.openxmlformats.org/officeDocument/2006/relationships/customXml" Target="../ink/ink1184.xml"/><Relationship Id="rId111" Type="http://schemas.openxmlformats.org/officeDocument/2006/relationships/image" Target="../media/image1185.png"/><Relationship Id="rId132" Type="http://schemas.openxmlformats.org/officeDocument/2006/relationships/customXml" Target="../ink/ink1206.xml"/><Relationship Id="rId153" Type="http://schemas.openxmlformats.org/officeDocument/2006/relationships/image" Target="../media/image1206.png"/><Relationship Id="rId174" Type="http://schemas.openxmlformats.org/officeDocument/2006/relationships/customXml" Target="../ink/ink1227.xml"/><Relationship Id="rId179" Type="http://schemas.openxmlformats.org/officeDocument/2006/relationships/image" Target="../media/image1219.png"/><Relationship Id="rId195" Type="http://schemas.openxmlformats.org/officeDocument/2006/relationships/image" Target="../media/image1227.png"/><Relationship Id="rId209" Type="http://schemas.openxmlformats.org/officeDocument/2006/relationships/image" Target="../media/image1234.png"/><Relationship Id="rId190" Type="http://schemas.openxmlformats.org/officeDocument/2006/relationships/customXml" Target="../ink/ink1235.xml"/><Relationship Id="rId204" Type="http://schemas.openxmlformats.org/officeDocument/2006/relationships/customXml" Target="../ink/ink1242.xml"/><Relationship Id="rId15" Type="http://schemas.openxmlformats.org/officeDocument/2006/relationships/image" Target="../media/image1137.png"/><Relationship Id="rId36" Type="http://schemas.openxmlformats.org/officeDocument/2006/relationships/customXml" Target="../ink/ink1158.xml"/><Relationship Id="rId57" Type="http://schemas.openxmlformats.org/officeDocument/2006/relationships/image" Target="../media/image1158.png"/><Relationship Id="rId106" Type="http://schemas.openxmlformats.org/officeDocument/2006/relationships/customXml" Target="../ink/ink1193.xml"/><Relationship Id="rId127" Type="http://schemas.openxmlformats.org/officeDocument/2006/relationships/image" Target="../media/image1193.png"/><Relationship Id="rId10" Type="http://schemas.openxmlformats.org/officeDocument/2006/relationships/customXml" Target="../ink/ink1145.xml"/><Relationship Id="rId31" Type="http://schemas.openxmlformats.org/officeDocument/2006/relationships/image" Target="../media/image1145.png"/><Relationship Id="rId52" Type="http://schemas.openxmlformats.org/officeDocument/2006/relationships/customXml" Target="../ink/ink1166.xml"/><Relationship Id="rId73" Type="http://schemas.openxmlformats.org/officeDocument/2006/relationships/image" Target="../media/image1166.png"/><Relationship Id="rId78" Type="http://schemas.openxmlformats.org/officeDocument/2006/relationships/customXml" Target="../ink/ink1179.xml"/><Relationship Id="rId94" Type="http://schemas.openxmlformats.org/officeDocument/2006/relationships/customXml" Target="../ink/ink1187.xml"/><Relationship Id="rId99" Type="http://schemas.openxmlformats.org/officeDocument/2006/relationships/image" Target="../media/image1179.png"/><Relationship Id="rId101" Type="http://schemas.openxmlformats.org/officeDocument/2006/relationships/image" Target="../media/image1180.png"/><Relationship Id="rId122" Type="http://schemas.openxmlformats.org/officeDocument/2006/relationships/customXml" Target="../ink/ink1201.xml"/><Relationship Id="rId143" Type="http://schemas.openxmlformats.org/officeDocument/2006/relationships/image" Target="../media/image1201.png"/><Relationship Id="rId148" Type="http://schemas.openxmlformats.org/officeDocument/2006/relationships/customXml" Target="../ink/ink1214.xml"/><Relationship Id="rId164" Type="http://schemas.openxmlformats.org/officeDocument/2006/relationships/customXml" Target="../ink/ink1222.xml"/><Relationship Id="rId169" Type="http://schemas.openxmlformats.org/officeDocument/2006/relationships/image" Target="../media/image1214.png"/><Relationship Id="rId185" Type="http://schemas.openxmlformats.org/officeDocument/2006/relationships/image" Target="../media/image1222.png"/><Relationship Id="rId4" Type="http://schemas.openxmlformats.org/officeDocument/2006/relationships/customXml" Target="../ink/ink1142.xml"/><Relationship Id="rId9" Type="http://schemas.openxmlformats.org/officeDocument/2006/relationships/image" Target="../media/image1134.png"/><Relationship Id="rId180" Type="http://schemas.openxmlformats.org/officeDocument/2006/relationships/customXml" Target="../ink/ink1230.xml"/><Relationship Id="rId26" Type="http://schemas.openxmlformats.org/officeDocument/2006/relationships/customXml" Target="../ink/ink1153.xml"/><Relationship Id="rId47" Type="http://schemas.openxmlformats.org/officeDocument/2006/relationships/image" Target="../media/image1153.png"/><Relationship Id="rId68" Type="http://schemas.openxmlformats.org/officeDocument/2006/relationships/customXml" Target="../ink/ink1174.xml"/><Relationship Id="rId89" Type="http://schemas.openxmlformats.org/officeDocument/2006/relationships/image" Target="../media/image1174.png"/><Relationship Id="rId112" Type="http://schemas.openxmlformats.org/officeDocument/2006/relationships/customXml" Target="../ink/ink1196.xml"/><Relationship Id="rId133" Type="http://schemas.openxmlformats.org/officeDocument/2006/relationships/image" Target="../media/image1196.png"/><Relationship Id="rId154" Type="http://schemas.openxmlformats.org/officeDocument/2006/relationships/customXml" Target="../ink/ink1217.xml"/><Relationship Id="rId175" Type="http://schemas.openxmlformats.org/officeDocument/2006/relationships/image" Target="../media/image1217.png"/><Relationship Id="rId196" Type="http://schemas.openxmlformats.org/officeDocument/2006/relationships/customXml" Target="../ink/ink1238.xml"/><Relationship Id="rId200" Type="http://schemas.openxmlformats.org/officeDocument/2006/relationships/customXml" Target="../ink/ink1240.xml"/><Relationship Id="rId16" Type="http://schemas.openxmlformats.org/officeDocument/2006/relationships/customXml" Target="../ink/ink1148.xml"/><Relationship Id="rId37" Type="http://schemas.openxmlformats.org/officeDocument/2006/relationships/image" Target="../media/image1148.png"/><Relationship Id="rId58" Type="http://schemas.openxmlformats.org/officeDocument/2006/relationships/customXml" Target="../ink/ink1169.xml"/><Relationship Id="rId79" Type="http://schemas.openxmlformats.org/officeDocument/2006/relationships/image" Target="../media/image1169.png"/><Relationship Id="rId102" Type="http://schemas.openxmlformats.org/officeDocument/2006/relationships/customXml" Target="../ink/ink1191.xml"/><Relationship Id="rId123" Type="http://schemas.openxmlformats.org/officeDocument/2006/relationships/image" Target="../media/image1191.png"/><Relationship Id="rId144" Type="http://schemas.openxmlformats.org/officeDocument/2006/relationships/customXml" Target="../ink/ink1212.xml"/><Relationship Id="rId90" Type="http://schemas.openxmlformats.org/officeDocument/2006/relationships/customXml" Target="../ink/ink1185.xml"/><Relationship Id="rId165" Type="http://schemas.openxmlformats.org/officeDocument/2006/relationships/image" Target="../media/image1212.png"/><Relationship Id="rId186" Type="http://schemas.openxmlformats.org/officeDocument/2006/relationships/customXml" Target="../ink/ink1233.xml"/><Relationship Id="rId27" Type="http://schemas.openxmlformats.org/officeDocument/2006/relationships/image" Target="../media/image1143.png"/><Relationship Id="rId48" Type="http://schemas.openxmlformats.org/officeDocument/2006/relationships/customXml" Target="../ink/ink1164.xml"/><Relationship Id="rId69" Type="http://schemas.openxmlformats.org/officeDocument/2006/relationships/image" Target="../media/image1164.png"/><Relationship Id="rId113" Type="http://schemas.openxmlformats.org/officeDocument/2006/relationships/image" Target="../media/image1186.png"/><Relationship Id="rId134" Type="http://schemas.openxmlformats.org/officeDocument/2006/relationships/customXml" Target="../ink/ink1207.xml"/><Relationship Id="rId80" Type="http://schemas.openxmlformats.org/officeDocument/2006/relationships/customXml" Target="../ink/ink1180.xml"/><Relationship Id="rId155" Type="http://schemas.openxmlformats.org/officeDocument/2006/relationships/image" Target="../media/image1207.png"/><Relationship Id="rId176" Type="http://schemas.openxmlformats.org/officeDocument/2006/relationships/customXml" Target="../ink/ink1228.xml"/><Relationship Id="rId197" Type="http://schemas.openxmlformats.org/officeDocument/2006/relationships/image" Target="../media/image1228.png"/><Relationship Id="rId201" Type="http://schemas.openxmlformats.org/officeDocument/2006/relationships/image" Target="../media/image1230.png"/><Relationship Id="rId17" Type="http://schemas.openxmlformats.org/officeDocument/2006/relationships/image" Target="../media/image1138.png"/><Relationship Id="rId38" Type="http://schemas.openxmlformats.org/officeDocument/2006/relationships/customXml" Target="../ink/ink1159.xml"/><Relationship Id="rId59" Type="http://schemas.openxmlformats.org/officeDocument/2006/relationships/image" Target="../media/image1159.png"/><Relationship Id="rId103" Type="http://schemas.openxmlformats.org/officeDocument/2006/relationships/image" Target="../media/image1181.png"/><Relationship Id="rId124" Type="http://schemas.openxmlformats.org/officeDocument/2006/relationships/customXml" Target="../ink/ink1202.xml"/><Relationship Id="rId70" Type="http://schemas.openxmlformats.org/officeDocument/2006/relationships/customXml" Target="../ink/ink1175.xml"/><Relationship Id="rId91" Type="http://schemas.openxmlformats.org/officeDocument/2006/relationships/image" Target="../media/image1175.png"/><Relationship Id="rId145" Type="http://schemas.openxmlformats.org/officeDocument/2006/relationships/image" Target="../media/image1202.png"/><Relationship Id="rId166" Type="http://schemas.openxmlformats.org/officeDocument/2006/relationships/customXml" Target="../ink/ink1223.xml"/><Relationship Id="rId187" Type="http://schemas.openxmlformats.org/officeDocument/2006/relationships/image" Target="../media/image122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154.xml"/><Relationship Id="rId49" Type="http://schemas.openxmlformats.org/officeDocument/2006/relationships/image" Target="../media/image1154.png"/><Relationship Id="rId114" Type="http://schemas.openxmlformats.org/officeDocument/2006/relationships/customXml" Target="../ink/ink1197.xml"/><Relationship Id="rId60" Type="http://schemas.openxmlformats.org/officeDocument/2006/relationships/customXml" Target="../ink/ink1170.xml"/><Relationship Id="rId81" Type="http://schemas.openxmlformats.org/officeDocument/2006/relationships/image" Target="../media/image1170.png"/><Relationship Id="rId135" Type="http://schemas.openxmlformats.org/officeDocument/2006/relationships/image" Target="../media/image1197.png"/><Relationship Id="rId156" Type="http://schemas.openxmlformats.org/officeDocument/2006/relationships/customXml" Target="../ink/ink1218.xml"/><Relationship Id="rId177" Type="http://schemas.openxmlformats.org/officeDocument/2006/relationships/image" Target="../media/image1218.png"/><Relationship Id="rId198" Type="http://schemas.openxmlformats.org/officeDocument/2006/relationships/customXml" Target="../ink/ink1239.xml"/><Relationship Id="rId202" Type="http://schemas.openxmlformats.org/officeDocument/2006/relationships/customXml" Target="../ink/ink1241.xml"/><Relationship Id="rId18" Type="http://schemas.openxmlformats.org/officeDocument/2006/relationships/customXml" Target="../ink/ink1149.xml"/><Relationship Id="rId39" Type="http://schemas.openxmlformats.org/officeDocument/2006/relationships/image" Target="../media/image1149.png"/><Relationship Id="rId50" Type="http://schemas.openxmlformats.org/officeDocument/2006/relationships/customXml" Target="../ink/ink1165.xml"/><Relationship Id="rId104" Type="http://schemas.openxmlformats.org/officeDocument/2006/relationships/customXml" Target="../ink/ink1192.xml"/><Relationship Id="rId125" Type="http://schemas.openxmlformats.org/officeDocument/2006/relationships/image" Target="../media/image1192.png"/><Relationship Id="rId146" Type="http://schemas.openxmlformats.org/officeDocument/2006/relationships/customXml" Target="../ink/ink1213.xml"/><Relationship Id="rId167" Type="http://schemas.openxmlformats.org/officeDocument/2006/relationships/image" Target="../media/image1213.png"/><Relationship Id="rId188" Type="http://schemas.openxmlformats.org/officeDocument/2006/relationships/customXml" Target="../ink/ink1234.xml"/><Relationship Id="rId71" Type="http://schemas.openxmlformats.org/officeDocument/2006/relationships/image" Target="../media/image1165.png"/><Relationship Id="rId92" Type="http://schemas.openxmlformats.org/officeDocument/2006/relationships/customXml" Target="../ink/ink1186.xml"/><Relationship Id="rId2" Type="http://schemas.openxmlformats.org/officeDocument/2006/relationships/customXml" Target="../ink/ink1141.xml"/><Relationship Id="rId29" Type="http://schemas.openxmlformats.org/officeDocument/2006/relationships/image" Target="../media/image1144.png"/><Relationship Id="rId40" Type="http://schemas.openxmlformats.org/officeDocument/2006/relationships/customXml" Target="../ink/ink1160.xml"/><Relationship Id="rId115" Type="http://schemas.openxmlformats.org/officeDocument/2006/relationships/image" Target="../media/image1187.png"/><Relationship Id="rId136" Type="http://schemas.openxmlformats.org/officeDocument/2006/relationships/customXml" Target="../ink/ink1208.xml"/><Relationship Id="rId157" Type="http://schemas.openxmlformats.org/officeDocument/2006/relationships/image" Target="../media/image1208.png"/><Relationship Id="rId178" Type="http://schemas.openxmlformats.org/officeDocument/2006/relationships/customXml" Target="../ink/ink1229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92.png"/><Relationship Id="rId21" Type="http://schemas.openxmlformats.org/officeDocument/2006/relationships/image" Target="../media/image1244.png"/><Relationship Id="rId42" Type="http://schemas.openxmlformats.org/officeDocument/2006/relationships/customXml" Target="../ink/ink1265.xml"/><Relationship Id="rId63" Type="http://schemas.openxmlformats.org/officeDocument/2006/relationships/image" Target="../media/image1265.png"/><Relationship Id="rId84" Type="http://schemas.openxmlformats.org/officeDocument/2006/relationships/customXml" Target="../ink/ink1286.xml"/><Relationship Id="rId138" Type="http://schemas.openxmlformats.org/officeDocument/2006/relationships/customXml" Target="../ink/ink1313.xml"/><Relationship Id="rId107" Type="http://schemas.openxmlformats.org/officeDocument/2006/relationships/image" Target="../media/image1287.png"/><Relationship Id="rId11" Type="http://schemas.openxmlformats.org/officeDocument/2006/relationships/image" Target="../media/image1239.png"/><Relationship Id="rId32" Type="http://schemas.openxmlformats.org/officeDocument/2006/relationships/customXml" Target="../ink/ink1260.xml"/><Relationship Id="rId53" Type="http://schemas.openxmlformats.org/officeDocument/2006/relationships/image" Target="../media/image1260.png"/><Relationship Id="rId74" Type="http://schemas.openxmlformats.org/officeDocument/2006/relationships/customXml" Target="../ink/ink1281.xml"/><Relationship Id="rId128" Type="http://schemas.openxmlformats.org/officeDocument/2006/relationships/customXml" Target="../ink/ink1308.xml"/><Relationship Id="rId149" Type="http://schemas.openxmlformats.org/officeDocument/2006/relationships/image" Target="../media/image1308.png"/><Relationship Id="rId5" Type="http://schemas.openxmlformats.org/officeDocument/2006/relationships/image" Target="../media/image1236.png"/><Relationship Id="rId95" Type="http://schemas.openxmlformats.org/officeDocument/2006/relationships/image" Target="../media/image1281.png"/><Relationship Id="rId22" Type="http://schemas.openxmlformats.org/officeDocument/2006/relationships/customXml" Target="../ink/ink1255.xml"/><Relationship Id="rId43" Type="http://schemas.openxmlformats.org/officeDocument/2006/relationships/image" Target="../media/image1255.png"/><Relationship Id="rId64" Type="http://schemas.openxmlformats.org/officeDocument/2006/relationships/customXml" Target="../ink/ink1276.xml"/><Relationship Id="rId118" Type="http://schemas.openxmlformats.org/officeDocument/2006/relationships/customXml" Target="../ink/ink1303.xml"/><Relationship Id="rId139" Type="http://schemas.openxmlformats.org/officeDocument/2006/relationships/image" Target="../media/image1303.png"/><Relationship Id="rId80" Type="http://schemas.openxmlformats.org/officeDocument/2006/relationships/customXml" Target="../ink/ink1284.xml"/><Relationship Id="rId85" Type="http://schemas.openxmlformats.org/officeDocument/2006/relationships/image" Target="../media/image1276.png"/><Relationship Id="rId150" Type="http://schemas.openxmlformats.org/officeDocument/2006/relationships/customXml" Target="../ink/ink1319.xml"/><Relationship Id="rId155" Type="http://schemas.openxmlformats.org/officeDocument/2006/relationships/image" Target="../media/image1311.png"/><Relationship Id="rId12" Type="http://schemas.openxmlformats.org/officeDocument/2006/relationships/customXml" Target="../ink/ink1250.xml"/><Relationship Id="rId17" Type="http://schemas.openxmlformats.org/officeDocument/2006/relationships/image" Target="../media/image1242.png"/><Relationship Id="rId33" Type="http://schemas.openxmlformats.org/officeDocument/2006/relationships/image" Target="../media/image1250.png"/><Relationship Id="rId38" Type="http://schemas.openxmlformats.org/officeDocument/2006/relationships/customXml" Target="../ink/ink1263.xml"/><Relationship Id="rId59" Type="http://schemas.openxmlformats.org/officeDocument/2006/relationships/image" Target="../media/image1263.png"/><Relationship Id="rId103" Type="http://schemas.openxmlformats.org/officeDocument/2006/relationships/image" Target="../media/image1285.png"/><Relationship Id="rId108" Type="http://schemas.openxmlformats.org/officeDocument/2006/relationships/customXml" Target="../ink/ink1298.xml"/><Relationship Id="rId124" Type="http://schemas.openxmlformats.org/officeDocument/2006/relationships/customXml" Target="../ink/ink1306.xml"/><Relationship Id="rId129" Type="http://schemas.openxmlformats.org/officeDocument/2006/relationships/image" Target="../media/image1298.png"/><Relationship Id="rId54" Type="http://schemas.openxmlformats.org/officeDocument/2006/relationships/customXml" Target="../ink/ink1271.xml"/><Relationship Id="rId70" Type="http://schemas.openxmlformats.org/officeDocument/2006/relationships/customXml" Target="../ink/ink1279.xml"/><Relationship Id="rId75" Type="http://schemas.openxmlformats.org/officeDocument/2006/relationships/image" Target="../media/image1271.png"/><Relationship Id="rId91" Type="http://schemas.openxmlformats.org/officeDocument/2006/relationships/image" Target="../media/image1279.png"/><Relationship Id="rId96" Type="http://schemas.openxmlformats.org/officeDocument/2006/relationships/customXml" Target="../ink/ink1292.xml"/><Relationship Id="rId140" Type="http://schemas.openxmlformats.org/officeDocument/2006/relationships/customXml" Target="../ink/ink1314.xml"/><Relationship Id="rId145" Type="http://schemas.openxmlformats.org/officeDocument/2006/relationships/image" Target="../media/image130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47.xml"/><Relationship Id="rId23" Type="http://schemas.openxmlformats.org/officeDocument/2006/relationships/image" Target="../media/image1245.png"/><Relationship Id="rId28" Type="http://schemas.openxmlformats.org/officeDocument/2006/relationships/customXml" Target="../ink/ink1258.xml"/><Relationship Id="rId49" Type="http://schemas.openxmlformats.org/officeDocument/2006/relationships/image" Target="../media/image1258.png"/><Relationship Id="rId114" Type="http://schemas.openxmlformats.org/officeDocument/2006/relationships/customXml" Target="../ink/ink1301.xml"/><Relationship Id="rId119" Type="http://schemas.openxmlformats.org/officeDocument/2006/relationships/image" Target="../media/image1293.png"/><Relationship Id="rId44" Type="http://schemas.openxmlformats.org/officeDocument/2006/relationships/customXml" Target="../ink/ink1266.xml"/><Relationship Id="rId60" Type="http://schemas.openxmlformats.org/officeDocument/2006/relationships/customXml" Target="../ink/ink1274.xml"/><Relationship Id="rId65" Type="http://schemas.openxmlformats.org/officeDocument/2006/relationships/image" Target="../media/image1266.png"/><Relationship Id="rId81" Type="http://schemas.openxmlformats.org/officeDocument/2006/relationships/image" Target="../media/image1274.png"/><Relationship Id="rId86" Type="http://schemas.openxmlformats.org/officeDocument/2006/relationships/customXml" Target="../ink/ink1287.xml"/><Relationship Id="rId130" Type="http://schemas.openxmlformats.org/officeDocument/2006/relationships/customXml" Target="../ink/ink1309.xml"/><Relationship Id="rId135" Type="http://schemas.openxmlformats.org/officeDocument/2006/relationships/image" Target="../media/image1301.png"/><Relationship Id="rId151" Type="http://schemas.openxmlformats.org/officeDocument/2006/relationships/image" Target="../media/image1309.png"/><Relationship Id="rId156" Type="http://schemas.openxmlformats.org/officeDocument/2006/relationships/customXml" Target="../ink/ink1322.xml"/><Relationship Id="rId13" Type="http://schemas.openxmlformats.org/officeDocument/2006/relationships/image" Target="../media/image1240.png"/><Relationship Id="rId18" Type="http://schemas.openxmlformats.org/officeDocument/2006/relationships/customXml" Target="../ink/ink1253.xml"/><Relationship Id="rId39" Type="http://schemas.openxmlformats.org/officeDocument/2006/relationships/image" Target="../media/image1253.png"/><Relationship Id="rId109" Type="http://schemas.openxmlformats.org/officeDocument/2006/relationships/image" Target="../media/image1288.png"/><Relationship Id="rId34" Type="http://schemas.openxmlformats.org/officeDocument/2006/relationships/customXml" Target="../ink/ink1261.xml"/><Relationship Id="rId50" Type="http://schemas.openxmlformats.org/officeDocument/2006/relationships/customXml" Target="../ink/ink1269.xml"/><Relationship Id="rId55" Type="http://schemas.openxmlformats.org/officeDocument/2006/relationships/image" Target="../media/image1261.png"/><Relationship Id="rId76" Type="http://schemas.openxmlformats.org/officeDocument/2006/relationships/customXml" Target="../ink/ink1282.xml"/><Relationship Id="rId97" Type="http://schemas.openxmlformats.org/officeDocument/2006/relationships/image" Target="../media/image1282.png"/><Relationship Id="rId104" Type="http://schemas.openxmlformats.org/officeDocument/2006/relationships/customXml" Target="../ink/ink1296.xml"/><Relationship Id="rId120" Type="http://schemas.openxmlformats.org/officeDocument/2006/relationships/customXml" Target="../ink/ink1304.xml"/><Relationship Id="rId125" Type="http://schemas.openxmlformats.org/officeDocument/2006/relationships/image" Target="../media/image1296.png"/><Relationship Id="rId141" Type="http://schemas.openxmlformats.org/officeDocument/2006/relationships/image" Target="../media/image1304.png"/><Relationship Id="rId146" Type="http://schemas.openxmlformats.org/officeDocument/2006/relationships/customXml" Target="../ink/ink1317.xml"/><Relationship Id="rId7" Type="http://schemas.openxmlformats.org/officeDocument/2006/relationships/image" Target="../media/image1237.png"/><Relationship Id="rId71" Type="http://schemas.openxmlformats.org/officeDocument/2006/relationships/image" Target="../media/image1269.png"/><Relationship Id="rId92" Type="http://schemas.openxmlformats.org/officeDocument/2006/relationships/customXml" Target="../ink/ink1290.xml"/><Relationship Id="rId2" Type="http://schemas.openxmlformats.org/officeDocument/2006/relationships/customXml" Target="../ink/ink1245.xml"/><Relationship Id="rId29" Type="http://schemas.openxmlformats.org/officeDocument/2006/relationships/image" Target="../media/image1248.png"/><Relationship Id="rId24" Type="http://schemas.openxmlformats.org/officeDocument/2006/relationships/customXml" Target="../ink/ink1256.xml"/><Relationship Id="rId40" Type="http://schemas.openxmlformats.org/officeDocument/2006/relationships/customXml" Target="../ink/ink1264.xml"/><Relationship Id="rId45" Type="http://schemas.openxmlformats.org/officeDocument/2006/relationships/image" Target="../media/image1256.png"/><Relationship Id="rId66" Type="http://schemas.openxmlformats.org/officeDocument/2006/relationships/customXml" Target="../ink/ink1277.xml"/><Relationship Id="rId87" Type="http://schemas.openxmlformats.org/officeDocument/2006/relationships/image" Target="../media/image1277.png"/><Relationship Id="rId110" Type="http://schemas.openxmlformats.org/officeDocument/2006/relationships/customXml" Target="../ink/ink1299.xml"/><Relationship Id="rId115" Type="http://schemas.openxmlformats.org/officeDocument/2006/relationships/image" Target="../media/image1291.png"/><Relationship Id="rId131" Type="http://schemas.openxmlformats.org/officeDocument/2006/relationships/image" Target="../media/image1299.png"/><Relationship Id="rId136" Type="http://schemas.openxmlformats.org/officeDocument/2006/relationships/customXml" Target="../ink/ink1312.xml"/><Relationship Id="rId157" Type="http://schemas.openxmlformats.org/officeDocument/2006/relationships/image" Target="../media/image1312.png"/><Relationship Id="rId61" Type="http://schemas.openxmlformats.org/officeDocument/2006/relationships/image" Target="../media/image1264.png"/><Relationship Id="rId82" Type="http://schemas.openxmlformats.org/officeDocument/2006/relationships/customXml" Target="../ink/ink1285.xml"/><Relationship Id="rId152" Type="http://schemas.openxmlformats.org/officeDocument/2006/relationships/customXml" Target="../ink/ink1320.xml"/><Relationship Id="rId19" Type="http://schemas.openxmlformats.org/officeDocument/2006/relationships/image" Target="../media/image1243.png"/><Relationship Id="rId14" Type="http://schemas.openxmlformats.org/officeDocument/2006/relationships/customXml" Target="../ink/ink1251.xml"/><Relationship Id="rId30" Type="http://schemas.openxmlformats.org/officeDocument/2006/relationships/customXml" Target="../ink/ink1259.xml"/><Relationship Id="rId35" Type="http://schemas.openxmlformats.org/officeDocument/2006/relationships/image" Target="../media/image1251.png"/><Relationship Id="rId56" Type="http://schemas.openxmlformats.org/officeDocument/2006/relationships/customXml" Target="../ink/ink1272.xml"/><Relationship Id="rId77" Type="http://schemas.openxmlformats.org/officeDocument/2006/relationships/image" Target="../media/image1272.png"/><Relationship Id="rId100" Type="http://schemas.openxmlformats.org/officeDocument/2006/relationships/customXml" Target="../ink/ink1294.xml"/><Relationship Id="rId105" Type="http://schemas.openxmlformats.org/officeDocument/2006/relationships/image" Target="../media/image1286.png"/><Relationship Id="rId126" Type="http://schemas.openxmlformats.org/officeDocument/2006/relationships/customXml" Target="../ink/ink1307.xml"/><Relationship Id="rId147" Type="http://schemas.openxmlformats.org/officeDocument/2006/relationships/image" Target="../media/image1307.png"/><Relationship Id="rId8" Type="http://schemas.openxmlformats.org/officeDocument/2006/relationships/customXml" Target="../ink/ink1248.xml"/><Relationship Id="rId51" Type="http://schemas.openxmlformats.org/officeDocument/2006/relationships/image" Target="../media/image1259.png"/><Relationship Id="rId72" Type="http://schemas.openxmlformats.org/officeDocument/2006/relationships/customXml" Target="../ink/ink1280.xml"/><Relationship Id="rId93" Type="http://schemas.openxmlformats.org/officeDocument/2006/relationships/image" Target="../media/image1280.png"/><Relationship Id="rId98" Type="http://schemas.openxmlformats.org/officeDocument/2006/relationships/customXml" Target="../ink/ink1293.xml"/><Relationship Id="rId121" Type="http://schemas.openxmlformats.org/officeDocument/2006/relationships/image" Target="../media/image1294.png"/><Relationship Id="rId142" Type="http://schemas.openxmlformats.org/officeDocument/2006/relationships/customXml" Target="../ink/ink1315.xml"/><Relationship Id="rId3" Type="http://schemas.openxmlformats.org/officeDocument/2006/relationships/image" Target="../media/image1235.png"/><Relationship Id="rId25" Type="http://schemas.openxmlformats.org/officeDocument/2006/relationships/image" Target="../media/image1246.png"/><Relationship Id="rId46" Type="http://schemas.openxmlformats.org/officeDocument/2006/relationships/customXml" Target="../ink/ink1267.xml"/><Relationship Id="rId67" Type="http://schemas.openxmlformats.org/officeDocument/2006/relationships/image" Target="../media/image1267.png"/><Relationship Id="rId116" Type="http://schemas.openxmlformats.org/officeDocument/2006/relationships/customXml" Target="../ink/ink1302.xml"/><Relationship Id="rId137" Type="http://schemas.openxmlformats.org/officeDocument/2006/relationships/image" Target="../media/image1302.png"/><Relationship Id="rId20" Type="http://schemas.openxmlformats.org/officeDocument/2006/relationships/customXml" Target="../ink/ink1254.xml"/><Relationship Id="rId41" Type="http://schemas.openxmlformats.org/officeDocument/2006/relationships/image" Target="../media/image1254.png"/><Relationship Id="rId62" Type="http://schemas.openxmlformats.org/officeDocument/2006/relationships/customXml" Target="../ink/ink1275.xml"/><Relationship Id="rId83" Type="http://schemas.openxmlformats.org/officeDocument/2006/relationships/image" Target="../media/image1275.png"/><Relationship Id="rId88" Type="http://schemas.openxmlformats.org/officeDocument/2006/relationships/customXml" Target="../ink/ink1288.xml"/><Relationship Id="rId111" Type="http://schemas.openxmlformats.org/officeDocument/2006/relationships/image" Target="../media/image1289.png"/><Relationship Id="rId132" Type="http://schemas.openxmlformats.org/officeDocument/2006/relationships/customXml" Target="../ink/ink1310.xml"/><Relationship Id="rId153" Type="http://schemas.openxmlformats.org/officeDocument/2006/relationships/image" Target="../media/image1310.png"/><Relationship Id="rId15" Type="http://schemas.openxmlformats.org/officeDocument/2006/relationships/image" Target="../media/image1241.png"/><Relationship Id="rId36" Type="http://schemas.openxmlformats.org/officeDocument/2006/relationships/customXml" Target="../ink/ink1262.xml"/><Relationship Id="rId57" Type="http://schemas.openxmlformats.org/officeDocument/2006/relationships/image" Target="../media/image1262.png"/><Relationship Id="rId106" Type="http://schemas.openxmlformats.org/officeDocument/2006/relationships/customXml" Target="../ink/ink1297.xml"/><Relationship Id="rId127" Type="http://schemas.openxmlformats.org/officeDocument/2006/relationships/image" Target="../media/image1297.png"/><Relationship Id="rId10" Type="http://schemas.openxmlformats.org/officeDocument/2006/relationships/customXml" Target="../ink/ink1249.xml"/><Relationship Id="rId31" Type="http://schemas.openxmlformats.org/officeDocument/2006/relationships/image" Target="../media/image1249.png"/><Relationship Id="rId52" Type="http://schemas.openxmlformats.org/officeDocument/2006/relationships/customXml" Target="../ink/ink1270.xml"/><Relationship Id="rId73" Type="http://schemas.openxmlformats.org/officeDocument/2006/relationships/image" Target="../media/image1270.png"/><Relationship Id="rId78" Type="http://schemas.openxmlformats.org/officeDocument/2006/relationships/customXml" Target="../ink/ink1283.xml"/><Relationship Id="rId94" Type="http://schemas.openxmlformats.org/officeDocument/2006/relationships/customXml" Target="../ink/ink1291.xml"/><Relationship Id="rId99" Type="http://schemas.openxmlformats.org/officeDocument/2006/relationships/image" Target="../media/image1283.png"/><Relationship Id="rId101" Type="http://schemas.openxmlformats.org/officeDocument/2006/relationships/image" Target="../media/image1284.png"/><Relationship Id="rId122" Type="http://schemas.openxmlformats.org/officeDocument/2006/relationships/customXml" Target="../ink/ink1305.xml"/><Relationship Id="rId143" Type="http://schemas.openxmlformats.org/officeDocument/2006/relationships/image" Target="../media/image1305.png"/><Relationship Id="rId148" Type="http://schemas.openxmlformats.org/officeDocument/2006/relationships/customXml" Target="../ink/ink1318.xml"/><Relationship Id="rId4" Type="http://schemas.openxmlformats.org/officeDocument/2006/relationships/customXml" Target="../ink/ink1246.xml"/><Relationship Id="rId9" Type="http://schemas.openxmlformats.org/officeDocument/2006/relationships/image" Target="../media/image1238.png"/><Relationship Id="rId26" Type="http://schemas.openxmlformats.org/officeDocument/2006/relationships/customXml" Target="../ink/ink1257.xml"/><Relationship Id="rId47" Type="http://schemas.openxmlformats.org/officeDocument/2006/relationships/image" Target="../media/image1257.png"/><Relationship Id="rId68" Type="http://schemas.openxmlformats.org/officeDocument/2006/relationships/customXml" Target="../ink/ink1278.xml"/><Relationship Id="rId89" Type="http://schemas.openxmlformats.org/officeDocument/2006/relationships/image" Target="../media/image1278.png"/><Relationship Id="rId112" Type="http://schemas.openxmlformats.org/officeDocument/2006/relationships/customXml" Target="../ink/ink1300.xml"/><Relationship Id="rId133" Type="http://schemas.openxmlformats.org/officeDocument/2006/relationships/image" Target="../media/image1300.png"/><Relationship Id="rId154" Type="http://schemas.openxmlformats.org/officeDocument/2006/relationships/customXml" Target="../ink/ink1321.xml"/><Relationship Id="rId16" Type="http://schemas.openxmlformats.org/officeDocument/2006/relationships/customXml" Target="../ink/ink1252.xml"/><Relationship Id="rId37" Type="http://schemas.openxmlformats.org/officeDocument/2006/relationships/image" Target="../media/image1252.png"/><Relationship Id="rId58" Type="http://schemas.openxmlformats.org/officeDocument/2006/relationships/customXml" Target="../ink/ink1273.xml"/><Relationship Id="rId79" Type="http://schemas.openxmlformats.org/officeDocument/2006/relationships/image" Target="../media/image1273.png"/><Relationship Id="rId102" Type="http://schemas.openxmlformats.org/officeDocument/2006/relationships/customXml" Target="../ink/ink1295.xml"/><Relationship Id="rId123" Type="http://schemas.openxmlformats.org/officeDocument/2006/relationships/image" Target="../media/image1295.png"/><Relationship Id="rId144" Type="http://schemas.openxmlformats.org/officeDocument/2006/relationships/customXml" Target="../ink/ink1316.xml"/><Relationship Id="rId90" Type="http://schemas.openxmlformats.org/officeDocument/2006/relationships/customXml" Target="../ink/ink1289.xml"/><Relationship Id="rId27" Type="http://schemas.openxmlformats.org/officeDocument/2006/relationships/image" Target="../media/image1247.png"/><Relationship Id="rId48" Type="http://schemas.openxmlformats.org/officeDocument/2006/relationships/customXml" Target="../ink/ink1268.xml"/><Relationship Id="rId69" Type="http://schemas.openxmlformats.org/officeDocument/2006/relationships/image" Target="../media/image1268.png"/><Relationship Id="rId113" Type="http://schemas.openxmlformats.org/officeDocument/2006/relationships/image" Target="../media/image1290.png"/><Relationship Id="rId134" Type="http://schemas.openxmlformats.org/officeDocument/2006/relationships/customXml" Target="../ink/ink13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26.xml"/><Relationship Id="rId13" Type="http://schemas.openxmlformats.org/officeDocument/2006/relationships/image" Target="../media/image9620.png"/><Relationship Id="rId18" Type="http://schemas.openxmlformats.org/officeDocument/2006/relationships/customXml" Target="../ink/ink1331.xml"/><Relationship Id="rId26" Type="http://schemas.openxmlformats.org/officeDocument/2006/relationships/customXml" Target="../ink/ink1335.xml"/><Relationship Id="rId3" Type="http://schemas.openxmlformats.org/officeDocument/2006/relationships/image" Target="../media/image9570.png"/><Relationship Id="rId21" Type="http://schemas.openxmlformats.org/officeDocument/2006/relationships/image" Target="../media/image9660.png"/><Relationship Id="rId7" Type="http://schemas.openxmlformats.org/officeDocument/2006/relationships/image" Target="../media/image9590.png"/><Relationship Id="rId12" Type="http://schemas.openxmlformats.org/officeDocument/2006/relationships/customXml" Target="../ink/ink1328.xml"/><Relationship Id="rId17" Type="http://schemas.openxmlformats.org/officeDocument/2006/relationships/image" Target="../media/image9640.png"/><Relationship Id="rId25" Type="http://schemas.openxmlformats.org/officeDocument/2006/relationships/image" Target="../media/image9680.png"/><Relationship Id="rId2" Type="http://schemas.openxmlformats.org/officeDocument/2006/relationships/customXml" Target="../ink/ink1323.xml"/><Relationship Id="rId16" Type="http://schemas.openxmlformats.org/officeDocument/2006/relationships/customXml" Target="../ink/ink1330.xml"/><Relationship Id="rId20" Type="http://schemas.openxmlformats.org/officeDocument/2006/relationships/customXml" Target="../ink/ink1332.xml"/><Relationship Id="rId29" Type="http://schemas.openxmlformats.org/officeDocument/2006/relationships/image" Target="../media/image970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25.xml"/><Relationship Id="rId11" Type="http://schemas.openxmlformats.org/officeDocument/2006/relationships/image" Target="../media/image9610.png"/><Relationship Id="rId24" Type="http://schemas.openxmlformats.org/officeDocument/2006/relationships/customXml" Target="../ink/ink1334.xml"/><Relationship Id="rId5" Type="http://schemas.openxmlformats.org/officeDocument/2006/relationships/image" Target="../media/image9580.png"/><Relationship Id="rId15" Type="http://schemas.openxmlformats.org/officeDocument/2006/relationships/image" Target="../media/image9630.png"/><Relationship Id="rId23" Type="http://schemas.openxmlformats.org/officeDocument/2006/relationships/image" Target="../media/image9670.png"/><Relationship Id="rId28" Type="http://schemas.openxmlformats.org/officeDocument/2006/relationships/customXml" Target="../ink/ink1336.xml"/><Relationship Id="rId10" Type="http://schemas.openxmlformats.org/officeDocument/2006/relationships/customXml" Target="../ink/ink1327.xml"/><Relationship Id="rId19" Type="http://schemas.openxmlformats.org/officeDocument/2006/relationships/image" Target="../media/image9650.png"/><Relationship Id="rId4" Type="http://schemas.openxmlformats.org/officeDocument/2006/relationships/customXml" Target="../ink/ink1324.xml"/><Relationship Id="rId9" Type="http://schemas.openxmlformats.org/officeDocument/2006/relationships/image" Target="../media/image9600.png"/><Relationship Id="rId14" Type="http://schemas.openxmlformats.org/officeDocument/2006/relationships/customXml" Target="../ink/ink1329.xml"/><Relationship Id="rId22" Type="http://schemas.openxmlformats.org/officeDocument/2006/relationships/customXml" Target="../ink/ink1333.xml"/><Relationship Id="rId27" Type="http://schemas.openxmlformats.org/officeDocument/2006/relationships/image" Target="../media/image96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the world with different colored pins&#10;&#10;AI-generated content may be incorrect.">
            <a:extLst>
              <a:ext uri="{FF2B5EF4-FFF2-40B4-BE49-F238E27FC236}">
                <a16:creationId xmlns:a16="http://schemas.microsoft.com/office/drawing/2014/main" id="{3A2F89DF-1290-58BA-13D6-DBF42167F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9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5B1FB-E349-C29B-E8B9-E5F31B9EC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1705E13-A203-65BE-3474-109BBC7A3FA7}"/>
                  </a:ext>
                </a:extLst>
              </p14:cNvPr>
              <p14:cNvContentPartPr/>
              <p14:nvPr/>
            </p14:nvContentPartPr>
            <p14:xfrm>
              <a:off x="2673572" y="601565"/>
              <a:ext cx="5276160" cy="4900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1705E13-A203-65BE-3474-109BBC7A3F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7452" y="595445"/>
                <a:ext cx="5288400" cy="49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37015D-8D33-F15C-44B4-B3A08022F5BB}"/>
                  </a:ext>
                </a:extLst>
              </p14:cNvPr>
              <p14:cNvContentPartPr/>
              <p14:nvPr/>
            </p14:nvContentPartPr>
            <p14:xfrm>
              <a:off x="3629372" y="1779485"/>
              <a:ext cx="2548800" cy="2846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37015D-8D33-F15C-44B4-B3A08022F5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23252" y="1773365"/>
                <a:ext cx="2561040" cy="285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029BE041-1892-D17B-205D-9D71AE83783C}"/>
              </a:ext>
            </a:extLst>
          </p:cNvPr>
          <p:cNvGrpSpPr/>
          <p:nvPr/>
        </p:nvGrpSpPr>
        <p:grpSpPr>
          <a:xfrm>
            <a:off x="3665732" y="1965605"/>
            <a:ext cx="2635200" cy="2072880"/>
            <a:chOff x="3665732" y="1965605"/>
            <a:chExt cx="2635200" cy="20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4F5FF1-520D-FF75-2806-5997825FD3A4}"/>
                    </a:ext>
                  </a:extLst>
                </p14:cNvPr>
                <p14:cNvContentPartPr/>
                <p14:nvPr/>
              </p14:nvContentPartPr>
              <p14:xfrm>
                <a:off x="4891172" y="3060725"/>
                <a:ext cx="312840" cy="464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4F5FF1-520D-FF75-2806-5997825FD3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85052" y="3054605"/>
                  <a:ext cx="32508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D519DA5-161B-2A14-80BC-3244EC5BCC82}"/>
                    </a:ext>
                  </a:extLst>
                </p14:cNvPr>
                <p14:cNvContentPartPr/>
                <p14:nvPr/>
              </p14:nvContentPartPr>
              <p14:xfrm>
                <a:off x="4667252" y="2932565"/>
                <a:ext cx="129240" cy="516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D519DA5-161B-2A14-80BC-3244EC5BCC8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61132" y="2926445"/>
                  <a:ext cx="1414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BBD2643-724D-EA4D-2CD5-3DA65EE41FE3}"/>
                    </a:ext>
                  </a:extLst>
                </p14:cNvPr>
                <p14:cNvContentPartPr/>
                <p14:nvPr/>
              </p14:nvContentPartPr>
              <p14:xfrm>
                <a:off x="3665732" y="3108605"/>
                <a:ext cx="866520" cy="327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BBD2643-724D-EA4D-2CD5-3DA65EE41FE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9612" y="3102485"/>
                  <a:ext cx="8787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AFFF045-7060-C3BE-9927-29A380192E5B}"/>
                    </a:ext>
                  </a:extLst>
                </p14:cNvPr>
                <p14:cNvContentPartPr/>
                <p14:nvPr/>
              </p14:nvContentPartPr>
              <p14:xfrm>
                <a:off x="5174852" y="1965605"/>
                <a:ext cx="1126080" cy="2072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AFFF045-7060-C3BE-9927-29A380192E5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68732" y="1959485"/>
                  <a:ext cx="1138320" cy="20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4B5309-BA42-2D5D-718B-D537BB61E82D}"/>
                    </a:ext>
                  </a:extLst>
                </p14:cNvPr>
                <p14:cNvContentPartPr/>
                <p14:nvPr/>
              </p14:nvContentPartPr>
              <p14:xfrm>
                <a:off x="5288612" y="2184845"/>
                <a:ext cx="305280" cy="574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4B5309-BA42-2D5D-718B-D537BB61E82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82492" y="2178725"/>
                  <a:ext cx="31752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B8788F-C942-5850-F3A4-1AD741EEEB06}"/>
                    </a:ext>
                  </a:extLst>
                </p14:cNvPr>
                <p14:cNvContentPartPr/>
                <p14:nvPr/>
              </p14:nvContentPartPr>
              <p14:xfrm>
                <a:off x="5363852" y="2361605"/>
                <a:ext cx="237960" cy="506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B8788F-C942-5850-F3A4-1AD741EEEB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57732" y="2355485"/>
                  <a:ext cx="25020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46FAAD3-BE00-C92C-2DE1-969C09445345}"/>
                    </a:ext>
                  </a:extLst>
                </p14:cNvPr>
                <p14:cNvContentPartPr/>
                <p14:nvPr/>
              </p14:nvContentPartPr>
              <p14:xfrm>
                <a:off x="5479412" y="2707565"/>
                <a:ext cx="387720" cy="455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46FAAD3-BE00-C92C-2DE1-969C094453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73292" y="2701445"/>
                  <a:ext cx="39996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F259D8-5626-10A2-C601-1E781B03D474}"/>
                    </a:ext>
                  </a:extLst>
                </p14:cNvPr>
                <p14:cNvContentPartPr/>
                <p14:nvPr/>
              </p14:nvContentPartPr>
              <p14:xfrm>
                <a:off x="5482292" y="2866325"/>
                <a:ext cx="369360" cy="622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F259D8-5626-10A2-C601-1E781B03D47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76172" y="2860205"/>
                  <a:ext cx="38160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92DFFFD-DC75-A741-2EF7-B1E4D08982CD}"/>
                    </a:ext>
                  </a:extLst>
                </p14:cNvPr>
                <p14:cNvContentPartPr/>
                <p14:nvPr/>
              </p14:nvContentPartPr>
              <p14:xfrm>
                <a:off x="5625572" y="2997365"/>
                <a:ext cx="529200" cy="877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92DFFFD-DC75-A741-2EF7-B1E4D08982C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19452" y="2991245"/>
                  <a:ext cx="541440" cy="88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5D322CF-E2B3-3135-B6F7-AD7C64BF9038}"/>
                    </a:ext>
                  </a:extLst>
                </p14:cNvPr>
                <p14:cNvContentPartPr/>
                <p14:nvPr/>
              </p14:nvContentPartPr>
              <p14:xfrm>
                <a:off x="5845172" y="3574445"/>
                <a:ext cx="324720" cy="402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5D322CF-E2B3-3135-B6F7-AD7C64BF903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39052" y="3568325"/>
                  <a:ext cx="336960" cy="41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ACF2843-F827-7C1E-6B45-16F8A5433726}"/>
              </a:ext>
            </a:extLst>
          </p:cNvPr>
          <p:cNvGrpSpPr/>
          <p:nvPr/>
        </p:nvGrpSpPr>
        <p:grpSpPr>
          <a:xfrm>
            <a:off x="6981692" y="2725205"/>
            <a:ext cx="182160" cy="91440"/>
            <a:chOff x="6981692" y="2725205"/>
            <a:chExt cx="182160" cy="9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13A22E6-A041-F842-5455-DC2E5FE1C317}"/>
                    </a:ext>
                  </a:extLst>
                </p14:cNvPr>
                <p14:cNvContentPartPr/>
                <p14:nvPr/>
              </p14:nvContentPartPr>
              <p14:xfrm>
                <a:off x="7068812" y="2805485"/>
                <a:ext cx="4680" cy="3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13A22E6-A041-F842-5455-DC2E5FE1C31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62692" y="2799365"/>
                  <a:ext cx="169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9061097-F8D9-41ED-26A1-705E5978C8D7}"/>
                    </a:ext>
                  </a:extLst>
                </p14:cNvPr>
                <p14:cNvContentPartPr/>
                <p14:nvPr/>
              </p14:nvContentPartPr>
              <p14:xfrm>
                <a:off x="6981692" y="2725205"/>
                <a:ext cx="182160" cy="91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9061097-F8D9-41ED-26A1-705E5978C8D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75572" y="2719085"/>
                  <a:ext cx="194400" cy="10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0980585-1D7A-E70C-9695-5B37CCF47799}"/>
                  </a:ext>
                </a:extLst>
              </p14:cNvPr>
              <p14:cNvContentPartPr/>
              <p14:nvPr/>
            </p14:nvContentPartPr>
            <p14:xfrm>
              <a:off x="9853052" y="1644125"/>
              <a:ext cx="2134080" cy="2468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0980585-1D7A-E70C-9695-5B37CCF4779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846932" y="1638005"/>
                <a:ext cx="2146320" cy="248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6B769ADE-81EC-A21A-7E8A-A7A5F1241793}"/>
              </a:ext>
            </a:extLst>
          </p:cNvPr>
          <p:cNvGrpSpPr/>
          <p:nvPr/>
        </p:nvGrpSpPr>
        <p:grpSpPr>
          <a:xfrm>
            <a:off x="9302612" y="2204645"/>
            <a:ext cx="558000" cy="483840"/>
            <a:chOff x="9302612" y="2204645"/>
            <a:chExt cx="558000" cy="48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1370BC7-C4E1-6E02-7341-697D51949689}"/>
                    </a:ext>
                  </a:extLst>
                </p14:cNvPr>
                <p14:cNvContentPartPr/>
                <p14:nvPr/>
              </p14:nvContentPartPr>
              <p14:xfrm>
                <a:off x="9302612" y="2204645"/>
                <a:ext cx="9000" cy="21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1370BC7-C4E1-6E02-7341-697D5194968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96492" y="2198525"/>
                  <a:ext cx="21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C3AE644-55DC-EEA4-59EF-2ADA3AE7CDE4}"/>
                    </a:ext>
                  </a:extLst>
                </p14:cNvPr>
                <p14:cNvContentPartPr/>
                <p14:nvPr/>
              </p14:nvContentPartPr>
              <p14:xfrm>
                <a:off x="9599972" y="2664005"/>
                <a:ext cx="260640" cy="24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C3AE644-55DC-EEA4-59EF-2ADA3AE7CDE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593852" y="2657885"/>
                  <a:ext cx="27288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41E7C24-5903-5A68-2998-98D5B04F2DDC}"/>
              </a:ext>
            </a:extLst>
          </p:cNvPr>
          <p:cNvGrpSpPr/>
          <p:nvPr/>
        </p:nvGrpSpPr>
        <p:grpSpPr>
          <a:xfrm>
            <a:off x="4424972" y="37445"/>
            <a:ext cx="740520" cy="472680"/>
            <a:chOff x="4424972" y="37445"/>
            <a:chExt cx="740520" cy="47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E3EDB2A-F30C-50CD-7D55-F249314AAD25}"/>
                    </a:ext>
                  </a:extLst>
                </p14:cNvPr>
                <p14:cNvContentPartPr/>
                <p14:nvPr/>
              </p14:nvContentPartPr>
              <p14:xfrm>
                <a:off x="4490852" y="38525"/>
                <a:ext cx="223920" cy="418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E3EDB2A-F30C-50CD-7D55-F249314AAD2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84732" y="32405"/>
                  <a:ext cx="23616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3C60237-C04A-E09E-43E9-E533AD49D484}"/>
                    </a:ext>
                  </a:extLst>
                </p14:cNvPr>
                <p14:cNvContentPartPr/>
                <p14:nvPr/>
              </p14:nvContentPartPr>
              <p14:xfrm>
                <a:off x="4698212" y="37445"/>
                <a:ext cx="467280" cy="472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3C60237-C04A-E09E-43E9-E533AD49D48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92092" y="31325"/>
                  <a:ext cx="47952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29A5815-82AA-C3E8-0444-A08081334C09}"/>
                    </a:ext>
                  </a:extLst>
                </p14:cNvPr>
                <p14:cNvContentPartPr/>
                <p14:nvPr/>
              </p14:nvContentPartPr>
              <p14:xfrm>
                <a:off x="4424972" y="237605"/>
                <a:ext cx="520560" cy="63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29A5815-82AA-C3E8-0444-A08081334C0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18852" y="231485"/>
                  <a:ext cx="532800" cy="7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EC9598F-5A4F-020D-AD59-F6E9E5C27478}"/>
                  </a:ext>
                </a:extLst>
              </p14:cNvPr>
              <p14:cNvContentPartPr/>
              <p14:nvPr/>
            </p14:nvContentPartPr>
            <p14:xfrm>
              <a:off x="10025852" y="297365"/>
              <a:ext cx="632520" cy="6832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EC9598F-5A4F-020D-AD59-F6E9E5C2747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019732" y="291245"/>
                <a:ext cx="644760" cy="69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31EEEA64-C418-3E54-9B28-8B1533E86D4A}"/>
              </a:ext>
            </a:extLst>
          </p:cNvPr>
          <p:cNvGrpSpPr/>
          <p:nvPr/>
        </p:nvGrpSpPr>
        <p:grpSpPr>
          <a:xfrm>
            <a:off x="9861692" y="1598765"/>
            <a:ext cx="2128320" cy="2511720"/>
            <a:chOff x="9861692" y="1598765"/>
            <a:chExt cx="2128320" cy="251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528F8F0-8413-39BC-9F34-49C3FB8E6E9C}"/>
                    </a:ext>
                  </a:extLst>
                </p14:cNvPr>
                <p14:cNvContentPartPr/>
                <p14:nvPr/>
              </p14:nvContentPartPr>
              <p14:xfrm>
                <a:off x="10209092" y="2602085"/>
                <a:ext cx="53280" cy="84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528F8F0-8413-39BC-9F34-49C3FB8E6E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02972" y="2595965"/>
                  <a:ext cx="65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AC2E0F5-EEDF-4901-8625-C440B6000123}"/>
                    </a:ext>
                  </a:extLst>
                </p14:cNvPr>
                <p14:cNvContentPartPr/>
                <p14:nvPr/>
              </p14:nvContentPartPr>
              <p14:xfrm>
                <a:off x="10312412" y="2938325"/>
                <a:ext cx="5760" cy="26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AC2E0F5-EEDF-4901-8625-C440B600012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06292" y="2932205"/>
                  <a:ext cx="18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415A164-8036-D3BA-CE72-3D70055B2558}"/>
                    </a:ext>
                  </a:extLst>
                </p14:cNvPr>
                <p14:cNvContentPartPr/>
                <p14:nvPr/>
              </p14:nvContentPartPr>
              <p14:xfrm>
                <a:off x="10530212" y="3362765"/>
                <a:ext cx="12240" cy="4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415A164-8036-D3BA-CE72-3D70055B255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24092" y="3356645"/>
                  <a:ext cx="244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05432F6-4C8F-6738-FF8E-76DE30CE0CE9}"/>
                    </a:ext>
                  </a:extLst>
                </p14:cNvPr>
                <p14:cNvContentPartPr/>
                <p14:nvPr/>
              </p14:nvContentPartPr>
              <p14:xfrm>
                <a:off x="10464332" y="2249645"/>
                <a:ext cx="2520" cy="15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05432F6-4C8F-6738-FF8E-76DE30CE0CE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458212" y="2243525"/>
                  <a:ext cx="14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0AB685F-B1BE-F686-76FE-9F66C1B97577}"/>
                    </a:ext>
                  </a:extLst>
                </p14:cNvPr>
                <p14:cNvContentPartPr/>
                <p14:nvPr/>
              </p14:nvContentPartPr>
              <p14:xfrm>
                <a:off x="10470812" y="1886765"/>
                <a:ext cx="45000" cy="25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0AB685F-B1BE-F686-76FE-9F66C1B9757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464692" y="1880645"/>
                  <a:ext cx="57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C99FCAF-6D51-C28B-E75F-BB9C45ACC513}"/>
                    </a:ext>
                  </a:extLst>
                </p14:cNvPr>
                <p14:cNvContentPartPr/>
                <p14:nvPr/>
              </p14:nvContentPartPr>
              <p14:xfrm>
                <a:off x="10860692" y="3192125"/>
                <a:ext cx="12960" cy="18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C99FCAF-6D51-C28B-E75F-BB9C45ACC51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854572" y="3186005"/>
                  <a:ext cx="252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7AC7FE5-F54B-B4CF-B99F-237D510AF9BF}"/>
                    </a:ext>
                  </a:extLst>
                </p14:cNvPr>
                <p14:cNvContentPartPr/>
                <p14:nvPr/>
              </p14:nvContentPartPr>
              <p14:xfrm>
                <a:off x="11221772" y="2484725"/>
                <a:ext cx="52200" cy="27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7AC7FE5-F54B-B4CF-B99F-237D510AF9B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215652" y="2478605"/>
                  <a:ext cx="64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73B9D6E-10FE-1E63-F2E4-6CC45E50A8E0}"/>
                    </a:ext>
                  </a:extLst>
                </p14:cNvPr>
                <p14:cNvContentPartPr/>
                <p14:nvPr/>
              </p14:nvContentPartPr>
              <p14:xfrm>
                <a:off x="11236532" y="3148565"/>
                <a:ext cx="78120" cy="51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73B9D6E-10FE-1E63-F2E4-6CC45E50A8E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230412" y="3142445"/>
                  <a:ext cx="903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B3A7EC8-F5DD-D179-D483-ACB9B747D921}"/>
                    </a:ext>
                  </a:extLst>
                </p14:cNvPr>
                <p14:cNvContentPartPr/>
                <p14:nvPr/>
              </p14:nvContentPartPr>
              <p14:xfrm>
                <a:off x="10825052" y="2572565"/>
                <a:ext cx="661680" cy="1326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B3A7EC8-F5DD-D179-D483-ACB9B747D92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818932" y="2566445"/>
                  <a:ext cx="673920" cy="13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FA39804-A3F6-3B5E-95A2-283101A93362}"/>
                    </a:ext>
                  </a:extLst>
                </p14:cNvPr>
                <p14:cNvContentPartPr/>
                <p14:nvPr/>
              </p14:nvContentPartPr>
              <p14:xfrm>
                <a:off x="10866452" y="2194925"/>
                <a:ext cx="7560" cy="11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FA39804-A3F6-3B5E-95A2-283101A9336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860332" y="2188805"/>
                  <a:ext cx="19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8527A59-60CF-9F5A-7DEC-776142C3975F}"/>
                    </a:ext>
                  </a:extLst>
                </p14:cNvPr>
                <p14:cNvContentPartPr/>
                <p14:nvPr/>
              </p14:nvContentPartPr>
              <p14:xfrm>
                <a:off x="11380892" y="2237765"/>
                <a:ext cx="142560" cy="980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8527A59-60CF-9F5A-7DEC-776142C3975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374772" y="2231645"/>
                  <a:ext cx="154800" cy="9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2D42850-9004-FF99-B9DB-D3E188F0B3DB}"/>
                    </a:ext>
                  </a:extLst>
                </p14:cNvPr>
                <p14:cNvContentPartPr/>
                <p14:nvPr/>
              </p14:nvContentPartPr>
              <p14:xfrm>
                <a:off x="9861692" y="1598765"/>
                <a:ext cx="2128320" cy="2511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2D42850-9004-FF99-B9DB-D3E188F0B3D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55572" y="1592645"/>
                  <a:ext cx="2140560" cy="252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BF0AD2A-7312-3077-C839-E17E6F17B7C3}"/>
                  </a:ext>
                </a:extLst>
              </p14:cNvPr>
              <p14:cNvContentPartPr/>
              <p14:nvPr/>
            </p14:nvContentPartPr>
            <p14:xfrm>
              <a:off x="11359652" y="2651405"/>
              <a:ext cx="367200" cy="2808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BF0AD2A-7312-3077-C839-E17E6F17B7C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353532" y="2645285"/>
                <a:ext cx="37944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224EC35-D26C-CC5B-B083-4295B1D8A885}"/>
                  </a:ext>
                </a:extLst>
              </p14:cNvPr>
              <p14:cNvContentPartPr/>
              <p14:nvPr/>
            </p14:nvContentPartPr>
            <p14:xfrm>
              <a:off x="10350212" y="2955965"/>
              <a:ext cx="183600" cy="3301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224EC35-D26C-CC5B-B083-4295B1D8A88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344092" y="2949845"/>
                <a:ext cx="1958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C9374081-9BBD-3A52-8DB8-31794B7BA496}"/>
                  </a:ext>
                </a:extLst>
              </p14:cNvPr>
              <p14:cNvContentPartPr/>
              <p14:nvPr/>
            </p14:nvContentPartPr>
            <p14:xfrm>
              <a:off x="5180252" y="1904045"/>
              <a:ext cx="1150920" cy="20491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C9374081-9BBD-3A52-8DB8-31794B7BA49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174132" y="1897925"/>
                <a:ext cx="1163160" cy="20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6A19E2C-15E8-83EF-E903-14EFF6DCFF20}"/>
                  </a:ext>
                </a:extLst>
              </p14:cNvPr>
              <p14:cNvContentPartPr/>
              <p14:nvPr/>
            </p14:nvContentPartPr>
            <p14:xfrm>
              <a:off x="5330732" y="1922405"/>
              <a:ext cx="981360" cy="19944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6A19E2C-15E8-83EF-E903-14EFF6DCFF2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324612" y="1916285"/>
                <a:ext cx="993600" cy="200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983E5E26-E1C3-9482-437B-316FC81D20ED}"/>
              </a:ext>
            </a:extLst>
          </p:cNvPr>
          <p:cNvGrpSpPr/>
          <p:nvPr/>
        </p:nvGrpSpPr>
        <p:grpSpPr>
          <a:xfrm>
            <a:off x="9975452" y="1730885"/>
            <a:ext cx="928800" cy="1923480"/>
            <a:chOff x="9975452" y="1730885"/>
            <a:chExt cx="928800" cy="192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EBC551E-B612-9930-93EC-F32C65C57AD4}"/>
                    </a:ext>
                  </a:extLst>
                </p14:cNvPr>
                <p14:cNvContentPartPr/>
                <p14:nvPr/>
              </p14:nvContentPartPr>
              <p14:xfrm>
                <a:off x="9975452" y="1981085"/>
                <a:ext cx="884520" cy="1613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EBC551E-B612-9930-93EC-F32C65C57AD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969332" y="1974965"/>
                  <a:ext cx="896760" cy="16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8A3DD89-597C-ECB7-2947-5C653CC01704}"/>
                    </a:ext>
                  </a:extLst>
                </p14:cNvPr>
                <p14:cNvContentPartPr/>
                <p14:nvPr/>
              </p14:nvContentPartPr>
              <p14:xfrm>
                <a:off x="10538852" y="2715125"/>
                <a:ext cx="194400" cy="201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8A3DD89-597C-ECB7-2947-5C653CC0170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532732" y="2709005"/>
                  <a:ext cx="206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19EA3D3-7FBB-09CB-BE1C-93A6A1C54474}"/>
                    </a:ext>
                  </a:extLst>
                </p14:cNvPr>
                <p14:cNvContentPartPr/>
                <p14:nvPr/>
              </p14:nvContentPartPr>
              <p14:xfrm>
                <a:off x="10468652" y="2594165"/>
                <a:ext cx="42120" cy="293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19EA3D3-7FBB-09CB-BE1C-93A6A1C5447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462532" y="2588045"/>
                  <a:ext cx="543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3CC6D36-C213-8DC8-B2BB-4170E86FA9FC}"/>
                    </a:ext>
                  </a:extLst>
                </p14:cNvPr>
                <p14:cNvContentPartPr/>
                <p14:nvPr/>
              </p14:nvContentPartPr>
              <p14:xfrm>
                <a:off x="10008932" y="2676605"/>
                <a:ext cx="340200" cy="143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3CC6D36-C213-8DC8-B2BB-4170E86FA9F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02812" y="2670485"/>
                  <a:ext cx="3524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A0CA3CB-6F29-FA27-D47D-7B5264ADF2FF}"/>
                    </a:ext>
                  </a:extLst>
                </p14:cNvPr>
                <p14:cNvContentPartPr/>
                <p14:nvPr/>
              </p14:nvContentPartPr>
              <p14:xfrm>
                <a:off x="10085252" y="1730885"/>
                <a:ext cx="819000" cy="1923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A0CA3CB-6F29-FA27-D47D-7B5264ADF2F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79132" y="1724765"/>
                  <a:ext cx="831240" cy="19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5DDD3E3B-FC22-F9F5-9A34-E4662A27DC70}"/>
                  </a:ext>
                </a:extLst>
              </p14:cNvPr>
              <p14:cNvContentPartPr/>
              <p14:nvPr/>
            </p14:nvContentPartPr>
            <p14:xfrm>
              <a:off x="4028252" y="1919885"/>
              <a:ext cx="1349280" cy="23166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5DDD3E3B-FC22-F9F5-9A34-E4662A27DC7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974252" y="1811885"/>
                <a:ext cx="1456920" cy="253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71E0F6FD-0687-AE64-D46A-F567C55426CD}"/>
                  </a:ext>
                </a:extLst>
              </p14:cNvPr>
              <p14:cNvContentPartPr/>
              <p14:nvPr/>
            </p14:nvContentPartPr>
            <p14:xfrm>
              <a:off x="6061892" y="925205"/>
              <a:ext cx="16560" cy="115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71E0F6FD-0687-AE64-D46A-F567C55426C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008252" y="817565"/>
                <a:ext cx="1242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ED997F9-91F8-55CB-B16C-6710CC41E7C8}"/>
                  </a:ext>
                </a:extLst>
              </p14:cNvPr>
              <p14:cNvContentPartPr/>
              <p14:nvPr/>
            </p14:nvContentPartPr>
            <p14:xfrm>
              <a:off x="3294572" y="784445"/>
              <a:ext cx="2747160" cy="30261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ED997F9-91F8-55CB-B16C-6710CC41E7C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240932" y="676445"/>
                <a:ext cx="2854800" cy="324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1BADDF3-952A-488D-9C96-54204B37703B}"/>
                  </a:ext>
                </a:extLst>
              </p14:cNvPr>
              <p14:cNvContentPartPr/>
              <p14:nvPr/>
            </p14:nvContentPartPr>
            <p14:xfrm>
              <a:off x="3283412" y="3335045"/>
              <a:ext cx="722880" cy="12686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1BADDF3-952A-488D-9C96-54204B37703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229412" y="3227405"/>
                <a:ext cx="830520" cy="14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B1478E2-56D3-FF9A-DFE0-9C778986665B}"/>
                  </a:ext>
                </a:extLst>
              </p14:cNvPr>
              <p14:cNvContentPartPr/>
              <p14:nvPr/>
            </p14:nvContentPartPr>
            <p14:xfrm>
              <a:off x="3517052" y="3910325"/>
              <a:ext cx="1384200" cy="12409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B1478E2-56D3-FF9A-DFE0-9C778986665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463412" y="3802685"/>
                <a:ext cx="1491840" cy="145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2AA8CF7-7E2A-7288-05B3-A5DAA84A1BA4}"/>
                  </a:ext>
                </a:extLst>
              </p14:cNvPr>
              <p14:cNvContentPartPr/>
              <p14:nvPr/>
            </p14:nvContentPartPr>
            <p14:xfrm>
              <a:off x="3037172" y="1931045"/>
              <a:ext cx="4017240" cy="32965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2AA8CF7-7E2A-7288-05B3-A5DAA84A1BA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983172" y="1823045"/>
                <a:ext cx="4124880" cy="351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58470E4-2B63-147F-DA23-740B5E4F1BCE}"/>
                  </a:ext>
                </a:extLst>
              </p14:cNvPr>
              <p14:cNvContentPartPr/>
              <p14:nvPr/>
            </p14:nvContentPartPr>
            <p14:xfrm>
              <a:off x="5317412" y="1365125"/>
              <a:ext cx="2377800" cy="26924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58470E4-2B63-147F-DA23-740B5E4F1BC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263772" y="1257485"/>
                <a:ext cx="2485440" cy="29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F2C7523-54AB-ACD4-664B-30D6961FBC60}"/>
                  </a:ext>
                </a:extLst>
              </p14:cNvPr>
              <p14:cNvContentPartPr/>
              <p14:nvPr/>
            </p14:nvContentPartPr>
            <p14:xfrm>
              <a:off x="7031372" y="1433885"/>
              <a:ext cx="380880" cy="6462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F2C7523-54AB-ACD4-664B-30D6961FBC6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977372" y="1326245"/>
                <a:ext cx="488520" cy="86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DBEBEB2-576C-B476-1CE8-CB9D18CE1949}"/>
                  </a:ext>
                </a:extLst>
              </p14:cNvPr>
              <p14:cNvContentPartPr/>
              <p14:nvPr/>
            </p14:nvContentPartPr>
            <p14:xfrm>
              <a:off x="4036172" y="422645"/>
              <a:ext cx="1318680" cy="1173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DBEBEB2-576C-B476-1CE8-CB9D18CE194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030052" y="416525"/>
                <a:ext cx="13309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28EC686-72FF-A380-8CE6-7D19C59208F4}"/>
                  </a:ext>
                </a:extLst>
              </p14:cNvPr>
              <p14:cNvContentPartPr/>
              <p14:nvPr/>
            </p14:nvContentPartPr>
            <p14:xfrm>
              <a:off x="5493452" y="5037845"/>
              <a:ext cx="14400" cy="882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28EC686-72FF-A380-8CE6-7D19C59208F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487332" y="5031725"/>
                <a:ext cx="266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25C8AA2B-4D59-0F4C-2C76-E0561DCD8EE1}"/>
                  </a:ext>
                </a:extLst>
              </p14:cNvPr>
              <p14:cNvContentPartPr/>
              <p14:nvPr/>
            </p14:nvContentPartPr>
            <p14:xfrm>
              <a:off x="5205812" y="5238365"/>
              <a:ext cx="86400" cy="255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25C8AA2B-4D59-0F4C-2C76-E0561DCD8EE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199692" y="5232245"/>
                <a:ext cx="986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8B59E12-236C-620D-4CB4-B18524CFCF27}"/>
                  </a:ext>
                </a:extLst>
              </p14:cNvPr>
              <p14:cNvContentPartPr/>
              <p14:nvPr/>
            </p14:nvContentPartPr>
            <p14:xfrm>
              <a:off x="4315172" y="4971605"/>
              <a:ext cx="425520" cy="1465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8B59E12-236C-620D-4CB4-B18524CFCF2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309052" y="4965485"/>
                <a:ext cx="4377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144C48E4-F158-402F-B2AD-015930643512}"/>
                  </a:ext>
                </a:extLst>
              </p14:cNvPr>
              <p14:cNvContentPartPr/>
              <p14:nvPr/>
            </p14:nvContentPartPr>
            <p14:xfrm>
              <a:off x="3931772" y="4768565"/>
              <a:ext cx="119880" cy="604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144C48E4-F158-402F-B2AD-01593064351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925652" y="4762445"/>
                <a:ext cx="13212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54FAD0AE-693C-7E4A-69F2-C02ED34A18F2}"/>
                  </a:ext>
                </a:extLst>
              </p14:cNvPr>
              <p14:cNvContentPartPr/>
              <p14:nvPr/>
            </p14:nvContentPartPr>
            <p14:xfrm>
              <a:off x="2384492" y="375485"/>
              <a:ext cx="5818680" cy="5340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54FAD0AE-693C-7E4A-69F2-C02ED34A18F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378372" y="369365"/>
                <a:ext cx="5830920" cy="535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92796F7-87F0-2E84-E5EC-34E54F3D3912}"/>
              </a:ext>
            </a:extLst>
          </p:cNvPr>
          <p:cNvGrpSpPr/>
          <p:nvPr/>
        </p:nvGrpSpPr>
        <p:grpSpPr>
          <a:xfrm>
            <a:off x="4370252" y="655565"/>
            <a:ext cx="3670560" cy="3662280"/>
            <a:chOff x="4370252" y="655565"/>
            <a:chExt cx="3670560" cy="366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6E05A1F-4E00-6F98-EB7E-D890CA4A52C7}"/>
                    </a:ext>
                  </a:extLst>
                </p14:cNvPr>
                <p14:cNvContentPartPr/>
                <p14:nvPr/>
              </p14:nvContentPartPr>
              <p14:xfrm>
                <a:off x="6532412" y="1274765"/>
                <a:ext cx="30600" cy="4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6E05A1F-4E00-6F98-EB7E-D890CA4A52C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26292" y="1268645"/>
                  <a:ext cx="428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0F50348-73BB-657F-DF18-0D743BD46238}"/>
                    </a:ext>
                  </a:extLst>
                </p14:cNvPr>
                <p14:cNvContentPartPr/>
                <p14:nvPr/>
              </p14:nvContentPartPr>
              <p14:xfrm>
                <a:off x="5113652" y="1178285"/>
                <a:ext cx="2567880" cy="3087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0F50348-73BB-657F-DF18-0D743BD4623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07532" y="1172165"/>
                  <a:ext cx="2580120" cy="30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1926046-E3EF-976E-AFF6-9588F9B9A24D}"/>
                    </a:ext>
                  </a:extLst>
                </p14:cNvPr>
                <p14:cNvContentPartPr/>
                <p14:nvPr/>
              </p14:nvContentPartPr>
              <p14:xfrm>
                <a:off x="7178972" y="2570765"/>
                <a:ext cx="404280" cy="265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1926046-E3EF-976E-AFF6-9588F9B9A24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72852" y="2564645"/>
                  <a:ext cx="4165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3485955-9267-9CA0-096E-875C48E3D080}"/>
                    </a:ext>
                  </a:extLst>
                </p14:cNvPr>
                <p14:cNvContentPartPr/>
                <p14:nvPr/>
              </p14:nvContentPartPr>
              <p14:xfrm>
                <a:off x="6896372" y="2495165"/>
                <a:ext cx="254520" cy="382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3485955-9267-9CA0-096E-875C48E3D08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90252" y="2489045"/>
                  <a:ext cx="26676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0AEE330-12EF-BEC6-23A9-66F79F564CC9}"/>
                    </a:ext>
                  </a:extLst>
                </p14:cNvPr>
                <p14:cNvContentPartPr/>
                <p14:nvPr/>
              </p14:nvContentPartPr>
              <p14:xfrm>
                <a:off x="6564092" y="2467085"/>
                <a:ext cx="297720" cy="265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0AEE330-12EF-BEC6-23A9-66F79F564CC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57972" y="2460965"/>
                  <a:ext cx="3099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F2F930-90A4-AD52-99D4-FC5087CE660C}"/>
                    </a:ext>
                  </a:extLst>
                </p14:cNvPr>
                <p14:cNvContentPartPr/>
                <p14:nvPr/>
              </p14:nvContentPartPr>
              <p14:xfrm>
                <a:off x="6076652" y="2583725"/>
                <a:ext cx="562680" cy="198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F2F930-90A4-AD52-99D4-FC5087CE660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070532" y="2577605"/>
                  <a:ext cx="574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05A5B25-144A-3597-871F-B05D7E261E5A}"/>
                    </a:ext>
                  </a:extLst>
                </p14:cNvPr>
                <p14:cNvContentPartPr/>
                <p14:nvPr/>
              </p14:nvContentPartPr>
              <p14:xfrm>
                <a:off x="4373132" y="842405"/>
                <a:ext cx="700560" cy="246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05A5B25-144A-3597-871F-B05D7E261E5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67012" y="836285"/>
                  <a:ext cx="7128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3AE3C91-7B52-4C5E-06C8-37645059D69E}"/>
                    </a:ext>
                  </a:extLst>
                </p14:cNvPr>
                <p14:cNvContentPartPr/>
                <p14:nvPr/>
              </p14:nvContentPartPr>
              <p14:xfrm>
                <a:off x="4370252" y="901805"/>
                <a:ext cx="501120" cy="135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3AE3C91-7B52-4C5E-06C8-37645059D69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64132" y="895685"/>
                  <a:ext cx="5133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E3076BA-27A4-667D-5A1E-B948235D2F35}"/>
                    </a:ext>
                  </a:extLst>
                </p14:cNvPr>
                <p14:cNvContentPartPr/>
                <p14:nvPr/>
              </p14:nvContentPartPr>
              <p14:xfrm>
                <a:off x="4611452" y="1034285"/>
                <a:ext cx="1036080" cy="474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E3076BA-27A4-667D-5A1E-B948235D2F3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05332" y="1028165"/>
                  <a:ext cx="10483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0EA68A9-1FAB-6469-8441-304C8BAACE54}"/>
                    </a:ext>
                  </a:extLst>
                </p14:cNvPr>
                <p14:cNvContentPartPr/>
                <p14:nvPr/>
              </p14:nvContentPartPr>
              <p14:xfrm>
                <a:off x="6844532" y="3211205"/>
                <a:ext cx="599760" cy="344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0EA68A9-1FAB-6469-8441-304C8BAACE5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38412" y="3205085"/>
                  <a:ext cx="6120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BF51793-E674-A8C2-FDBC-229C52075A8A}"/>
                    </a:ext>
                  </a:extLst>
                </p14:cNvPr>
                <p14:cNvContentPartPr/>
                <p14:nvPr/>
              </p14:nvContentPartPr>
              <p14:xfrm>
                <a:off x="4666892" y="3790445"/>
                <a:ext cx="317160" cy="527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BF51793-E674-A8C2-FDBC-229C52075A8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660772" y="3784325"/>
                  <a:ext cx="32940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C70EB4C-CFDB-E04F-CCE5-5A3893FEB68D}"/>
                    </a:ext>
                  </a:extLst>
                </p14:cNvPr>
                <p14:cNvContentPartPr/>
                <p14:nvPr/>
              </p14:nvContentPartPr>
              <p14:xfrm>
                <a:off x="5250452" y="2944445"/>
                <a:ext cx="306360" cy="197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C70EB4C-CFDB-E04F-CCE5-5A3893FEB68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44332" y="2938325"/>
                  <a:ext cx="3186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AC07165-AFF1-2B61-6644-9E8E6B0605CF}"/>
                    </a:ext>
                  </a:extLst>
                </p14:cNvPr>
                <p14:cNvContentPartPr/>
                <p14:nvPr/>
              </p14:nvContentPartPr>
              <p14:xfrm>
                <a:off x="5615132" y="3056765"/>
                <a:ext cx="36720" cy="150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AC07165-AFF1-2B61-6644-9E8E6B0605C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09012" y="3050645"/>
                  <a:ext cx="489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6B72F0A-F273-F145-ACC6-277D48216099}"/>
                    </a:ext>
                  </a:extLst>
                </p14:cNvPr>
                <p14:cNvContentPartPr/>
                <p14:nvPr/>
              </p14:nvContentPartPr>
              <p14:xfrm>
                <a:off x="5771012" y="2789645"/>
                <a:ext cx="171720" cy="408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6B72F0A-F273-F145-ACC6-277D4821609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764892" y="2783525"/>
                  <a:ext cx="18396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D52AA7C-979A-ABD2-36AE-3EF7A6B9FEDD}"/>
                    </a:ext>
                  </a:extLst>
                </p14:cNvPr>
                <p14:cNvContentPartPr/>
                <p14:nvPr/>
              </p14:nvContentPartPr>
              <p14:xfrm>
                <a:off x="4439012" y="655565"/>
                <a:ext cx="136080" cy="39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D52AA7C-979A-ABD2-36AE-3EF7A6B9FED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32892" y="649445"/>
                  <a:ext cx="148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309FA70-822F-7696-7233-C3AF83B0BADE}"/>
                    </a:ext>
                  </a:extLst>
                </p14:cNvPr>
                <p14:cNvContentPartPr/>
                <p14:nvPr/>
              </p14:nvContentPartPr>
              <p14:xfrm>
                <a:off x="6540332" y="1054085"/>
                <a:ext cx="1500480" cy="1357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309FA70-822F-7696-7233-C3AF83B0BAD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534212" y="1047965"/>
                  <a:ext cx="1512720" cy="13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2BEB774-1DEB-907F-495E-03DF1116E996}"/>
                    </a:ext>
                  </a:extLst>
                </p14:cNvPr>
                <p14:cNvContentPartPr/>
                <p14:nvPr/>
              </p14:nvContentPartPr>
              <p14:xfrm>
                <a:off x="5411372" y="1833125"/>
                <a:ext cx="973440" cy="1587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2BEB774-1DEB-907F-495E-03DF1116E99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05252" y="1827005"/>
                  <a:ext cx="985680" cy="159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1D3D31D-D1E0-1882-5386-6C776B141ECF}"/>
                    </a:ext>
                  </a:extLst>
                </p14:cNvPr>
                <p14:cNvContentPartPr/>
                <p14:nvPr/>
              </p14:nvContentPartPr>
              <p14:xfrm>
                <a:off x="5355212" y="2013845"/>
                <a:ext cx="988200" cy="1812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1D3D31D-D1E0-1882-5386-6C776B141EC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349092" y="2007725"/>
                  <a:ext cx="1000440" cy="1825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8920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8AA04-3C5D-1E9F-F88A-65854DBB2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B9AD928-2A87-A090-2567-C7C551BC42A6}"/>
                  </a:ext>
                </a:extLst>
              </p14:cNvPr>
              <p14:cNvContentPartPr/>
              <p14:nvPr/>
            </p14:nvContentPartPr>
            <p14:xfrm>
              <a:off x="3629372" y="1779485"/>
              <a:ext cx="2548800" cy="2846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B9AD928-2A87-A090-2567-C7C551BC42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23252" y="1773365"/>
                <a:ext cx="2561040" cy="285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5CAECB3E-9212-F2A4-4BDE-CC49597580EA}"/>
              </a:ext>
            </a:extLst>
          </p:cNvPr>
          <p:cNvGrpSpPr/>
          <p:nvPr/>
        </p:nvGrpSpPr>
        <p:grpSpPr>
          <a:xfrm>
            <a:off x="4891172" y="1965605"/>
            <a:ext cx="1409760" cy="2072880"/>
            <a:chOff x="4891172" y="1965605"/>
            <a:chExt cx="1409760" cy="20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2F14044-3060-35FC-A14E-07712511EFF1}"/>
                    </a:ext>
                  </a:extLst>
                </p14:cNvPr>
                <p14:cNvContentPartPr/>
                <p14:nvPr/>
              </p14:nvContentPartPr>
              <p14:xfrm>
                <a:off x="4891172" y="3060725"/>
                <a:ext cx="312840" cy="464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2F14044-3060-35FC-A14E-07712511EFF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85052" y="3054605"/>
                  <a:ext cx="32508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3AB82E6-DFBD-04EB-C023-F6E235C7E123}"/>
                    </a:ext>
                  </a:extLst>
                </p14:cNvPr>
                <p14:cNvContentPartPr/>
                <p14:nvPr/>
              </p14:nvContentPartPr>
              <p14:xfrm>
                <a:off x="5174852" y="1965605"/>
                <a:ext cx="1126080" cy="2072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3AB82E6-DFBD-04EB-C023-F6E235C7E12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68732" y="1959485"/>
                  <a:ext cx="1138320" cy="20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D0DF292-D57C-53B1-0579-168272160CCC}"/>
                    </a:ext>
                  </a:extLst>
                </p14:cNvPr>
                <p14:cNvContentPartPr/>
                <p14:nvPr/>
              </p14:nvContentPartPr>
              <p14:xfrm>
                <a:off x="5288612" y="2184845"/>
                <a:ext cx="305280" cy="574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D0DF292-D57C-53B1-0579-168272160CC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82492" y="2178725"/>
                  <a:ext cx="31752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190DD89-C1FA-8FB3-8935-129352EB3C4F}"/>
                    </a:ext>
                  </a:extLst>
                </p14:cNvPr>
                <p14:cNvContentPartPr/>
                <p14:nvPr/>
              </p14:nvContentPartPr>
              <p14:xfrm>
                <a:off x="5363852" y="2361605"/>
                <a:ext cx="237960" cy="506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190DD89-C1FA-8FB3-8935-129352EB3C4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57732" y="2355485"/>
                  <a:ext cx="25020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ACE5B31-F299-DE8D-9298-EF4116111633}"/>
                    </a:ext>
                  </a:extLst>
                </p14:cNvPr>
                <p14:cNvContentPartPr/>
                <p14:nvPr/>
              </p14:nvContentPartPr>
              <p14:xfrm>
                <a:off x="5479412" y="2707565"/>
                <a:ext cx="387720" cy="455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ACE5B31-F299-DE8D-9298-EF41161116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73298" y="2701445"/>
                  <a:ext cx="399949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C2BA57E-A427-6915-2A18-51CD6D0B4EDB}"/>
                    </a:ext>
                  </a:extLst>
                </p14:cNvPr>
                <p14:cNvContentPartPr/>
                <p14:nvPr/>
              </p14:nvContentPartPr>
              <p14:xfrm>
                <a:off x="5482292" y="2866325"/>
                <a:ext cx="369360" cy="622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C2BA57E-A427-6915-2A18-51CD6D0B4ED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76166" y="2860205"/>
                  <a:ext cx="381612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83E7178-3D6C-FCF5-9988-641C7F1C35F5}"/>
                    </a:ext>
                  </a:extLst>
                </p14:cNvPr>
                <p14:cNvContentPartPr/>
                <p14:nvPr/>
              </p14:nvContentPartPr>
              <p14:xfrm>
                <a:off x="5625572" y="2997365"/>
                <a:ext cx="529200" cy="877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83E7178-3D6C-FCF5-9988-641C7F1C35F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19448" y="2991248"/>
                  <a:ext cx="541448" cy="8899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EAF911C-11AB-C1E6-608B-38219EBF1A78}"/>
                    </a:ext>
                  </a:extLst>
                </p14:cNvPr>
                <p14:cNvContentPartPr/>
                <p14:nvPr/>
              </p14:nvContentPartPr>
              <p14:xfrm>
                <a:off x="5845172" y="3574445"/>
                <a:ext cx="324720" cy="402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EAF911C-11AB-C1E6-608B-38219EBF1A7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39052" y="3568325"/>
                  <a:ext cx="336960" cy="41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F4DBB54-E87B-7877-DD1C-E123CF9EA00A}"/>
              </a:ext>
            </a:extLst>
          </p:cNvPr>
          <p:cNvGrpSpPr/>
          <p:nvPr/>
        </p:nvGrpSpPr>
        <p:grpSpPr>
          <a:xfrm>
            <a:off x="6981692" y="2725205"/>
            <a:ext cx="182160" cy="91440"/>
            <a:chOff x="6981692" y="2725205"/>
            <a:chExt cx="182160" cy="9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A2A30E-F895-C49F-C7A0-BCB5EC716BEA}"/>
                    </a:ext>
                  </a:extLst>
                </p14:cNvPr>
                <p14:cNvContentPartPr/>
                <p14:nvPr/>
              </p14:nvContentPartPr>
              <p14:xfrm>
                <a:off x="7068812" y="2805485"/>
                <a:ext cx="4680" cy="3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A2A30E-F895-C49F-C7A0-BCB5EC716BE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62692" y="2799365"/>
                  <a:ext cx="169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23A52F5-BC8C-403A-E4EA-2B556F3BF74D}"/>
                    </a:ext>
                  </a:extLst>
                </p14:cNvPr>
                <p14:cNvContentPartPr/>
                <p14:nvPr/>
              </p14:nvContentPartPr>
              <p14:xfrm>
                <a:off x="6981692" y="2725205"/>
                <a:ext cx="182160" cy="91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23A52F5-BC8C-403A-E4EA-2B556F3BF74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75584" y="2719085"/>
                  <a:ext cx="194376" cy="10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924E397-85C8-6C48-2768-D9AE63712211}"/>
                  </a:ext>
                </a:extLst>
              </p14:cNvPr>
              <p14:cNvContentPartPr/>
              <p14:nvPr/>
            </p14:nvContentPartPr>
            <p14:xfrm>
              <a:off x="9853052" y="1644125"/>
              <a:ext cx="2134080" cy="2468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924E397-85C8-6C48-2768-D9AE6371221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46932" y="1638005"/>
                <a:ext cx="2146320" cy="248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0AFB499B-7398-2EC9-53FD-2FEDFAA50BCE}"/>
              </a:ext>
            </a:extLst>
          </p:cNvPr>
          <p:cNvGrpSpPr/>
          <p:nvPr/>
        </p:nvGrpSpPr>
        <p:grpSpPr>
          <a:xfrm>
            <a:off x="9302612" y="2204645"/>
            <a:ext cx="558000" cy="483840"/>
            <a:chOff x="9302612" y="2204645"/>
            <a:chExt cx="558000" cy="48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926BDBC-1D3D-029C-B82E-D598DAEE58E0}"/>
                    </a:ext>
                  </a:extLst>
                </p14:cNvPr>
                <p14:cNvContentPartPr/>
                <p14:nvPr/>
              </p14:nvContentPartPr>
              <p14:xfrm>
                <a:off x="9302612" y="2204645"/>
                <a:ext cx="9000" cy="21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926BDBC-1D3D-029C-B82E-D598DAEE58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96492" y="2198525"/>
                  <a:ext cx="21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8C5D09D-73EA-0919-D689-BE0C06403B58}"/>
                    </a:ext>
                  </a:extLst>
                </p14:cNvPr>
                <p14:cNvContentPartPr/>
                <p14:nvPr/>
              </p14:nvContentPartPr>
              <p14:xfrm>
                <a:off x="9599972" y="2664005"/>
                <a:ext cx="260640" cy="24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8C5D09D-73EA-0919-D689-BE0C06403B5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93852" y="2657885"/>
                  <a:ext cx="27288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36B8CB6-2AC4-A19F-E4CA-9C82A739B8DB}"/>
              </a:ext>
            </a:extLst>
          </p:cNvPr>
          <p:cNvGrpSpPr/>
          <p:nvPr/>
        </p:nvGrpSpPr>
        <p:grpSpPr>
          <a:xfrm>
            <a:off x="4424972" y="37445"/>
            <a:ext cx="740520" cy="472680"/>
            <a:chOff x="4424972" y="37445"/>
            <a:chExt cx="740520" cy="47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4543957-B6D4-5B07-189D-960FEB656371}"/>
                    </a:ext>
                  </a:extLst>
                </p14:cNvPr>
                <p14:cNvContentPartPr/>
                <p14:nvPr/>
              </p14:nvContentPartPr>
              <p14:xfrm>
                <a:off x="4490852" y="38525"/>
                <a:ext cx="223920" cy="418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4543957-B6D4-5B07-189D-960FEB65637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84732" y="32400"/>
                  <a:ext cx="236160" cy="4309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55AE955-3010-58A6-7EC9-0CAA523290BD}"/>
                    </a:ext>
                  </a:extLst>
                </p14:cNvPr>
                <p14:cNvContentPartPr/>
                <p14:nvPr/>
              </p14:nvContentPartPr>
              <p14:xfrm>
                <a:off x="4698212" y="37445"/>
                <a:ext cx="467280" cy="472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55AE955-3010-58A6-7EC9-0CAA523290B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92087" y="31325"/>
                  <a:ext cx="479529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06B035A-2E01-67B9-19D3-A98A3C57F410}"/>
                    </a:ext>
                  </a:extLst>
                </p14:cNvPr>
                <p14:cNvContentPartPr/>
                <p14:nvPr/>
              </p14:nvContentPartPr>
              <p14:xfrm>
                <a:off x="4424972" y="237605"/>
                <a:ext cx="520560" cy="63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06B035A-2E01-67B9-19D3-A98A3C57F41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18852" y="231485"/>
                  <a:ext cx="532800" cy="7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B5DFCA8-7335-1510-B0E2-ED394161D637}"/>
                  </a:ext>
                </a:extLst>
              </p14:cNvPr>
              <p14:cNvContentPartPr/>
              <p14:nvPr/>
            </p14:nvContentPartPr>
            <p14:xfrm>
              <a:off x="10025852" y="297365"/>
              <a:ext cx="632520" cy="6832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B5DFCA8-7335-1510-B0E2-ED394161D63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019732" y="291245"/>
                <a:ext cx="644760" cy="69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DC633BED-2A5F-EE99-EB2F-B142FFE96014}"/>
              </a:ext>
            </a:extLst>
          </p:cNvPr>
          <p:cNvGrpSpPr/>
          <p:nvPr/>
        </p:nvGrpSpPr>
        <p:grpSpPr>
          <a:xfrm>
            <a:off x="9861692" y="1598765"/>
            <a:ext cx="2128320" cy="2511720"/>
            <a:chOff x="9861692" y="1598765"/>
            <a:chExt cx="2128320" cy="251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09E4402-C6FC-D71B-B438-6529DF0046FA}"/>
                    </a:ext>
                  </a:extLst>
                </p14:cNvPr>
                <p14:cNvContentPartPr/>
                <p14:nvPr/>
              </p14:nvContentPartPr>
              <p14:xfrm>
                <a:off x="10209092" y="2602085"/>
                <a:ext cx="53280" cy="84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09E4402-C6FC-D71B-B438-6529DF0046F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202972" y="2595965"/>
                  <a:ext cx="65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B12CC60-F2A5-FD0E-3011-30B791CDE16F}"/>
                    </a:ext>
                  </a:extLst>
                </p14:cNvPr>
                <p14:cNvContentPartPr/>
                <p14:nvPr/>
              </p14:nvContentPartPr>
              <p14:xfrm>
                <a:off x="10312412" y="2938325"/>
                <a:ext cx="5760" cy="26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B12CC60-F2A5-FD0E-3011-30B791CDE16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306292" y="2932205"/>
                  <a:ext cx="18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2600E4E-D9F2-688A-42E1-31CF87D4C05F}"/>
                    </a:ext>
                  </a:extLst>
                </p14:cNvPr>
                <p14:cNvContentPartPr/>
                <p14:nvPr/>
              </p14:nvContentPartPr>
              <p14:xfrm>
                <a:off x="10530212" y="3362765"/>
                <a:ext cx="12240" cy="4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2600E4E-D9F2-688A-42E1-31CF87D4C0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524092" y="3356645"/>
                  <a:ext cx="244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82A4908-CFD7-3DC2-C896-2009F8DD29E6}"/>
                    </a:ext>
                  </a:extLst>
                </p14:cNvPr>
                <p14:cNvContentPartPr/>
                <p14:nvPr/>
              </p14:nvContentPartPr>
              <p14:xfrm>
                <a:off x="10464332" y="2249645"/>
                <a:ext cx="2520" cy="15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82A4908-CFD7-3DC2-C896-2009F8DD29E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457192" y="2243525"/>
                  <a:ext cx="168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7722C14-5E77-E2CA-046F-DFAA2F84123F}"/>
                    </a:ext>
                  </a:extLst>
                </p14:cNvPr>
                <p14:cNvContentPartPr/>
                <p14:nvPr/>
              </p14:nvContentPartPr>
              <p14:xfrm>
                <a:off x="10470812" y="1886765"/>
                <a:ext cx="45000" cy="25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7722C14-5E77-E2CA-046F-DFAA2F84123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464692" y="1880556"/>
                  <a:ext cx="57240" cy="376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0055B13-7F8F-941B-A6F6-6D4D3E21CC4A}"/>
                    </a:ext>
                  </a:extLst>
                </p14:cNvPr>
                <p14:cNvContentPartPr/>
                <p14:nvPr/>
              </p14:nvContentPartPr>
              <p14:xfrm>
                <a:off x="10860692" y="3192125"/>
                <a:ext cx="12960" cy="18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0055B13-7F8F-941B-A6F6-6D4D3E21CC4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854572" y="3186005"/>
                  <a:ext cx="252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90BE9D6-E339-D9A6-BE0F-D6FE3F2A2D46}"/>
                    </a:ext>
                  </a:extLst>
                </p14:cNvPr>
                <p14:cNvContentPartPr/>
                <p14:nvPr/>
              </p14:nvContentPartPr>
              <p14:xfrm>
                <a:off x="11221772" y="2484725"/>
                <a:ext cx="52200" cy="27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90BE9D6-E339-D9A6-BE0F-D6FE3F2A2D4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215652" y="2478605"/>
                  <a:ext cx="64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7E7C153-FB9D-05ED-C7BA-7D2923FB737D}"/>
                    </a:ext>
                  </a:extLst>
                </p14:cNvPr>
                <p14:cNvContentPartPr/>
                <p14:nvPr/>
              </p14:nvContentPartPr>
              <p14:xfrm>
                <a:off x="11236532" y="3148565"/>
                <a:ext cx="78120" cy="51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7E7C153-FB9D-05ED-C7BA-7D2923FB737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230412" y="3142487"/>
                  <a:ext cx="90360" cy="639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8A20E95-7B37-5F88-C332-6736D2527913}"/>
                    </a:ext>
                  </a:extLst>
                </p14:cNvPr>
                <p14:cNvContentPartPr/>
                <p14:nvPr/>
              </p14:nvContentPartPr>
              <p14:xfrm>
                <a:off x="10825052" y="2572565"/>
                <a:ext cx="661680" cy="1326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8A20E95-7B37-5F88-C332-6736D252791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818932" y="2566445"/>
                  <a:ext cx="673920" cy="13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74A9F7A-B904-A204-9C8A-C98D17817E35}"/>
                    </a:ext>
                  </a:extLst>
                </p14:cNvPr>
                <p14:cNvContentPartPr/>
                <p14:nvPr/>
              </p14:nvContentPartPr>
              <p14:xfrm>
                <a:off x="10866452" y="2194925"/>
                <a:ext cx="7560" cy="11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74A9F7A-B904-A204-9C8A-C98D17817E3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860332" y="2188996"/>
                  <a:ext cx="19800" cy="230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BD0148C-5486-7737-44E9-AAE50B64C9A1}"/>
                    </a:ext>
                  </a:extLst>
                </p14:cNvPr>
                <p14:cNvContentPartPr/>
                <p14:nvPr/>
              </p14:nvContentPartPr>
              <p14:xfrm>
                <a:off x="11380892" y="2237765"/>
                <a:ext cx="142560" cy="980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BD0148C-5486-7737-44E9-AAE50B64C9A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374772" y="2231645"/>
                  <a:ext cx="154800" cy="9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585E130-2AE7-0430-6D81-AA35BB5F6AF7}"/>
                    </a:ext>
                  </a:extLst>
                </p14:cNvPr>
                <p14:cNvContentPartPr/>
                <p14:nvPr/>
              </p14:nvContentPartPr>
              <p14:xfrm>
                <a:off x="9861692" y="1598765"/>
                <a:ext cx="2128320" cy="2511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585E130-2AE7-0430-6D81-AA35BB5F6AF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855572" y="1592644"/>
                  <a:ext cx="2140560" cy="252396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B9F4F11-0760-6BDE-A0FA-E7A49ACDCCF5}"/>
                  </a:ext>
                </a:extLst>
              </p14:cNvPr>
              <p14:cNvContentPartPr/>
              <p14:nvPr/>
            </p14:nvContentPartPr>
            <p14:xfrm>
              <a:off x="11359652" y="2651405"/>
              <a:ext cx="367200" cy="2808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B9F4F11-0760-6BDE-A0FA-E7A49ACDCCF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353532" y="2645293"/>
                <a:ext cx="379440" cy="293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67F808F-DCEF-8296-53E7-C81AEBED0535}"/>
                  </a:ext>
                </a:extLst>
              </p14:cNvPr>
              <p14:cNvContentPartPr/>
              <p14:nvPr/>
            </p14:nvContentPartPr>
            <p14:xfrm>
              <a:off x="10350212" y="2955965"/>
              <a:ext cx="183600" cy="3301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67F808F-DCEF-8296-53E7-C81AEBED053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344092" y="2949845"/>
                <a:ext cx="1958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0B76C674-9F78-C2D5-1526-5ADD7DDB14EB}"/>
                  </a:ext>
                </a:extLst>
              </p14:cNvPr>
              <p14:cNvContentPartPr/>
              <p14:nvPr/>
            </p14:nvContentPartPr>
            <p14:xfrm>
              <a:off x="5180252" y="1904045"/>
              <a:ext cx="1150920" cy="20491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0B76C674-9F78-C2D5-1526-5ADD7DDB14E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74132" y="1897925"/>
                <a:ext cx="1163160" cy="20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4CD411D-19D1-0A68-30CD-BBF8D155A4DC}"/>
                  </a:ext>
                </a:extLst>
              </p14:cNvPr>
              <p14:cNvContentPartPr/>
              <p14:nvPr/>
            </p14:nvContentPartPr>
            <p14:xfrm>
              <a:off x="5330732" y="1922405"/>
              <a:ext cx="981360" cy="19944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4CD411D-19D1-0A68-30CD-BBF8D155A4D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324612" y="1916284"/>
                <a:ext cx="993600" cy="2006642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096E9596-4454-20C4-F9A1-268EA73BE8B0}"/>
              </a:ext>
            </a:extLst>
          </p:cNvPr>
          <p:cNvGrpSpPr/>
          <p:nvPr/>
        </p:nvGrpSpPr>
        <p:grpSpPr>
          <a:xfrm>
            <a:off x="9975452" y="1730885"/>
            <a:ext cx="928800" cy="1923480"/>
            <a:chOff x="9975452" y="1730885"/>
            <a:chExt cx="928800" cy="192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EE96BF1-A827-65AF-7FAC-0DECE63291B0}"/>
                    </a:ext>
                  </a:extLst>
                </p14:cNvPr>
                <p14:cNvContentPartPr/>
                <p14:nvPr/>
              </p14:nvContentPartPr>
              <p14:xfrm>
                <a:off x="9975452" y="1981085"/>
                <a:ext cx="884520" cy="1613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EE96BF1-A827-65AF-7FAC-0DECE63291B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969332" y="1974965"/>
                  <a:ext cx="896760" cy="16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4C8B339-4DD4-B37F-B433-BC34F844051F}"/>
                    </a:ext>
                  </a:extLst>
                </p14:cNvPr>
                <p14:cNvContentPartPr/>
                <p14:nvPr/>
              </p14:nvContentPartPr>
              <p14:xfrm>
                <a:off x="10538852" y="2715125"/>
                <a:ext cx="194400" cy="201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4C8B339-4DD4-B37F-B433-BC34F844051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532732" y="2709005"/>
                  <a:ext cx="206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6EEA38F-9633-B5D3-2D12-0ABA241DE34A}"/>
                    </a:ext>
                  </a:extLst>
                </p14:cNvPr>
                <p14:cNvContentPartPr/>
                <p14:nvPr/>
              </p14:nvContentPartPr>
              <p14:xfrm>
                <a:off x="10468652" y="2594165"/>
                <a:ext cx="42120" cy="293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6EEA38F-9633-B5D3-2D12-0ABA241DE34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462584" y="2588045"/>
                  <a:ext cx="54256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1F89C63-4461-C47B-5F43-6421804CDE7B}"/>
                    </a:ext>
                  </a:extLst>
                </p14:cNvPr>
                <p14:cNvContentPartPr/>
                <p14:nvPr/>
              </p14:nvContentPartPr>
              <p14:xfrm>
                <a:off x="10008932" y="2676605"/>
                <a:ext cx="340200" cy="143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1F89C63-4461-C47B-5F43-6421804CDE7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02812" y="2670485"/>
                  <a:ext cx="3524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5FF95AF-BB6A-EC0B-AD0E-2515A3D0A033}"/>
                    </a:ext>
                  </a:extLst>
                </p14:cNvPr>
                <p14:cNvContentPartPr/>
                <p14:nvPr/>
              </p14:nvContentPartPr>
              <p14:xfrm>
                <a:off x="10085252" y="1730885"/>
                <a:ext cx="819000" cy="1923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5FF95AF-BB6A-EC0B-AD0E-2515A3D0A03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79129" y="1724765"/>
                  <a:ext cx="831245" cy="19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4368BD9-CECB-B2AE-4A1F-841C8560F0D6}"/>
                  </a:ext>
                </a:extLst>
              </p14:cNvPr>
              <p14:cNvContentPartPr/>
              <p14:nvPr/>
            </p14:nvContentPartPr>
            <p14:xfrm>
              <a:off x="6061892" y="925205"/>
              <a:ext cx="16560" cy="115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4368BD9-CECB-B2AE-4A1F-841C8560F0D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006692" y="813721"/>
                <a:ext cx="126592" cy="2341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4D666C3-A293-62B1-2CA2-16037281D6F7}"/>
                  </a:ext>
                </a:extLst>
              </p14:cNvPr>
              <p14:cNvContentPartPr/>
              <p14:nvPr/>
            </p14:nvContentPartPr>
            <p14:xfrm>
              <a:off x="5317412" y="1365125"/>
              <a:ext cx="2377800" cy="26924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4D666C3-A293-62B1-2CA2-16037281D6F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263412" y="1257125"/>
                <a:ext cx="2485440" cy="29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9CEE10A-36A9-C248-D6D9-CCBFD9D63BCF}"/>
                  </a:ext>
                </a:extLst>
              </p14:cNvPr>
              <p14:cNvContentPartPr/>
              <p14:nvPr/>
            </p14:nvContentPartPr>
            <p14:xfrm>
              <a:off x="7031372" y="1433885"/>
              <a:ext cx="380880" cy="6462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9CEE10A-36A9-C248-D6D9-CCBFD9D63BC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977372" y="1325885"/>
                <a:ext cx="488520" cy="86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F15BFF23-7FD0-9B92-4942-CEEEBDF639F9}"/>
                  </a:ext>
                </a:extLst>
              </p14:cNvPr>
              <p14:cNvContentPartPr/>
              <p14:nvPr/>
            </p14:nvContentPartPr>
            <p14:xfrm>
              <a:off x="4036172" y="422645"/>
              <a:ext cx="1318680" cy="1173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F15BFF23-7FD0-9B92-4942-CEEEBDF639F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030052" y="416525"/>
                <a:ext cx="13309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ED800AB-A8D1-54E4-E941-7F6E0CA517B1}"/>
                  </a:ext>
                </a:extLst>
              </p14:cNvPr>
              <p14:cNvContentPartPr/>
              <p14:nvPr/>
            </p14:nvContentPartPr>
            <p14:xfrm>
              <a:off x="5493452" y="5037845"/>
              <a:ext cx="14400" cy="882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ED800AB-A8D1-54E4-E941-7F6E0CA517B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487332" y="5031725"/>
                <a:ext cx="266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2D985146-6925-108C-B65F-65362A08FD70}"/>
                  </a:ext>
                </a:extLst>
              </p14:cNvPr>
              <p14:cNvContentPartPr/>
              <p14:nvPr/>
            </p14:nvContentPartPr>
            <p14:xfrm>
              <a:off x="5205812" y="5238365"/>
              <a:ext cx="86400" cy="255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2D985146-6925-108C-B65F-65362A08FD7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199692" y="5232245"/>
                <a:ext cx="9864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799D25F-8048-8AA7-D185-20204843AE71}"/>
              </a:ext>
            </a:extLst>
          </p:cNvPr>
          <p:cNvGrpSpPr/>
          <p:nvPr/>
        </p:nvGrpSpPr>
        <p:grpSpPr>
          <a:xfrm>
            <a:off x="4611452" y="1034285"/>
            <a:ext cx="3429360" cy="3283560"/>
            <a:chOff x="4611452" y="1034285"/>
            <a:chExt cx="3429360" cy="328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5B97D1E-4A57-76D6-159C-B2B8FE8E3EA4}"/>
                    </a:ext>
                  </a:extLst>
                </p14:cNvPr>
                <p14:cNvContentPartPr/>
                <p14:nvPr/>
              </p14:nvContentPartPr>
              <p14:xfrm>
                <a:off x="6532412" y="1274765"/>
                <a:ext cx="30600" cy="4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5B97D1E-4A57-76D6-159C-B2B8FE8E3EA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26292" y="1268645"/>
                  <a:ext cx="428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06D2B6B-6E2E-D42C-8148-214E587E3A23}"/>
                    </a:ext>
                  </a:extLst>
                </p14:cNvPr>
                <p14:cNvContentPartPr/>
                <p14:nvPr/>
              </p14:nvContentPartPr>
              <p14:xfrm>
                <a:off x="5113652" y="1178285"/>
                <a:ext cx="2567880" cy="3087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06D2B6B-6E2E-D42C-8148-214E587E3A2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107532" y="1172165"/>
                  <a:ext cx="2580120" cy="30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ED18B08-2AE3-B572-F815-B62E0EA8D3E2}"/>
                    </a:ext>
                  </a:extLst>
                </p14:cNvPr>
                <p14:cNvContentPartPr/>
                <p14:nvPr/>
              </p14:nvContentPartPr>
              <p14:xfrm>
                <a:off x="7178972" y="2570765"/>
                <a:ext cx="404280" cy="265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ED18B08-2AE3-B572-F815-B62E0EA8D3E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72847" y="2564645"/>
                  <a:ext cx="416531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477AC2A-A2E2-DB68-7383-FF8BE5C5723B}"/>
                    </a:ext>
                  </a:extLst>
                </p14:cNvPr>
                <p14:cNvContentPartPr/>
                <p14:nvPr/>
              </p14:nvContentPartPr>
              <p14:xfrm>
                <a:off x="6896372" y="2495165"/>
                <a:ext cx="254520" cy="382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477AC2A-A2E2-DB68-7383-FF8BE5C5723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90252" y="2489039"/>
                  <a:ext cx="266760" cy="394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47560B5-86A7-3D4F-87B1-E23159A63593}"/>
                    </a:ext>
                  </a:extLst>
                </p14:cNvPr>
                <p14:cNvContentPartPr/>
                <p14:nvPr/>
              </p14:nvContentPartPr>
              <p14:xfrm>
                <a:off x="6564092" y="2467085"/>
                <a:ext cx="297720" cy="265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47560B5-86A7-3D4F-87B1-E23159A6359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557972" y="2460965"/>
                  <a:ext cx="3099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EAFE28-C75C-25D5-8DCE-4B35D1F6F27F}"/>
                    </a:ext>
                  </a:extLst>
                </p14:cNvPr>
                <p14:cNvContentPartPr/>
                <p14:nvPr/>
              </p14:nvContentPartPr>
              <p14:xfrm>
                <a:off x="6076652" y="2583725"/>
                <a:ext cx="562680" cy="198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EAFE28-C75C-25D5-8DCE-4B35D1F6F27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070532" y="2577605"/>
                  <a:ext cx="574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831617D-3C4D-CD6B-18C5-C4E4105A092F}"/>
                    </a:ext>
                  </a:extLst>
                </p14:cNvPr>
                <p14:cNvContentPartPr/>
                <p14:nvPr/>
              </p14:nvContentPartPr>
              <p14:xfrm>
                <a:off x="4611452" y="1034285"/>
                <a:ext cx="1036080" cy="474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831617D-3C4D-CD6B-18C5-C4E4105A092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05334" y="1028165"/>
                  <a:ext cx="1048316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AF8A891-9E31-9C1E-7987-6E26B7695A8C}"/>
                    </a:ext>
                  </a:extLst>
                </p14:cNvPr>
                <p14:cNvContentPartPr/>
                <p14:nvPr/>
              </p14:nvContentPartPr>
              <p14:xfrm>
                <a:off x="6844532" y="3211205"/>
                <a:ext cx="599760" cy="344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AF8A891-9E31-9C1E-7987-6E26B7695A8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838412" y="3205085"/>
                  <a:ext cx="6120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73564E6-5BE8-867A-915C-0DE8BD7FBA0B}"/>
                    </a:ext>
                  </a:extLst>
                </p14:cNvPr>
                <p14:cNvContentPartPr/>
                <p14:nvPr/>
              </p14:nvContentPartPr>
              <p14:xfrm>
                <a:off x="4666892" y="3790445"/>
                <a:ext cx="317160" cy="527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73564E6-5BE8-867A-915C-0DE8BD7FBA0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660772" y="3784325"/>
                  <a:ext cx="32940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802D905-B297-A82D-1345-AE9F3A0DDBE9}"/>
                    </a:ext>
                  </a:extLst>
                </p14:cNvPr>
                <p14:cNvContentPartPr/>
                <p14:nvPr/>
              </p14:nvContentPartPr>
              <p14:xfrm>
                <a:off x="5250452" y="2944445"/>
                <a:ext cx="306360" cy="197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802D905-B297-A82D-1345-AE9F3A0DDBE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44332" y="2938325"/>
                  <a:ext cx="3186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960064E-F003-7576-460B-5846B4A2A656}"/>
                    </a:ext>
                  </a:extLst>
                </p14:cNvPr>
                <p14:cNvContentPartPr/>
                <p14:nvPr/>
              </p14:nvContentPartPr>
              <p14:xfrm>
                <a:off x="5615132" y="3056765"/>
                <a:ext cx="36720" cy="150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960064E-F003-7576-460B-5846B4A2A65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609071" y="3050630"/>
                  <a:ext cx="48841" cy="1627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BE1308C-1D2F-5D8D-F068-0FF1E964681E}"/>
                    </a:ext>
                  </a:extLst>
                </p14:cNvPr>
                <p14:cNvContentPartPr/>
                <p14:nvPr/>
              </p14:nvContentPartPr>
              <p14:xfrm>
                <a:off x="5771012" y="2789645"/>
                <a:ext cx="171720" cy="408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BE1308C-1D2F-5D8D-F068-0FF1E964681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64892" y="2783525"/>
                  <a:ext cx="18396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C04401C-59E2-FD2F-CA12-0DA7802D1A66}"/>
                    </a:ext>
                  </a:extLst>
                </p14:cNvPr>
                <p14:cNvContentPartPr/>
                <p14:nvPr/>
              </p14:nvContentPartPr>
              <p14:xfrm>
                <a:off x="6540332" y="1054085"/>
                <a:ext cx="1500480" cy="1357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C04401C-59E2-FD2F-CA12-0DA7802D1A6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34212" y="1047963"/>
                  <a:ext cx="1512720" cy="13701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8883181-2667-EE1A-EBF3-16512E3C0482}"/>
                    </a:ext>
                  </a:extLst>
                </p14:cNvPr>
                <p14:cNvContentPartPr/>
                <p14:nvPr/>
              </p14:nvContentPartPr>
              <p14:xfrm>
                <a:off x="5411372" y="1833125"/>
                <a:ext cx="973440" cy="1587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8883181-2667-EE1A-EBF3-16512E3C048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405252" y="1827004"/>
                  <a:ext cx="985680" cy="15994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1910EF0-AFD1-4041-D97A-F090C0C7E1F3}"/>
                    </a:ext>
                  </a:extLst>
                </p14:cNvPr>
                <p14:cNvContentPartPr/>
                <p14:nvPr/>
              </p14:nvContentPartPr>
              <p14:xfrm>
                <a:off x="5355212" y="2013845"/>
                <a:ext cx="988200" cy="1812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1910EF0-AFD1-4041-D97A-F090C0C7E1F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349090" y="2007725"/>
                  <a:ext cx="1000444" cy="18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ED426FE-5BEC-8980-4A27-817FA1A03B74}"/>
              </a:ext>
            </a:extLst>
          </p:cNvPr>
          <p:cNvGrpSpPr/>
          <p:nvPr/>
        </p:nvGrpSpPr>
        <p:grpSpPr>
          <a:xfrm>
            <a:off x="3946172" y="34925"/>
            <a:ext cx="2365200" cy="6589800"/>
            <a:chOff x="3946172" y="34925"/>
            <a:chExt cx="2365200" cy="65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3376747-761D-FB83-C268-76A5EA0311E5}"/>
                    </a:ext>
                  </a:extLst>
                </p14:cNvPr>
                <p14:cNvContentPartPr/>
                <p14:nvPr/>
              </p14:nvContentPartPr>
              <p14:xfrm>
                <a:off x="5498132" y="5883125"/>
                <a:ext cx="37440" cy="681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3376747-761D-FB83-C268-76A5EA0311E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92012" y="5877005"/>
                  <a:ext cx="4968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C38D997-14C2-73E7-6F5A-A5825D53767B}"/>
                    </a:ext>
                  </a:extLst>
                </p14:cNvPr>
                <p14:cNvContentPartPr/>
                <p14:nvPr/>
              </p14:nvContentPartPr>
              <p14:xfrm>
                <a:off x="5409212" y="5789525"/>
                <a:ext cx="100440" cy="291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C38D997-14C2-73E7-6F5A-A5825D53767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403092" y="5783405"/>
                  <a:ext cx="1126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565647-1343-EC05-E5C8-34639E491E06}"/>
                    </a:ext>
                  </a:extLst>
                </p14:cNvPr>
                <p14:cNvContentPartPr/>
                <p14:nvPr/>
              </p14:nvContentPartPr>
              <p14:xfrm>
                <a:off x="5461052" y="5818325"/>
                <a:ext cx="329760" cy="296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565647-1343-EC05-E5C8-34639E491E0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454932" y="5812205"/>
                  <a:ext cx="3420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45935B3-97C5-DE36-8775-DF6C8265CB44}"/>
                    </a:ext>
                  </a:extLst>
                </p14:cNvPr>
                <p14:cNvContentPartPr/>
                <p14:nvPr/>
              </p14:nvContentPartPr>
              <p14:xfrm>
                <a:off x="5847332" y="6294605"/>
                <a:ext cx="313200" cy="290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45935B3-97C5-DE36-8775-DF6C8265CB4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41212" y="6288485"/>
                  <a:ext cx="3254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9C20840-4693-6E97-64B3-0E4C05A92366}"/>
                    </a:ext>
                  </a:extLst>
                </p14:cNvPr>
                <p14:cNvContentPartPr/>
                <p14:nvPr/>
              </p14:nvContentPartPr>
              <p14:xfrm>
                <a:off x="5927252" y="6376325"/>
                <a:ext cx="261000" cy="46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9C20840-4693-6E97-64B3-0E4C05A9236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921132" y="6370205"/>
                  <a:ext cx="2732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8EE15B8-E2B1-AD5A-56C5-9FD3F2B8D534}"/>
                    </a:ext>
                  </a:extLst>
                </p14:cNvPr>
                <p14:cNvContentPartPr/>
                <p14:nvPr/>
              </p14:nvContentPartPr>
              <p14:xfrm>
                <a:off x="6013652" y="6594845"/>
                <a:ext cx="297720" cy="29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8EE15B8-E2B1-AD5A-56C5-9FD3F2B8D53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07532" y="6588725"/>
                  <a:ext cx="309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8F9FAD8-24C3-CDA4-9822-511A1610D39A}"/>
                    </a:ext>
                  </a:extLst>
                </p14:cNvPr>
                <p14:cNvContentPartPr/>
                <p14:nvPr/>
              </p14:nvContentPartPr>
              <p14:xfrm>
                <a:off x="3946172" y="267845"/>
                <a:ext cx="1386720" cy="5867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F9FAD8-24C3-CDA4-9822-511A1610D39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940052" y="261725"/>
                  <a:ext cx="1398960" cy="58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BC4D94D-F8AC-7F50-4C62-0AC2B7E69A5F}"/>
                    </a:ext>
                  </a:extLst>
                </p14:cNvPr>
                <p14:cNvContentPartPr/>
                <p14:nvPr/>
              </p14:nvContentPartPr>
              <p14:xfrm>
                <a:off x="4627652" y="34925"/>
                <a:ext cx="289800" cy="6224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BC4D94D-F8AC-7F50-4C62-0AC2B7E69A5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621532" y="28805"/>
                  <a:ext cx="302040" cy="623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C6B9A3B-6C1F-D979-46A7-7D5698524C8F}"/>
                    </a:ext>
                  </a:extLst>
                </p14:cNvPr>
                <p14:cNvContentPartPr/>
                <p14:nvPr/>
              </p14:nvContentPartPr>
              <p14:xfrm>
                <a:off x="4466732" y="100085"/>
                <a:ext cx="459000" cy="428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C6B9A3B-6C1F-D979-46A7-7D5698524C8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60612" y="93965"/>
                  <a:ext cx="471240" cy="44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4339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7901E-EEFF-B3E6-B2DA-AF4DA57A4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D27E7E99-F9CD-7012-622C-7A1FC39D1352}"/>
                  </a:ext>
                </a:extLst>
              </p14:cNvPr>
              <p14:cNvContentPartPr/>
              <p14:nvPr/>
            </p14:nvContentPartPr>
            <p14:xfrm>
              <a:off x="429332" y="4231380"/>
              <a:ext cx="115920" cy="7059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D27E7E99-F9CD-7012-622C-7A1FC39D13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3212" y="4225260"/>
                <a:ext cx="128160" cy="71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9725708E-2623-7B0D-C568-B1E349266D07}"/>
              </a:ext>
            </a:extLst>
          </p:cNvPr>
          <p:cNvGrpSpPr/>
          <p:nvPr/>
        </p:nvGrpSpPr>
        <p:grpSpPr>
          <a:xfrm>
            <a:off x="721292" y="4175940"/>
            <a:ext cx="741960" cy="621000"/>
            <a:chOff x="721292" y="4175940"/>
            <a:chExt cx="741960" cy="62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9E4BD27-BA7F-831B-3A2E-0725DEEFB2DB}"/>
                    </a:ext>
                  </a:extLst>
                </p14:cNvPr>
                <p14:cNvContentPartPr/>
                <p14:nvPr/>
              </p14:nvContentPartPr>
              <p14:xfrm>
                <a:off x="721292" y="4314180"/>
                <a:ext cx="7200" cy="1238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9E4BD27-BA7F-831B-3A2E-0725DEEFB2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5172" y="4308060"/>
                  <a:ext cx="194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78CB143-551F-BB68-8949-360DBBA1A92F}"/>
                    </a:ext>
                  </a:extLst>
                </p14:cNvPr>
                <p14:cNvContentPartPr/>
                <p14:nvPr/>
              </p14:nvContentPartPr>
              <p14:xfrm>
                <a:off x="810572" y="4663380"/>
                <a:ext cx="33840" cy="133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78CB143-551F-BB68-8949-360DBBA1A92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4452" y="4657260"/>
                  <a:ext cx="46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A92AAA1-CB33-FE80-C881-5551C6825B87}"/>
                    </a:ext>
                  </a:extLst>
                </p14:cNvPr>
                <p14:cNvContentPartPr/>
                <p14:nvPr/>
              </p14:nvContentPartPr>
              <p14:xfrm>
                <a:off x="967532" y="4175940"/>
                <a:ext cx="92160" cy="589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A92AAA1-CB33-FE80-C881-5551C6825B8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1412" y="4169820"/>
                  <a:ext cx="10440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F4F0797-2356-6FFE-281A-2B358D463B39}"/>
                    </a:ext>
                  </a:extLst>
                </p14:cNvPr>
                <p14:cNvContentPartPr/>
                <p14:nvPr/>
              </p14:nvContentPartPr>
              <p14:xfrm>
                <a:off x="1215572" y="4287180"/>
                <a:ext cx="247680" cy="471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F4F0797-2356-6FFE-281A-2B358D463B3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09452" y="4281060"/>
                  <a:ext cx="259920" cy="48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48929334-75E0-1B47-20CD-4299E3B08DA2}"/>
              </a:ext>
            </a:extLst>
          </p:cNvPr>
          <p:cNvGrpSpPr/>
          <p:nvPr/>
        </p:nvGrpSpPr>
        <p:grpSpPr>
          <a:xfrm>
            <a:off x="8725172" y="1024860"/>
            <a:ext cx="2951280" cy="3033000"/>
            <a:chOff x="8725172" y="1024860"/>
            <a:chExt cx="2951280" cy="30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31D0F1F-0F86-0D29-AC6A-42F61C9BC508}"/>
                    </a:ext>
                  </a:extLst>
                </p14:cNvPr>
                <p14:cNvContentPartPr/>
                <p14:nvPr/>
              </p14:nvContentPartPr>
              <p14:xfrm>
                <a:off x="8725172" y="1024860"/>
                <a:ext cx="2951280" cy="30330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31D0F1F-0F86-0D29-AC6A-42F61C9BC50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19052" y="1018740"/>
                  <a:ext cx="2963520" cy="30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9981B2A-37F8-B0E8-241B-42234D9DE2B4}"/>
                    </a:ext>
                  </a:extLst>
                </p14:cNvPr>
                <p14:cNvContentPartPr/>
                <p14:nvPr/>
              </p14:nvContentPartPr>
              <p14:xfrm>
                <a:off x="10115492" y="2099820"/>
                <a:ext cx="15840" cy="483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9981B2A-37F8-B0E8-241B-42234D9DE2B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09372" y="2093700"/>
                  <a:ext cx="280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1E8EBF6-5467-AF67-5D1D-A85A98065684}"/>
                    </a:ext>
                  </a:extLst>
                </p14:cNvPr>
                <p14:cNvContentPartPr/>
                <p14:nvPr/>
              </p14:nvContentPartPr>
              <p14:xfrm>
                <a:off x="10291172" y="2162100"/>
                <a:ext cx="309960" cy="5637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1E8EBF6-5467-AF67-5D1D-A85A980656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85052" y="2155980"/>
                  <a:ext cx="322200" cy="57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5C06E477-E4F8-FB91-F06E-0E8F0BB52466}"/>
              </a:ext>
            </a:extLst>
          </p:cNvPr>
          <p:cNvGrpSpPr/>
          <p:nvPr/>
        </p:nvGrpSpPr>
        <p:grpSpPr>
          <a:xfrm>
            <a:off x="2718212" y="96845"/>
            <a:ext cx="5647320" cy="6858720"/>
            <a:chOff x="2718212" y="96845"/>
            <a:chExt cx="5647320" cy="685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1699D9F-1519-3D9D-61D3-210E5CD9AE60}"/>
                    </a:ext>
                  </a:extLst>
                </p14:cNvPr>
                <p14:cNvContentPartPr/>
                <p14:nvPr/>
              </p14:nvContentPartPr>
              <p14:xfrm>
                <a:off x="8162852" y="168845"/>
                <a:ext cx="28440" cy="29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1699D9F-1519-3D9D-61D3-210E5CD9AE6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156732" y="162725"/>
                  <a:ext cx="406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BD3FCC5-863D-FF74-8817-472060D8116A}"/>
                    </a:ext>
                  </a:extLst>
                </p14:cNvPr>
                <p14:cNvContentPartPr/>
                <p14:nvPr/>
              </p14:nvContentPartPr>
              <p14:xfrm>
                <a:off x="8049812" y="227885"/>
                <a:ext cx="315720" cy="372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BD3FCC5-863D-FF74-8817-472060D8116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43692" y="221765"/>
                  <a:ext cx="3279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0492A21-9C23-6EA4-9E2A-AE7244B0CD37}"/>
                    </a:ext>
                  </a:extLst>
                </p14:cNvPr>
                <p14:cNvContentPartPr/>
                <p14:nvPr/>
              </p14:nvContentPartPr>
              <p14:xfrm>
                <a:off x="7910852" y="182885"/>
                <a:ext cx="9000" cy="129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0492A21-9C23-6EA4-9E2A-AE7244B0CD3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04732" y="176765"/>
                  <a:ext cx="212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06807EA-12F9-E3B6-1C29-69BDC11AD290}"/>
                    </a:ext>
                  </a:extLst>
                </p14:cNvPr>
                <p14:cNvContentPartPr/>
                <p14:nvPr/>
              </p14:nvContentPartPr>
              <p14:xfrm>
                <a:off x="7457972" y="107285"/>
                <a:ext cx="211680" cy="412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06807EA-12F9-E3B6-1C29-69BDC11AD2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51852" y="101165"/>
                  <a:ext cx="22392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4541EB1-89DC-0922-1D08-1D4F34A16FA1}"/>
                    </a:ext>
                  </a:extLst>
                </p14:cNvPr>
                <p14:cNvContentPartPr/>
                <p14:nvPr/>
              </p14:nvContentPartPr>
              <p14:xfrm>
                <a:off x="7028852" y="96845"/>
                <a:ext cx="266400" cy="360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4541EB1-89DC-0922-1D08-1D4F34A16FA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22732" y="90725"/>
                  <a:ext cx="27864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030AEB2-CD06-2F0B-589D-CF3D4D564B3D}"/>
                    </a:ext>
                  </a:extLst>
                </p14:cNvPr>
                <p14:cNvContentPartPr/>
                <p14:nvPr/>
              </p14:nvContentPartPr>
              <p14:xfrm>
                <a:off x="6664172" y="213845"/>
                <a:ext cx="245880" cy="258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030AEB2-CD06-2F0B-589D-CF3D4D564B3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58052" y="207725"/>
                  <a:ext cx="2581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836D386-3D78-CF6C-CBCE-CAEFCC46789F}"/>
                    </a:ext>
                  </a:extLst>
                </p14:cNvPr>
                <p14:cNvContentPartPr/>
                <p14:nvPr/>
              </p14:nvContentPartPr>
              <p14:xfrm>
                <a:off x="6596852" y="376565"/>
                <a:ext cx="13680" cy="20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836D386-3D78-CF6C-CBCE-CAEFCC46789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590732" y="370445"/>
                  <a:ext cx="259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90D951-13D4-7884-51A2-C4D0D208EEBF}"/>
                    </a:ext>
                  </a:extLst>
                </p14:cNvPr>
                <p14:cNvContentPartPr/>
                <p14:nvPr/>
              </p14:nvContentPartPr>
              <p14:xfrm>
                <a:off x="5401652" y="200525"/>
                <a:ext cx="295560" cy="274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90D951-13D4-7884-51A2-C4D0D208EEB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95532" y="194405"/>
                  <a:ext cx="3078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EC71B11-28A7-F092-5215-50C544EFE361}"/>
                    </a:ext>
                  </a:extLst>
                </p14:cNvPr>
                <p14:cNvContentPartPr/>
                <p14:nvPr/>
              </p14:nvContentPartPr>
              <p14:xfrm>
                <a:off x="5306972" y="187205"/>
                <a:ext cx="7920" cy="105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EC71B11-28A7-F092-5215-50C544EFE36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00852" y="181085"/>
                  <a:ext cx="201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CDFAF06-D816-0E98-C197-B532FE932575}"/>
                    </a:ext>
                  </a:extLst>
                </p14:cNvPr>
                <p14:cNvContentPartPr/>
                <p14:nvPr/>
              </p14:nvContentPartPr>
              <p14:xfrm>
                <a:off x="5040212" y="198365"/>
                <a:ext cx="142920" cy="279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CDFAF06-D816-0E98-C197-B532FE93257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34092" y="192245"/>
                  <a:ext cx="1551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AEC0477-7BA1-5C8E-7ED5-6C2A5C246B10}"/>
                    </a:ext>
                  </a:extLst>
                </p14:cNvPr>
                <p14:cNvContentPartPr/>
                <p14:nvPr/>
              </p14:nvContentPartPr>
              <p14:xfrm>
                <a:off x="4698212" y="137525"/>
                <a:ext cx="393120" cy="359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AEC0477-7BA1-5C8E-7ED5-6C2A5C246B1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92092" y="131405"/>
                  <a:ext cx="4053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23E6193-EF3A-81EE-D486-41E693E8A79D}"/>
                    </a:ext>
                  </a:extLst>
                </p14:cNvPr>
                <p14:cNvContentPartPr/>
                <p14:nvPr/>
              </p14:nvContentPartPr>
              <p14:xfrm>
                <a:off x="4599572" y="153365"/>
                <a:ext cx="180000" cy="238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23E6193-EF3A-81EE-D486-41E693E8A79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93452" y="147245"/>
                  <a:ext cx="1922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E326B3E-DE60-F93A-5219-9E7AA113C8CA}"/>
                    </a:ext>
                  </a:extLst>
                </p14:cNvPr>
                <p14:cNvContentPartPr/>
                <p14:nvPr/>
              </p14:nvContentPartPr>
              <p14:xfrm>
                <a:off x="4566092" y="115925"/>
                <a:ext cx="84240" cy="330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E326B3E-DE60-F93A-5219-9E7AA113C8C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59972" y="109805"/>
                  <a:ext cx="964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D9869EE-94AA-2126-1D96-C52CE4024AC4}"/>
                    </a:ext>
                  </a:extLst>
                </p14:cNvPr>
                <p14:cNvContentPartPr/>
                <p14:nvPr/>
              </p14:nvContentPartPr>
              <p14:xfrm>
                <a:off x="4203932" y="226085"/>
                <a:ext cx="186840" cy="207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D9869EE-94AA-2126-1D96-C52CE4024AC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97812" y="219965"/>
                  <a:ext cx="1990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6CA53DA-3A65-4A4A-9E9B-B0FC7C311EFE}"/>
                    </a:ext>
                  </a:extLst>
                </p14:cNvPr>
                <p14:cNvContentPartPr/>
                <p14:nvPr/>
              </p14:nvContentPartPr>
              <p14:xfrm>
                <a:off x="4067492" y="128885"/>
                <a:ext cx="12240" cy="147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6CA53DA-3A65-4A4A-9E9B-B0FC7C311EF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61372" y="122765"/>
                  <a:ext cx="244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429118-A5B3-395F-0C81-84E36C825AD6}"/>
                    </a:ext>
                  </a:extLst>
                </p14:cNvPr>
                <p14:cNvContentPartPr/>
                <p14:nvPr/>
              </p14:nvContentPartPr>
              <p14:xfrm>
                <a:off x="3351452" y="771485"/>
                <a:ext cx="112320" cy="362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429118-A5B3-395F-0C81-84E36C825AD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45332" y="765365"/>
                  <a:ext cx="1245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E653E3F-E501-E631-853B-20D694F1545F}"/>
                    </a:ext>
                  </a:extLst>
                </p14:cNvPr>
                <p14:cNvContentPartPr/>
                <p14:nvPr/>
              </p14:nvContentPartPr>
              <p14:xfrm>
                <a:off x="3860132" y="843485"/>
                <a:ext cx="295200" cy="382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E653E3F-E501-E631-853B-20D694F1545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54012" y="837365"/>
                  <a:ext cx="3074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A883324-F5B8-2054-CED3-67AF41D20995}"/>
                    </a:ext>
                  </a:extLst>
                </p14:cNvPr>
                <p14:cNvContentPartPr/>
                <p14:nvPr/>
              </p14:nvContentPartPr>
              <p14:xfrm>
                <a:off x="4446572" y="810365"/>
                <a:ext cx="132120" cy="459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A883324-F5B8-2054-CED3-67AF41D2099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40452" y="804245"/>
                  <a:ext cx="14436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2B515C5-70FC-FB72-3BB3-DFA83020DAAA}"/>
                    </a:ext>
                  </a:extLst>
                </p14:cNvPr>
                <p14:cNvContentPartPr/>
                <p14:nvPr/>
              </p14:nvContentPartPr>
              <p14:xfrm>
                <a:off x="4882892" y="776525"/>
                <a:ext cx="120600" cy="521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2B515C5-70FC-FB72-3BB3-DFA83020DAA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76772" y="770405"/>
                  <a:ext cx="13284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34A94F7-25C5-7AC6-EE57-1142FE5CBEE9}"/>
                    </a:ext>
                  </a:extLst>
                </p14:cNvPr>
                <p14:cNvContentPartPr/>
                <p14:nvPr/>
              </p14:nvContentPartPr>
              <p14:xfrm>
                <a:off x="3081812" y="473045"/>
                <a:ext cx="2592000" cy="1187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34A94F7-25C5-7AC6-EE57-1142FE5CBEE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075692" y="466925"/>
                  <a:ext cx="2604240" cy="11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D76F5F1-4FFB-3789-E6EA-0895B777C8E4}"/>
                    </a:ext>
                  </a:extLst>
                </p14:cNvPr>
                <p14:cNvContentPartPr/>
                <p14:nvPr/>
              </p14:nvContentPartPr>
              <p14:xfrm>
                <a:off x="3037532" y="1963805"/>
                <a:ext cx="1255320" cy="4991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D76F5F1-4FFB-3789-E6EA-0895B777C8E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31412" y="1957685"/>
                  <a:ext cx="1267560" cy="50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484AEC7-1C12-04EA-5E6F-F4D1D761165A}"/>
                    </a:ext>
                  </a:extLst>
                </p14:cNvPr>
                <p14:cNvContentPartPr/>
                <p14:nvPr/>
              </p14:nvContentPartPr>
              <p14:xfrm>
                <a:off x="3190532" y="1884540"/>
                <a:ext cx="1936080" cy="50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484AEC7-1C12-04EA-5E6F-F4D1D761165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84412" y="1878420"/>
                  <a:ext cx="1948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7801D97-66BB-1828-7B36-D7BB22D9AF24}"/>
                    </a:ext>
                  </a:extLst>
                </p14:cNvPr>
                <p14:cNvContentPartPr/>
                <p14:nvPr/>
              </p14:nvContentPartPr>
              <p14:xfrm>
                <a:off x="4866692" y="1780860"/>
                <a:ext cx="860760" cy="5087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7801D97-66BB-1828-7B36-D7BB22D9AF2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860572" y="1774740"/>
                  <a:ext cx="873000" cy="50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E2A34BF-CDD8-31F2-D0A8-83153B05597B}"/>
                    </a:ext>
                  </a:extLst>
                </p14:cNvPr>
                <p14:cNvContentPartPr/>
                <p14:nvPr/>
              </p14:nvContentPartPr>
              <p14:xfrm>
                <a:off x="3187652" y="1650540"/>
                <a:ext cx="268200" cy="1990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E2A34BF-CDD8-31F2-D0A8-83153B0559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81532" y="1644420"/>
                  <a:ext cx="2804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E95295A-4FAA-A87B-7E44-FE36EDC8E057}"/>
                    </a:ext>
                  </a:extLst>
                </p14:cNvPr>
                <p14:cNvContentPartPr/>
                <p14:nvPr/>
              </p14:nvContentPartPr>
              <p14:xfrm>
                <a:off x="3192692" y="1651260"/>
                <a:ext cx="265320" cy="235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E95295A-4FAA-A87B-7E44-FE36EDC8E05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86572" y="1645140"/>
                  <a:ext cx="2775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C6D7B48-B8A3-C97E-57F8-A3198B8AE6F3}"/>
                    </a:ext>
                  </a:extLst>
                </p14:cNvPr>
                <p14:cNvContentPartPr/>
                <p14:nvPr/>
              </p14:nvContentPartPr>
              <p14:xfrm>
                <a:off x="3610652" y="1768980"/>
                <a:ext cx="9000" cy="81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C6D7B48-B8A3-C97E-57F8-A3198B8AE6F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04532" y="1762860"/>
                  <a:ext cx="21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BFF516F-78D6-08C8-FF34-1309C4B7FFAC}"/>
                    </a:ext>
                  </a:extLst>
                </p14:cNvPr>
                <p14:cNvContentPartPr/>
                <p14:nvPr/>
              </p14:nvContentPartPr>
              <p14:xfrm>
                <a:off x="3929612" y="1584660"/>
                <a:ext cx="64800" cy="2088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BFF516F-78D6-08C8-FF34-1309C4B7FFA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23492" y="1578540"/>
                  <a:ext cx="77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719DA96-75BB-1669-2C99-03819E04DB65}"/>
                    </a:ext>
                  </a:extLst>
                </p14:cNvPr>
                <p14:cNvContentPartPr/>
                <p14:nvPr/>
              </p14:nvContentPartPr>
              <p14:xfrm>
                <a:off x="3873812" y="1645500"/>
                <a:ext cx="190800" cy="162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719DA96-75BB-1669-2C99-03819E04DB6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67692" y="1639380"/>
                  <a:ext cx="2030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0AD7301-2256-E428-F254-7F7528013C8D}"/>
                    </a:ext>
                  </a:extLst>
                </p14:cNvPr>
                <p14:cNvContentPartPr/>
                <p14:nvPr/>
              </p14:nvContentPartPr>
              <p14:xfrm>
                <a:off x="4151372" y="1699500"/>
                <a:ext cx="217080" cy="199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0AD7301-2256-E428-F254-7F7528013C8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45252" y="1693380"/>
                  <a:ext cx="2293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E202EAE-CA70-D10F-0EB8-1C08277DB41F}"/>
                    </a:ext>
                  </a:extLst>
                </p14:cNvPr>
                <p14:cNvContentPartPr/>
                <p14:nvPr/>
              </p14:nvContentPartPr>
              <p14:xfrm>
                <a:off x="4317332" y="1570620"/>
                <a:ext cx="236160" cy="2966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E202EAE-CA70-D10F-0EB8-1C08277DB41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11212" y="1564500"/>
                  <a:ext cx="2484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926CEA0-0201-DB12-F58C-19615CFE8086}"/>
                    </a:ext>
                  </a:extLst>
                </p14:cNvPr>
                <p14:cNvContentPartPr/>
                <p14:nvPr/>
              </p14:nvContentPartPr>
              <p14:xfrm>
                <a:off x="4598132" y="1731180"/>
                <a:ext cx="127440" cy="221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926CEA0-0201-DB12-F58C-19615CFE808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592012" y="1725060"/>
                  <a:ext cx="1396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B3C3F0C-5B7F-2CA4-BCCE-509BB11C0D48}"/>
                    </a:ext>
                  </a:extLst>
                </p14:cNvPr>
                <p14:cNvContentPartPr/>
                <p14:nvPr/>
              </p14:nvContentPartPr>
              <p14:xfrm>
                <a:off x="4837532" y="1606980"/>
                <a:ext cx="139320" cy="2102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B3C3F0C-5B7F-2CA4-BCCE-509BB11C0D4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31412" y="1600860"/>
                  <a:ext cx="1515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C9A99D6-5889-5C05-8A6B-5CE5CAF0FF79}"/>
                    </a:ext>
                  </a:extLst>
                </p14:cNvPr>
                <p14:cNvContentPartPr/>
                <p14:nvPr/>
              </p14:nvContentPartPr>
              <p14:xfrm>
                <a:off x="4831052" y="1628940"/>
                <a:ext cx="178920" cy="140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C9A99D6-5889-5C05-8A6B-5CE5CAF0FF7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24932" y="1622820"/>
                  <a:ext cx="1911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5D86BFD-5EC6-EB4E-BD55-AD061E766624}"/>
                    </a:ext>
                  </a:extLst>
                </p14:cNvPr>
                <p14:cNvContentPartPr/>
                <p14:nvPr/>
              </p14:nvContentPartPr>
              <p14:xfrm>
                <a:off x="5024372" y="1696620"/>
                <a:ext cx="129240" cy="201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5D86BFD-5EC6-EB4E-BD55-AD061E76662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18252" y="1690500"/>
                  <a:ext cx="141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56C1ACC-DEDE-CB99-C175-4CFA38D37D64}"/>
                    </a:ext>
                  </a:extLst>
                </p14:cNvPr>
                <p14:cNvContentPartPr/>
                <p14:nvPr/>
              </p14:nvContentPartPr>
              <p14:xfrm>
                <a:off x="4822052" y="1852500"/>
                <a:ext cx="1713600" cy="594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56C1ACC-DEDE-CB99-C175-4CFA38D37D6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15932" y="1846380"/>
                  <a:ext cx="1725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05DE1A8-6DC9-110C-9DF6-012AEC388905}"/>
                    </a:ext>
                  </a:extLst>
                </p14:cNvPr>
                <p14:cNvContentPartPr/>
                <p14:nvPr/>
              </p14:nvContentPartPr>
              <p14:xfrm>
                <a:off x="5827172" y="1443900"/>
                <a:ext cx="602640" cy="54712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05DE1A8-6DC9-110C-9DF6-012AEC38890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21052" y="1437780"/>
                  <a:ext cx="614880" cy="54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87C6619-D37A-11BA-0A21-E9A076878FA3}"/>
                    </a:ext>
                  </a:extLst>
                </p14:cNvPr>
                <p14:cNvContentPartPr/>
                <p14:nvPr/>
              </p14:nvContentPartPr>
              <p14:xfrm>
                <a:off x="5487692" y="1519860"/>
                <a:ext cx="507600" cy="3546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87C6619-D37A-11BA-0A21-E9A076878FA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81572" y="1513740"/>
                  <a:ext cx="5198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C0635C7-1E91-3AAC-57AB-AD9C5C5297D1}"/>
                    </a:ext>
                  </a:extLst>
                </p14:cNvPr>
                <p14:cNvContentPartPr/>
                <p14:nvPr/>
              </p14:nvContentPartPr>
              <p14:xfrm>
                <a:off x="3270452" y="2188085"/>
                <a:ext cx="290880" cy="354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C0635C7-1E91-3AAC-57AB-AD9C5C5297D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64332" y="2181965"/>
                  <a:ext cx="3031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CA445AD-9BA5-9C32-DCFD-D426C7772D54}"/>
                    </a:ext>
                  </a:extLst>
                </p14:cNvPr>
                <p14:cNvContentPartPr/>
                <p14:nvPr/>
              </p14:nvContentPartPr>
              <p14:xfrm>
                <a:off x="3954452" y="2225885"/>
                <a:ext cx="246240" cy="303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CA445AD-9BA5-9C32-DCFD-D426C7772D5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48332" y="2219765"/>
                  <a:ext cx="2584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C4B98C5-2215-C2A2-3E2B-355DE96AD151}"/>
                    </a:ext>
                  </a:extLst>
                </p14:cNvPr>
                <p14:cNvContentPartPr/>
                <p14:nvPr/>
              </p14:nvContentPartPr>
              <p14:xfrm>
                <a:off x="4406612" y="2229125"/>
                <a:ext cx="314640" cy="322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C4B98C5-2215-C2A2-3E2B-355DE96AD15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00492" y="2223005"/>
                  <a:ext cx="3268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D67FE94-E5A6-F04B-07E0-FC9AE3906865}"/>
                    </a:ext>
                  </a:extLst>
                </p14:cNvPr>
                <p14:cNvContentPartPr/>
                <p14:nvPr/>
              </p14:nvContentPartPr>
              <p14:xfrm>
                <a:off x="4881092" y="2121485"/>
                <a:ext cx="430560" cy="547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D67FE94-E5A6-F04B-07E0-FC9AE390686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874972" y="2115365"/>
                  <a:ext cx="44280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B6245EE-AA72-FE5D-6E76-069ED7A02884}"/>
                    </a:ext>
                  </a:extLst>
                </p14:cNvPr>
                <p14:cNvContentPartPr/>
                <p14:nvPr/>
              </p14:nvContentPartPr>
              <p14:xfrm>
                <a:off x="3421292" y="2805485"/>
                <a:ext cx="240480" cy="316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B6245EE-AA72-FE5D-6E76-069ED7A0288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15172" y="2799365"/>
                  <a:ext cx="2527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C5C8F2A-C08D-AFD7-C748-17F99A8DD961}"/>
                    </a:ext>
                  </a:extLst>
                </p14:cNvPr>
                <p14:cNvContentPartPr/>
                <p14:nvPr/>
              </p14:nvContentPartPr>
              <p14:xfrm>
                <a:off x="3968852" y="2773085"/>
                <a:ext cx="296280" cy="272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C5C8F2A-C08D-AFD7-C748-17F99A8DD96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962732" y="2766965"/>
                  <a:ext cx="3085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CBF1E55-C6D3-3629-1813-66A04B729444}"/>
                    </a:ext>
                  </a:extLst>
                </p14:cNvPr>
                <p14:cNvContentPartPr/>
                <p14:nvPr/>
              </p14:nvContentPartPr>
              <p14:xfrm>
                <a:off x="4513532" y="2689925"/>
                <a:ext cx="224280" cy="258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CBF1E55-C6D3-3629-1813-66A04B72944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07412" y="2683805"/>
                  <a:ext cx="2365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1340583-DDF5-1FA9-4625-CB128ED77133}"/>
                    </a:ext>
                  </a:extLst>
                </p14:cNvPr>
                <p14:cNvContentPartPr/>
                <p14:nvPr/>
              </p14:nvContentPartPr>
              <p14:xfrm>
                <a:off x="5094932" y="2658605"/>
                <a:ext cx="150840" cy="480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1340583-DDF5-1FA9-4625-CB128ED7713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88812" y="2652485"/>
                  <a:ext cx="16308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D6C8F74-5E33-6E1F-9F9C-AD05681AE0AE}"/>
                    </a:ext>
                  </a:extLst>
                </p14:cNvPr>
                <p14:cNvContentPartPr/>
                <p14:nvPr/>
              </p14:nvContentPartPr>
              <p14:xfrm>
                <a:off x="3482852" y="3197525"/>
                <a:ext cx="276840" cy="221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D6C8F74-5E33-6E1F-9F9C-AD05681AE0A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76732" y="3191405"/>
                  <a:ext cx="2890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7EBD3AC-8B40-AA71-028D-A7552D2EE5CC}"/>
                    </a:ext>
                  </a:extLst>
                </p14:cNvPr>
                <p14:cNvContentPartPr/>
                <p14:nvPr/>
              </p14:nvContentPartPr>
              <p14:xfrm>
                <a:off x="4143812" y="3182045"/>
                <a:ext cx="299880" cy="27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7EBD3AC-8B40-AA71-028D-A7552D2EE5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137692" y="3175925"/>
                  <a:ext cx="3121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6381E6-0EBE-46C1-6A90-A186BC371802}"/>
                    </a:ext>
                  </a:extLst>
                </p14:cNvPr>
                <p14:cNvContentPartPr/>
                <p14:nvPr/>
              </p14:nvContentPartPr>
              <p14:xfrm>
                <a:off x="4812692" y="3119045"/>
                <a:ext cx="112680" cy="306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6381E6-0EBE-46C1-6A90-A186BC37180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06572" y="3112925"/>
                  <a:ext cx="1249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03CC44A-0247-B037-6A43-F96ABC8F33E8}"/>
                    </a:ext>
                  </a:extLst>
                </p14:cNvPr>
                <p14:cNvContentPartPr/>
                <p14:nvPr/>
              </p14:nvContentPartPr>
              <p14:xfrm>
                <a:off x="5171252" y="3177725"/>
                <a:ext cx="200880" cy="313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03CC44A-0247-B037-6A43-F96ABC8F33E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65132" y="3171605"/>
                  <a:ext cx="2131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5D92291-40BF-5CFD-F655-F279776B9908}"/>
                    </a:ext>
                  </a:extLst>
                </p14:cNvPr>
                <p14:cNvContentPartPr/>
                <p14:nvPr/>
              </p14:nvContentPartPr>
              <p14:xfrm>
                <a:off x="3651332" y="3565085"/>
                <a:ext cx="222840" cy="278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5D92291-40BF-5CFD-F655-F279776B990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45212" y="3558965"/>
                  <a:ext cx="2350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FB7A867-5F08-47C5-A045-9E0486E6CB31}"/>
                    </a:ext>
                  </a:extLst>
                </p14:cNvPr>
                <p14:cNvContentPartPr/>
                <p14:nvPr/>
              </p14:nvContentPartPr>
              <p14:xfrm>
                <a:off x="4225532" y="3480125"/>
                <a:ext cx="153360" cy="321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FB7A867-5F08-47C5-A045-9E0486E6CB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219412" y="3474005"/>
                  <a:ext cx="1656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4CAEF1-7D22-BB89-5B06-0D352264F8F3}"/>
                    </a:ext>
                  </a:extLst>
                </p14:cNvPr>
                <p14:cNvContentPartPr/>
                <p14:nvPr/>
              </p14:nvContentPartPr>
              <p14:xfrm>
                <a:off x="4906652" y="3499205"/>
                <a:ext cx="40320" cy="224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4CAEF1-7D22-BB89-5B06-0D352264F8F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900532" y="3493085"/>
                  <a:ext cx="525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6F95A4E-3A3A-FD05-1787-0FE904E008BB}"/>
                    </a:ext>
                  </a:extLst>
                </p14:cNvPr>
                <p14:cNvContentPartPr/>
                <p14:nvPr/>
              </p14:nvContentPartPr>
              <p14:xfrm>
                <a:off x="5316692" y="3468605"/>
                <a:ext cx="17280" cy="349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6F95A4E-3A3A-FD05-1787-0FE904E008B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10572" y="3462485"/>
                  <a:ext cx="295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2AF35B2-7E9F-095E-5726-D25CAADA7ABC}"/>
                    </a:ext>
                  </a:extLst>
                </p14:cNvPr>
                <p14:cNvContentPartPr/>
                <p14:nvPr/>
              </p14:nvContentPartPr>
              <p14:xfrm>
                <a:off x="3763652" y="3928325"/>
                <a:ext cx="236160" cy="174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2AF35B2-7E9F-095E-5726-D25CAADA7AB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757532" y="3922205"/>
                  <a:ext cx="248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D931CCA-1ED7-F2C4-FDE6-09FA9BFA975B}"/>
                    </a:ext>
                  </a:extLst>
                </p14:cNvPr>
                <p14:cNvContentPartPr/>
                <p14:nvPr/>
              </p14:nvContentPartPr>
              <p14:xfrm>
                <a:off x="4819172" y="3806645"/>
                <a:ext cx="162000" cy="290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D931CCA-1ED7-F2C4-FDE6-09FA9BFA975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813052" y="3800525"/>
                  <a:ext cx="1742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64AEF2A-30D0-2B02-7483-ECDF78E76974}"/>
                    </a:ext>
                  </a:extLst>
                </p14:cNvPr>
                <p14:cNvContentPartPr/>
                <p14:nvPr/>
              </p14:nvContentPartPr>
              <p14:xfrm>
                <a:off x="5202572" y="3861365"/>
                <a:ext cx="179280" cy="240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64AEF2A-30D0-2B02-7483-ECDF78E7697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196452" y="3855245"/>
                  <a:ext cx="191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8805203-0D48-26B8-BC92-AF81118A911D}"/>
                    </a:ext>
                  </a:extLst>
                </p14:cNvPr>
                <p14:cNvContentPartPr/>
                <p14:nvPr/>
              </p14:nvContentPartPr>
              <p14:xfrm>
                <a:off x="4842572" y="4172045"/>
                <a:ext cx="187200" cy="27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8805203-0D48-26B8-BC92-AF81118A911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36452" y="4165925"/>
                  <a:ext cx="1994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B7A32FC-371E-3E6F-D0A9-0B412CED60D4}"/>
                    </a:ext>
                  </a:extLst>
                </p14:cNvPr>
                <p14:cNvContentPartPr/>
                <p14:nvPr/>
              </p14:nvContentPartPr>
              <p14:xfrm>
                <a:off x="5303732" y="4164845"/>
                <a:ext cx="43200" cy="408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B7A32FC-371E-3E6F-D0A9-0B412CED60D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97612" y="4158725"/>
                  <a:ext cx="554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E2F6D77-6A18-AFEC-0816-8F7EB6F56B82}"/>
                    </a:ext>
                  </a:extLst>
                </p14:cNvPr>
                <p14:cNvContentPartPr/>
                <p14:nvPr/>
              </p14:nvContentPartPr>
              <p14:xfrm>
                <a:off x="3793892" y="4178885"/>
                <a:ext cx="220320" cy="300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E2F6D77-6A18-AFEC-0816-8F7EB6F56B8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87772" y="4172765"/>
                  <a:ext cx="2325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AEB3E4C-5087-9D8A-E0B4-DAB05630AB26}"/>
                    </a:ext>
                  </a:extLst>
                </p14:cNvPr>
                <p14:cNvContentPartPr/>
                <p14:nvPr/>
              </p14:nvContentPartPr>
              <p14:xfrm>
                <a:off x="3778412" y="4596125"/>
                <a:ext cx="339120" cy="295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AEB3E4C-5087-9D8A-E0B4-DAB05630AB2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772292" y="4590005"/>
                  <a:ext cx="3513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8980D13-AF26-87FF-9B05-60353C66BC46}"/>
                    </a:ext>
                  </a:extLst>
                </p14:cNvPr>
                <p14:cNvContentPartPr/>
                <p14:nvPr/>
              </p14:nvContentPartPr>
              <p14:xfrm>
                <a:off x="4401212" y="3840845"/>
                <a:ext cx="35280" cy="192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8980D13-AF26-87FF-9B05-60353C66BC4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95092" y="3834725"/>
                  <a:ext cx="47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BF63FF-7678-E05A-91F9-A8ADCC88528C}"/>
                    </a:ext>
                  </a:extLst>
                </p14:cNvPr>
                <p14:cNvContentPartPr/>
                <p14:nvPr/>
              </p14:nvContentPartPr>
              <p14:xfrm>
                <a:off x="4492652" y="4160525"/>
                <a:ext cx="70920" cy="307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FBF63FF-7678-E05A-91F9-A8ADCC88528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486532" y="4154405"/>
                  <a:ext cx="831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8DF614C-5E3E-DE6C-41AF-ABE67900A302}"/>
                    </a:ext>
                  </a:extLst>
                </p14:cNvPr>
                <p14:cNvContentPartPr/>
                <p14:nvPr/>
              </p14:nvContentPartPr>
              <p14:xfrm>
                <a:off x="4488332" y="4624925"/>
                <a:ext cx="85680" cy="302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8DF614C-5E3E-DE6C-41AF-ABE67900A30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82212" y="4618805"/>
                  <a:ext cx="979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C88984F-C8D6-F510-22DB-B91FA84AE8C3}"/>
                    </a:ext>
                  </a:extLst>
                </p14:cNvPr>
                <p14:cNvContentPartPr/>
                <p14:nvPr/>
              </p14:nvContentPartPr>
              <p14:xfrm>
                <a:off x="4963532" y="4567325"/>
                <a:ext cx="27360" cy="270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C88984F-C8D6-F510-22DB-B91FA84AE8C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957412" y="4561205"/>
                  <a:ext cx="396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B863FF-51E1-0B84-C755-937C9B906F6E}"/>
                    </a:ext>
                  </a:extLst>
                </p14:cNvPr>
                <p14:cNvContentPartPr/>
                <p14:nvPr/>
              </p14:nvContentPartPr>
              <p14:xfrm>
                <a:off x="5202572" y="4631765"/>
                <a:ext cx="226800" cy="373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B863FF-51E1-0B84-C755-937C9B906F6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96452" y="4625645"/>
                  <a:ext cx="23904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08C3D10-4394-61F0-15B7-6FA0B5AF72C7}"/>
                    </a:ext>
                  </a:extLst>
                </p14:cNvPr>
                <p14:cNvContentPartPr/>
                <p14:nvPr/>
              </p14:nvContentPartPr>
              <p14:xfrm>
                <a:off x="3904412" y="5027405"/>
                <a:ext cx="252360" cy="315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08C3D10-4394-61F0-15B7-6FA0B5AF72C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898292" y="5021285"/>
                  <a:ext cx="2646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39A10ED-6363-78DA-FBD5-153B117620CA}"/>
                    </a:ext>
                  </a:extLst>
                </p14:cNvPr>
                <p14:cNvContentPartPr/>
                <p14:nvPr/>
              </p14:nvContentPartPr>
              <p14:xfrm>
                <a:off x="4549892" y="5051885"/>
                <a:ext cx="66240" cy="294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39A10ED-6363-78DA-FBD5-153B117620C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43772" y="5045765"/>
                  <a:ext cx="784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97439AB-DE46-0EA1-678A-19C7DA437AB9}"/>
                    </a:ext>
                  </a:extLst>
                </p14:cNvPr>
                <p14:cNvContentPartPr/>
                <p14:nvPr/>
              </p14:nvContentPartPr>
              <p14:xfrm>
                <a:off x="4963172" y="5015165"/>
                <a:ext cx="33840" cy="214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97439AB-DE46-0EA1-678A-19C7DA437AB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957052" y="5009045"/>
                  <a:ext cx="460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9BDBE97-9ABC-9780-F492-DAC8979B8A92}"/>
                    </a:ext>
                  </a:extLst>
                </p14:cNvPr>
                <p14:cNvContentPartPr/>
                <p14:nvPr/>
              </p14:nvContentPartPr>
              <p14:xfrm>
                <a:off x="5282132" y="5070605"/>
                <a:ext cx="56160" cy="246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9BDBE97-9ABC-9780-F492-DAC8979B8A9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276012" y="5064485"/>
                  <a:ext cx="684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C5085E2-6543-0AF9-73B1-5CFF51A98AB8}"/>
                    </a:ext>
                  </a:extLst>
                </p14:cNvPr>
                <p14:cNvContentPartPr/>
                <p14:nvPr/>
              </p14:nvContentPartPr>
              <p14:xfrm>
                <a:off x="4583732" y="5447165"/>
                <a:ext cx="115560" cy="164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C5085E2-6543-0AF9-73B1-5CFF51A98AB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77612" y="5441045"/>
                  <a:ext cx="1278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089422C-E232-41D6-60B8-C15FC33496C6}"/>
                    </a:ext>
                  </a:extLst>
                </p14:cNvPr>
                <p14:cNvContentPartPr/>
                <p14:nvPr/>
              </p14:nvContentPartPr>
              <p14:xfrm>
                <a:off x="4897652" y="5420885"/>
                <a:ext cx="119880" cy="154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089422C-E232-41D6-60B8-C15FC33496C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91532" y="5414765"/>
                  <a:ext cx="1321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2D09C07-F144-1941-E421-C7AF24AB6443}"/>
                    </a:ext>
                  </a:extLst>
                </p14:cNvPr>
                <p14:cNvContentPartPr/>
                <p14:nvPr/>
              </p14:nvContentPartPr>
              <p14:xfrm>
                <a:off x="5213012" y="5412605"/>
                <a:ext cx="210240" cy="207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2D09C07-F144-1941-E421-C7AF24AB644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206892" y="5406485"/>
                  <a:ext cx="2224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6392073-91D2-5A80-F2F4-664E79C2C11C}"/>
                    </a:ext>
                  </a:extLst>
                </p14:cNvPr>
                <p14:cNvContentPartPr/>
                <p14:nvPr/>
              </p14:nvContentPartPr>
              <p14:xfrm>
                <a:off x="4597412" y="5698445"/>
                <a:ext cx="169200" cy="219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6392073-91D2-5A80-F2F4-664E79C2C1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591292" y="5692325"/>
                  <a:ext cx="1814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76412E-B6A0-2A72-17F7-438F41744B1A}"/>
                    </a:ext>
                  </a:extLst>
                </p14:cNvPr>
                <p14:cNvContentPartPr/>
                <p14:nvPr/>
              </p14:nvContentPartPr>
              <p14:xfrm>
                <a:off x="5004212" y="5672885"/>
                <a:ext cx="66240" cy="178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76412E-B6A0-2A72-17F7-438F41744B1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98092" y="5666765"/>
                  <a:ext cx="78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290BCE6-B9F1-56B1-D2CE-90DF3CD8D248}"/>
                    </a:ext>
                  </a:extLst>
                </p14:cNvPr>
                <p14:cNvContentPartPr/>
                <p14:nvPr/>
              </p14:nvContentPartPr>
              <p14:xfrm>
                <a:off x="5269172" y="5652365"/>
                <a:ext cx="71640" cy="214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290BCE6-B9F1-56B1-D2CE-90DF3CD8D24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263052" y="5646245"/>
                  <a:ext cx="83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4AE74CF-53D8-10F8-5519-E675990AA9C1}"/>
                    </a:ext>
                  </a:extLst>
                </p14:cNvPr>
                <p14:cNvContentPartPr/>
                <p14:nvPr/>
              </p14:nvContentPartPr>
              <p14:xfrm>
                <a:off x="4615772" y="5950805"/>
                <a:ext cx="109800" cy="137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4AE74CF-53D8-10F8-5519-E675990AA9C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609652" y="5944685"/>
                  <a:ext cx="122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8A0FBC6-107A-C6F0-C5F8-4CF36E8FA430}"/>
                    </a:ext>
                  </a:extLst>
                </p14:cNvPr>
                <p14:cNvContentPartPr/>
                <p14:nvPr/>
              </p14:nvContentPartPr>
              <p14:xfrm>
                <a:off x="5044172" y="5920205"/>
                <a:ext cx="6480" cy="108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8A0FBC6-107A-C6F0-C5F8-4CF36E8FA43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038052" y="5914085"/>
                  <a:ext cx="18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82507FF-6FC4-926B-ED67-7A24D4363A21}"/>
                    </a:ext>
                  </a:extLst>
                </p14:cNvPr>
                <p14:cNvContentPartPr/>
                <p14:nvPr/>
              </p14:nvContentPartPr>
              <p14:xfrm>
                <a:off x="5210132" y="5952605"/>
                <a:ext cx="129240" cy="163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82507FF-6FC4-926B-ED67-7A24D4363A2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204012" y="5946485"/>
                  <a:ext cx="141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EA4C31D-BF55-EA49-326C-EF7CDA7D893A}"/>
                    </a:ext>
                  </a:extLst>
                </p14:cNvPr>
                <p14:cNvContentPartPr/>
                <p14:nvPr/>
              </p14:nvContentPartPr>
              <p14:xfrm>
                <a:off x="4292492" y="6177245"/>
                <a:ext cx="36720" cy="135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EA4C31D-BF55-EA49-326C-EF7CDA7D893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286372" y="6171125"/>
                  <a:ext cx="489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4EAF705-A2BA-82BF-21C8-F4B7F05433A0}"/>
                    </a:ext>
                  </a:extLst>
                </p14:cNvPr>
                <p14:cNvContentPartPr/>
                <p14:nvPr/>
              </p14:nvContentPartPr>
              <p14:xfrm>
                <a:off x="4647812" y="6111365"/>
                <a:ext cx="132840" cy="154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4EAF705-A2BA-82BF-21C8-F4B7F05433A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641692" y="6105245"/>
                  <a:ext cx="145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933F44A-73A0-441E-B979-14600DD25F8B}"/>
                    </a:ext>
                  </a:extLst>
                </p14:cNvPr>
                <p14:cNvContentPartPr/>
                <p14:nvPr/>
              </p14:nvContentPartPr>
              <p14:xfrm>
                <a:off x="5050652" y="6121445"/>
                <a:ext cx="32400" cy="126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933F44A-73A0-441E-B979-14600DD25F8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044532" y="6115325"/>
                  <a:ext cx="44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3DC713B-74A8-89F7-4898-5CE3BACF2C4B}"/>
                    </a:ext>
                  </a:extLst>
                </p14:cNvPr>
                <p14:cNvContentPartPr/>
                <p14:nvPr/>
              </p14:nvContentPartPr>
              <p14:xfrm>
                <a:off x="5341532" y="6131525"/>
                <a:ext cx="42480" cy="148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3DC713B-74A8-89F7-4898-5CE3BACF2C4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335412" y="6125405"/>
                  <a:ext cx="547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63A8A00-B175-92B1-43FC-1ADED99FDFB8}"/>
                    </a:ext>
                  </a:extLst>
                </p14:cNvPr>
                <p14:cNvContentPartPr/>
                <p14:nvPr/>
              </p14:nvContentPartPr>
              <p14:xfrm>
                <a:off x="4352612" y="6378125"/>
                <a:ext cx="40320" cy="107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63A8A00-B175-92B1-43FC-1ADED99FDFB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346492" y="6372005"/>
                  <a:ext cx="525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A07552E-5542-366E-D77C-192325B8E444}"/>
                    </a:ext>
                  </a:extLst>
                </p14:cNvPr>
                <p14:cNvContentPartPr/>
                <p14:nvPr/>
              </p14:nvContentPartPr>
              <p14:xfrm>
                <a:off x="4700372" y="6266165"/>
                <a:ext cx="47880" cy="160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A07552E-5542-366E-D77C-192325B8E44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694252" y="6260045"/>
                  <a:ext cx="601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40B23D7-39ED-08A0-B67C-6102A0120445}"/>
                    </a:ext>
                  </a:extLst>
                </p14:cNvPr>
                <p14:cNvContentPartPr/>
                <p14:nvPr/>
              </p14:nvContentPartPr>
              <p14:xfrm>
                <a:off x="5040932" y="6303965"/>
                <a:ext cx="78120" cy="108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40B23D7-39ED-08A0-B67C-6102A012044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034812" y="6297845"/>
                  <a:ext cx="903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DFE0F4A-433F-97CB-B582-99B02D6FF3F0}"/>
                    </a:ext>
                  </a:extLst>
                </p14:cNvPr>
                <p14:cNvContentPartPr/>
                <p14:nvPr/>
              </p14:nvContentPartPr>
              <p14:xfrm>
                <a:off x="5328572" y="6263285"/>
                <a:ext cx="62640" cy="146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DFE0F4A-433F-97CB-B582-99B02D6FF3F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322452" y="6257165"/>
                  <a:ext cx="74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8323422-C792-95DF-FC87-2EAC0BFA90DC}"/>
                    </a:ext>
                  </a:extLst>
                </p14:cNvPr>
                <p14:cNvContentPartPr/>
                <p14:nvPr/>
              </p14:nvContentPartPr>
              <p14:xfrm>
                <a:off x="4406612" y="6480005"/>
                <a:ext cx="47880" cy="104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8323422-C792-95DF-FC87-2EAC0BFA90D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400492" y="6473885"/>
                  <a:ext cx="601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E7332C5-DD17-8B4B-4318-8A724F80843B}"/>
                    </a:ext>
                  </a:extLst>
                </p14:cNvPr>
                <p14:cNvContentPartPr/>
                <p14:nvPr/>
              </p14:nvContentPartPr>
              <p14:xfrm>
                <a:off x="4729892" y="6462725"/>
                <a:ext cx="49320" cy="96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E7332C5-DD17-8B4B-4318-8A724F80843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723772" y="6456605"/>
                  <a:ext cx="61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5CA7C6D-D30D-7D91-D1EC-0CD05C3FBE7C}"/>
                    </a:ext>
                  </a:extLst>
                </p14:cNvPr>
                <p14:cNvContentPartPr/>
                <p14:nvPr/>
              </p14:nvContentPartPr>
              <p14:xfrm>
                <a:off x="5292932" y="6450125"/>
                <a:ext cx="74880" cy="159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5CA7C6D-D30D-7D91-D1EC-0CD05C3FBE7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286812" y="6444005"/>
                  <a:ext cx="871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684A062-7BD1-9210-1839-BC9233DC60E3}"/>
                    </a:ext>
                  </a:extLst>
                </p14:cNvPr>
                <p14:cNvContentPartPr/>
                <p14:nvPr/>
              </p14:nvContentPartPr>
              <p14:xfrm>
                <a:off x="5285732" y="6600605"/>
                <a:ext cx="17280" cy="96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684A062-7BD1-9210-1839-BC9233DC60E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279612" y="6594485"/>
                  <a:ext cx="295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5D63DDD-1A1B-B6E7-F433-185D0EBE95E3}"/>
                    </a:ext>
                  </a:extLst>
                </p14:cNvPr>
                <p14:cNvContentPartPr/>
                <p14:nvPr/>
              </p14:nvContentPartPr>
              <p14:xfrm>
                <a:off x="5096012" y="6427805"/>
                <a:ext cx="32760" cy="90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5D63DDD-1A1B-B6E7-F433-185D0EBE95E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089892" y="6421685"/>
                  <a:ext cx="45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7FDDCDC-5782-D1C4-4856-2CA2AC753689}"/>
                    </a:ext>
                  </a:extLst>
                </p14:cNvPr>
                <p14:cNvContentPartPr/>
                <p14:nvPr/>
              </p14:nvContentPartPr>
              <p14:xfrm>
                <a:off x="5107532" y="6604925"/>
                <a:ext cx="27360" cy="82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7FDDCDC-5782-D1C4-4856-2CA2AC75368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101412" y="6598805"/>
                  <a:ext cx="396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71064D0-D077-3613-634F-27875F7C1A8F}"/>
                    </a:ext>
                  </a:extLst>
                </p14:cNvPr>
                <p14:cNvContentPartPr/>
                <p14:nvPr/>
              </p14:nvContentPartPr>
              <p14:xfrm>
                <a:off x="4749332" y="6563885"/>
                <a:ext cx="18720" cy="167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71064D0-D077-3613-634F-27875F7C1A8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743212" y="6557765"/>
                  <a:ext cx="30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A20A3DE-783C-DF8A-A9E9-5F4CBB9495E2}"/>
                    </a:ext>
                  </a:extLst>
                </p14:cNvPr>
                <p14:cNvContentPartPr/>
                <p14:nvPr/>
              </p14:nvContentPartPr>
              <p14:xfrm>
                <a:off x="4488692" y="6620765"/>
                <a:ext cx="21600" cy="133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A20A3DE-783C-DF8A-A9E9-5F4CBB9495E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482572" y="6614645"/>
                  <a:ext cx="338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96EBEA7-97B9-862B-D64E-59DA4E288201}"/>
                    </a:ext>
                  </a:extLst>
                </p14:cNvPr>
                <p14:cNvContentPartPr/>
                <p14:nvPr/>
              </p14:nvContentPartPr>
              <p14:xfrm>
                <a:off x="2718212" y="2340725"/>
                <a:ext cx="230400" cy="237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96EBEA7-97B9-862B-D64E-59DA4E28820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12092" y="2334605"/>
                  <a:ext cx="2426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47C0A9F-F42A-C359-6E08-363165497F39}"/>
                    </a:ext>
                  </a:extLst>
                </p14:cNvPr>
                <p14:cNvContentPartPr/>
                <p14:nvPr/>
              </p14:nvContentPartPr>
              <p14:xfrm>
                <a:off x="2908652" y="2893685"/>
                <a:ext cx="26280" cy="171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47C0A9F-F42A-C359-6E08-363165497F3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902532" y="2887565"/>
                  <a:ext cx="38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A1BC145-FA11-D1DF-4864-6881404B0745}"/>
                    </a:ext>
                  </a:extLst>
                </p14:cNvPr>
                <p14:cNvContentPartPr/>
                <p14:nvPr/>
              </p14:nvContentPartPr>
              <p14:xfrm>
                <a:off x="2944292" y="3359885"/>
                <a:ext cx="105840" cy="249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A1BC145-FA11-D1DF-4864-6881404B074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938172" y="3353765"/>
                  <a:ext cx="1180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CD81D65-AE9B-D6EC-35AA-C0C2CF4FB5B1}"/>
                    </a:ext>
                  </a:extLst>
                </p14:cNvPr>
                <p14:cNvContentPartPr/>
                <p14:nvPr/>
              </p14:nvContentPartPr>
              <p14:xfrm>
                <a:off x="3034652" y="3773525"/>
                <a:ext cx="144360" cy="182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CD81D65-AE9B-D6EC-35AA-C0C2CF4FB5B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028532" y="3767405"/>
                  <a:ext cx="1566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D3BFAF1-E15D-0F71-7493-56686D00AC2B}"/>
                    </a:ext>
                  </a:extLst>
                </p14:cNvPr>
                <p14:cNvContentPartPr/>
                <p14:nvPr/>
              </p14:nvContentPartPr>
              <p14:xfrm>
                <a:off x="3177212" y="4046765"/>
                <a:ext cx="131400" cy="175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D3BFAF1-E15D-0F71-7493-56686D00AC2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171092" y="4040645"/>
                  <a:ext cx="1436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217CA97-43E9-A4B9-1B8F-A9ACF82BABDB}"/>
                    </a:ext>
                  </a:extLst>
                </p14:cNvPr>
                <p14:cNvContentPartPr/>
                <p14:nvPr/>
              </p14:nvContentPartPr>
              <p14:xfrm>
                <a:off x="3145532" y="4275725"/>
                <a:ext cx="253440" cy="172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217CA97-43E9-A4B9-1B8F-A9ACF82BABD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139412" y="4269605"/>
                  <a:ext cx="2656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F044D47-4841-A04F-221F-EECEBD7C66C1}"/>
                    </a:ext>
                  </a:extLst>
                </p14:cNvPr>
                <p14:cNvContentPartPr/>
                <p14:nvPr/>
              </p14:nvContentPartPr>
              <p14:xfrm>
                <a:off x="3321572" y="4655885"/>
                <a:ext cx="75960" cy="95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F044D47-4841-A04F-221F-EECEBD7C66C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315452" y="4649765"/>
                  <a:ext cx="88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9231E60-CDFA-4855-5214-435990E0FB01}"/>
                    </a:ext>
                  </a:extLst>
                </p14:cNvPr>
                <p14:cNvContentPartPr/>
                <p14:nvPr/>
              </p14:nvContentPartPr>
              <p14:xfrm>
                <a:off x="3422012" y="5035685"/>
                <a:ext cx="165240" cy="28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9231E60-CDFA-4855-5214-435990E0FB0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415892" y="5029565"/>
                  <a:ext cx="177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8334ED0-1B46-7AB2-E343-68465B3E3FF5}"/>
                    </a:ext>
                  </a:extLst>
                </p14:cNvPr>
                <p14:cNvContentPartPr/>
                <p14:nvPr/>
              </p14:nvContentPartPr>
              <p14:xfrm>
                <a:off x="3486812" y="5014085"/>
                <a:ext cx="61560" cy="185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8334ED0-1B46-7AB2-E343-68465B3E3FF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480692" y="5007965"/>
                  <a:ext cx="738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D8D140A-2128-472B-2C6F-A428B8041E68}"/>
                    </a:ext>
                  </a:extLst>
                </p14:cNvPr>
                <p14:cNvContentPartPr/>
                <p14:nvPr/>
              </p14:nvContentPartPr>
              <p14:xfrm>
                <a:off x="3457652" y="5128925"/>
                <a:ext cx="199800" cy="26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D8D140A-2128-472B-2C6F-A428B8041E6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451532" y="5122805"/>
                  <a:ext cx="212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B27A97C-AFE1-8101-2EC6-908300EA056F}"/>
                    </a:ext>
                  </a:extLst>
                </p14:cNvPr>
                <p14:cNvContentPartPr/>
                <p14:nvPr/>
              </p14:nvContentPartPr>
              <p14:xfrm>
                <a:off x="4101692" y="5441045"/>
                <a:ext cx="69120" cy="183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B27A97C-AFE1-8101-2EC6-908300EA056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095572" y="5434925"/>
                  <a:ext cx="81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237E5C0-34C1-55D3-83DD-97E351FFD019}"/>
                    </a:ext>
                  </a:extLst>
                </p14:cNvPr>
                <p14:cNvContentPartPr/>
                <p14:nvPr/>
              </p14:nvContentPartPr>
              <p14:xfrm>
                <a:off x="4206452" y="5692685"/>
                <a:ext cx="36720" cy="147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237E5C0-34C1-55D3-83DD-97E351FFD01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200332" y="5686565"/>
                  <a:ext cx="48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9D49751-B828-9FFF-9AC4-556CE9983770}"/>
                    </a:ext>
                  </a:extLst>
                </p14:cNvPr>
                <p14:cNvContentPartPr/>
                <p14:nvPr/>
              </p14:nvContentPartPr>
              <p14:xfrm>
                <a:off x="4184852" y="5925965"/>
                <a:ext cx="41760" cy="199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9D49751-B828-9FFF-9AC4-556CE998377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178732" y="5919845"/>
                  <a:ext cx="54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7082532-B10E-C6DB-AA71-00C1F98A2F8E}"/>
                    </a:ext>
                  </a:extLst>
                </p14:cNvPr>
                <p14:cNvContentPartPr/>
                <p14:nvPr/>
              </p14:nvContentPartPr>
              <p14:xfrm>
                <a:off x="3534332" y="5379845"/>
                <a:ext cx="195120" cy="230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7082532-B10E-C6DB-AA71-00C1F98A2F8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528212" y="5373725"/>
                  <a:ext cx="2073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7A0126E-7D50-7853-E688-DB0B9D793C03}"/>
                    </a:ext>
                  </a:extLst>
                </p14:cNvPr>
                <p14:cNvContentPartPr/>
                <p14:nvPr/>
              </p14:nvContentPartPr>
              <p14:xfrm>
                <a:off x="3604532" y="5700245"/>
                <a:ext cx="92880" cy="150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7A0126E-7D50-7853-E688-DB0B9D793C0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98412" y="5694125"/>
                  <a:ext cx="1051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C03D2F7-2D73-DCE3-D438-397A15DD7986}"/>
                    </a:ext>
                  </a:extLst>
                </p14:cNvPr>
                <p14:cNvContentPartPr/>
                <p14:nvPr/>
              </p14:nvContentPartPr>
              <p14:xfrm>
                <a:off x="3608492" y="5994725"/>
                <a:ext cx="5760" cy="727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C03D2F7-2D73-DCE3-D438-397A15DD798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602372" y="5988605"/>
                  <a:ext cx="18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EF550EE-FBD8-759D-1B36-B4C566C8221E}"/>
                    </a:ext>
                  </a:extLst>
                </p14:cNvPr>
                <p14:cNvContentPartPr/>
                <p14:nvPr/>
              </p14:nvContentPartPr>
              <p14:xfrm>
                <a:off x="3714332" y="5957645"/>
                <a:ext cx="115920" cy="133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EF550EE-FBD8-759D-1B36-B4C566C8221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708212" y="5951525"/>
                  <a:ext cx="1281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8FEC5C6-4FC0-4F79-1910-D5DE864F6BB7}"/>
                    </a:ext>
                  </a:extLst>
                </p14:cNvPr>
                <p14:cNvContentPartPr/>
                <p14:nvPr/>
              </p14:nvContentPartPr>
              <p14:xfrm>
                <a:off x="3810812" y="6165005"/>
                <a:ext cx="5760" cy="2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8FEC5C6-4FC0-4F79-1910-D5DE864F6BB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804692" y="6158885"/>
                  <a:ext cx="1800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86477F3-E20E-5414-B186-3476A48F3E6E}"/>
                    </a:ext>
                  </a:extLst>
                </p14:cNvPr>
                <p14:cNvContentPartPr/>
                <p14:nvPr/>
              </p14:nvContentPartPr>
              <p14:xfrm>
                <a:off x="3691292" y="6141965"/>
                <a:ext cx="17640" cy="101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86477F3-E20E-5414-B186-3476A48F3E6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685172" y="6135845"/>
                  <a:ext cx="29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C850BD3-2876-94E2-31FF-D914E5876653}"/>
                    </a:ext>
                  </a:extLst>
                </p14:cNvPr>
                <p14:cNvContentPartPr/>
                <p14:nvPr/>
              </p14:nvContentPartPr>
              <p14:xfrm>
                <a:off x="3748532" y="6142685"/>
                <a:ext cx="61920" cy="96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C850BD3-2876-94E2-31FF-D914E587665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742412" y="6136565"/>
                  <a:ext cx="741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B589560-651F-53EB-47AD-8763F89A411B}"/>
                    </a:ext>
                  </a:extLst>
                </p14:cNvPr>
                <p14:cNvContentPartPr/>
                <p14:nvPr/>
              </p14:nvContentPartPr>
              <p14:xfrm>
                <a:off x="3748532" y="6270125"/>
                <a:ext cx="34560" cy="925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B589560-651F-53EB-47AD-8763F89A411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742412" y="6264005"/>
                  <a:ext cx="468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20461C3-FE9B-3BF5-C489-70E0713C781B}"/>
                    </a:ext>
                  </a:extLst>
                </p14:cNvPr>
                <p14:cNvContentPartPr/>
                <p14:nvPr/>
              </p14:nvContentPartPr>
              <p14:xfrm>
                <a:off x="3772292" y="6296405"/>
                <a:ext cx="180000" cy="81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20461C3-FE9B-3BF5-C489-70E0713C781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766172" y="6290285"/>
                  <a:ext cx="192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79AA8CE-C104-FBB9-5B61-7BC7963E543A}"/>
                    </a:ext>
                  </a:extLst>
                </p14:cNvPr>
                <p14:cNvContentPartPr/>
                <p14:nvPr/>
              </p14:nvContentPartPr>
              <p14:xfrm>
                <a:off x="3784892" y="6412685"/>
                <a:ext cx="36000" cy="74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79AA8CE-C104-FBB9-5B61-7BC7963E543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778772" y="6406565"/>
                  <a:ext cx="48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6BE11D3-F1C2-DF5D-30DC-B77F938E5AEF}"/>
                    </a:ext>
                  </a:extLst>
                </p14:cNvPr>
                <p14:cNvContentPartPr/>
                <p14:nvPr/>
              </p14:nvContentPartPr>
              <p14:xfrm>
                <a:off x="3848612" y="6377045"/>
                <a:ext cx="79920" cy="121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6BE11D3-F1C2-DF5D-30DC-B77F938E5AE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842492" y="6370925"/>
                  <a:ext cx="921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214CC50-B251-C7B2-B4F9-B0F065C06C58}"/>
                    </a:ext>
                  </a:extLst>
                </p14:cNvPr>
                <p14:cNvContentPartPr/>
                <p14:nvPr/>
              </p14:nvContentPartPr>
              <p14:xfrm>
                <a:off x="3824132" y="6539765"/>
                <a:ext cx="17640" cy="37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214CC50-B251-C7B2-B4F9-B0F065C06C5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818012" y="6533645"/>
                  <a:ext cx="298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9EA60C6-178B-9F14-3F2E-41D1171313CF}"/>
                    </a:ext>
                  </a:extLst>
                </p14:cNvPr>
                <p14:cNvContentPartPr/>
                <p14:nvPr/>
              </p14:nvContentPartPr>
              <p14:xfrm>
                <a:off x="3901532" y="6504125"/>
                <a:ext cx="78120" cy="62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9EA60C6-178B-9F14-3F2E-41D1171313C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895412" y="6498005"/>
                  <a:ext cx="90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8C406FB-B786-0337-360E-29F05E7BB312}"/>
                    </a:ext>
                  </a:extLst>
                </p14:cNvPr>
                <p14:cNvContentPartPr/>
                <p14:nvPr/>
              </p14:nvContentPartPr>
              <p14:xfrm>
                <a:off x="3870932" y="6632645"/>
                <a:ext cx="28080" cy="117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8C406FB-B786-0337-360E-29F05E7BB31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864812" y="6626525"/>
                  <a:ext cx="40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BCEA19E-6DB3-5F77-FE37-ED9AE438683B}"/>
                    </a:ext>
                  </a:extLst>
                </p14:cNvPr>
                <p14:cNvContentPartPr/>
                <p14:nvPr/>
              </p14:nvContentPartPr>
              <p14:xfrm>
                <a:off x="3926372" y="6616445"/>
                <a:ext cx="205920" cy="210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BCEA19E-6DB3-5F77-FE37-ED9AE438683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920252" y="6610325"/>
                  <a:ext cx="2181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C599635-5889-A593-9089-C7EA49D530B3}"/>
                    </a:ext>
                  </a:extLst>
                </p14:cNvPr>
                <p14:cNvContentPartPr/>
                <p14:nvPr/>
              </p14:nvContentPartPr>
              <p14:xfrm>
                <a:off x="4171532" y="6019860"/>
                <a:ext cx="1443960" cy="297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C599635-5889-A593-9089-C7EA49D530B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165412" y="6013740"/>
                  <a:ext cx="14562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47CC1F7-DA32-4E47-09B0-88DA892F67F3}"/>
                    </a:ext>
                  </a:extLst>
                </p14:cNvPr>
                <p14:cNvContentPartPr/>
                <p14:nvPr/>
              </p14:nvContentPartPr>
              <p14:xfrm>
                <a:off x="6047852" y="6020220"/>
                <a:ext cx="29520" cy="2012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47CC1F7-DA32-4E47-09B0-88DA892F67F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041732" y="6014100"/>
                  <a:ext cx="417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08DECDE-3E42-CCF8-FA3B-305D84EEAB57}"/>
                    </a:ext>
                  </a:extLst>
                </p14:cNvPr>
                <p14:cNvContentPartPr/>
                <p14:nvPr/>
              </p14:nvContentPartPr>
              <p14:xfrm>
                <a:off x="5638532" y="2221500"/>
                <a:ext cx="179280" cy="245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08DECDE-3E42-CCF8-FA3B-305D84EEAB5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632412" y="2215380"/>
                  <a:ext cx="1915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DE95191-9737-B1B5-F6DC-DD62D840E71C}"/>
                    </a:ext>
                  </a:extLst>
                </p14:cNvPr>
                <p14:cNvContentPartPr/>
                <p14:nvPr/>
              </p14:nvContentPartPr>
              <p14:xfrm>
                <a:off x="5615852" y="2620740"/>
                <a:ext cx="178920" cy="2840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DE95191-9737-B1B5-F6DC-DD62D840E71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609732" y="2614620"/>
                  <a:ext cx="1911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8A222E7-5CA0-F73F-DB48-45F1834774E1}"/>
                    </a:ext>
                  </a:extLst>
                </p14:cNvPr>
                <p14:cNvContentPartPr/>
                <p14:nvPr/>
              </p14:nvContentPartPr>
              <p14:xfrm>
                <a:off x="5678132" y="3128340"/>
                <a:ext cx="213840" cy="2674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8A222E7-5CA0-F73F-DB48-45F1834774E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672012" y="3122220"/>
                  <a:ext cx="2260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6C8BF74-3666-A259-816A-47AD3B8FA149}"/>
                    </a:ext>
                  </a:extLst>
                </p14:cNvPr>
                <p14:cNvContentPartPr/>
                <p14:nvPr/>
              </p14:nvContentPartPr>
              <p14:xfrm>
                <a:off x="5750852" y="3493740"/>
                <a:ext cx="223920" cy="2862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6C8BF74-3666-A259-816A-47AD3B8FA14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744732" y="3487620"/>
                  <a:ext cx="2361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013C43C-EE4B-DCE8-3E06-6C94D05642BB}"/>
                    </a:ext>
                  </a:extLst>
                </p14:cNvPr>
                <p14:cNvContentPartPr/>
                <p14:nvPr/>
              </p14:nvContentPartPr>
              <p14:xfrm>
                <a:off x="5844452" y="3896220"/>
                <a:ext cx="173160" cy="2264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013C43C-EE4B-DCE8-3E06-6C94D05642B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838332" y="3890100"/>
                  <a:ext cx="1854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9FD34FB-ED59-EBC9-F69D-CE20D20EA334}"/>
                    </a:ext>
                  </a:extLst>
                </p14:cNvPr>
                <p14:cNvContentPartPr/>
                <p14:nvPr/>
              </p14:nvContentPartPr>
              <p14:xfrm>
                <a:off x="5928332" y="4230660"/>
                <a:ext cx="169560" cy="1576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9FD34FB-ED59-EBC9-F69D-CE20D20EA33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922212" y="4224540"/>
                  <a:ext cx="1818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21E610A-E670-6659-5490-4998382F5350}"/>
                    </a:ext>
                  </a:extLst>
                </p14:cNvPr>
                <p14:cNvContentPartPr/>
                <p14:nvPr/>
              </p14:nvContentPartPr>
              <p14:xfrm>
                <a:off x="6006812" y="4443420"/>
                <a:ext cx="208080" cy="340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21E610A-E670-6659-5490-4998382F535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000692" y="4437300"/>
                  <a:ext cx="2203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5B836AA-E113-154A-A0BB-74DDFEAC6B81}"/>
                    </a:ext>
                  </a:extLst>
                </p14:cNvPr>
                <p14:cNvContentPartPr/>
                <p14:nvPr/>
              </p14:nvContentPartPr>
              <p14:xfrm>
                <a:off x="5989172" y="4770300"/>
                <a:ext cx="218160" cy="362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5B836AA-E113-154A-A0BB-74DDFEAC6B8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983052" y="4764180"/>
                  <a:ext cx="23040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B430CA2-17C9-67E5-B33E-FF3F01AF78D2}"/>
                    </a:ext>
                  </a:extLst>
                </p14:cNvPr>
                <p14:cNvContentPartPr/>
                <p14:nvPr/>
              </p14:nvContentPartPr>
              <p14:xfrm>
                <a:off x="6026612" y="5280420"/>
                <a:ext cx="205560" cy="279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B430CA2-17C9-67E5-B33E-FF3F01AF78D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020492" y="5274300"/>
                  <a:ext cx="217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FDD586B-654F-ED9C-AD32-64BCDD23CDD3}"/>
                    </a:ext>
                  </a:extLst>
                </p14:cNvPr>
                <p14:cNvContentPartPr/>
                <p14:nvPr/>
              </p14:nvContentPartPr>
              <p14:xfrm>
                <a:off x="5978012" y="5663820"/>
                <a:ext cx="178920" cy="1782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FDD586B-654F-ED9C-AD32-64BCDD23CDD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971892" y="5657700"/>
                  <a:ext cx="191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135BDC1-F6C7-B9E3-BB79-885BE0600DFB}"/>
                    </a:ext>
                  </a:extLst>
                </p14:cNvPr>
                <p14:cNvContentPartPr/>
                <p14:nvPr/>
              </p14:nvContentPartPr>
              <p14:xfrm>
                <a:off x="6006812" y="6272580"/>
                <a:ext cx="166320" cy="189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135BDC1-F6C7-B9E3-BB79-885BE0600DF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000692" y="6266460"/>
                  <a:ext cx="1785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2CE57E9-3EE6-09D3-3C79-8E30E75FBCE2}"/>
                    </a:ext>
                  </a:extLst>
                </p14:cNvPr>
                <p14:cNvContentPartPr/>
                <p14:nvPr/>
              </p14:nvContentPartPr>
              <p14:xfrm>
                <a:off x="6039572" y="6531420"/>
                <a:ext cx="168480" cy="205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2CE57E9-3EE6-09D3-3C79-8E30E75FBCE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033452" y="6525300"/>
                  <a:ext cx="1807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C848B4F-3C4C-2F33-FCA5-0BC591006F3A}"/>
                    </a:ext>
                  </a:extLst>
                </p14:cNvPr>
                <p14:cNvContentPartPr/>
                <p14:nvPr/>
              </p14:nvContentPartPr>
              <p14:xfrm>
                <a:off x="6039572" y="6737700"/>
                <a:ext cx="9720" cy="10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C848B4F-3C4C-2F33-FCA5-0BC591006F3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033452" y="6731580"/>
                  <a:ext cx="219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6CF5B83-81CD-B2A1-E279-F7D871CCB6E4}"/>
                    </a:ext>
                  </a:extLst>
                </p14:cNvPr>
                <p14:cNvContentPartPr/>
                <p14:nvPr/>
              </p14:nvContentPartPr>
              <p14:xfrm>
                <a:off x="6028412" y="6720060"/>
                <a:ext cx="66240" cy="66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6CF5B83-81CD-B2A1-E279-F7D871CCB6E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022292" y="6713940"/>
                  <a:ext cx="78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6A83B3A-8DE4-DD80-0A5C-464832C0C308}"/>
                    </a:ext>
                  </a:extLst>
                </p14:cNvPr>
                <p14:cNvContentPartPr/>
                <p14:nvPr/>
              </p14:nvContentPartPr>
              <p14:xfrm>
                <a:off x="2912252" y="313500"/>
                <a:ext cx="790920" cy="11084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6A83B3A-8DE4-DD80-0A5C-464832C0C30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906132" y="307380"/>
                  <a:ext cx="803160" cy="112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A38A8271-8F91-CB7D-70F1-2518EEE8334E}"/>
                  </a:ext>
                </a:extLst>
              </p14:cNvPr>
              <p14:cNvContentPartPr/>
              <p14:nvPr/>
            </p14:nvContentPartPr>
            <p14:xfrm>
              <a:off x="4129772" y="5123460"/>
              <a:ext cx="7920" cy="1260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A38A8271-8F91-CB7D-70F1-2518EEE8334E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4123652" y="5117340"/>
                <a:ext cx="2016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082BEE6-901C-6D0E-71F4-791DAB894A80}"/>
              </a:ext>
            </a:extLst>
          </p:cNvPr>
          <p:cNvGrpSpPr/>
          <p:nvPr/>
        </p:nvGrpSpPr>
        <p:grpSpPr>
          <a:xfrm>
            <a:off x="2370812" y="1765740"/>
            <a:ext cx="4625280" cy="3630600"/>
            <a:chOff x="2370812" y="1765740"/>
            <a:chExt cx="4625280" cy="363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E3D7EB2-B3C3-232A-2AE0-F2453279E1D8}"/>
                    </a:ext>
                  </a:extLst>
                </p14:cNvPr>
                <p14:cNvContentPartPr/>
                <p14:nvPr/>
              </p14:nvContentPartPr>
              <p14:xfrm>
                <a:off x="4044812" y="5124540"/>
                <a:ext cx="83880" cy="50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E3D7EB2-B3C3-232A-2AE0-F2453279E1D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038692" y="5118420"/>
                  <a:ext cx="961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B67386C-0C63-F235-0677-1245AFB9C0DA}"/>
                    </a:ext>
                  </a:extLst>
                </p14:cNvPr>
                <p14:cNvContentPartPr/>
                <p14:nvPr/>
              </p14:nvContentPartPr>
              <p14:xfrm>
                <a:off x="4034012" y="4685340"/>
                <a:ext cx="85320" cy="97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B67386C-0C63-F235-0677-1245AFB9C0D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027892" y="4679220"/>
                  <a:ext cx="97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C5C58B4-DC87-96B2-2794-356DD45902B3}"/>
                    </a:ext>
                  </a:extLst>
                </p14:cNvPr>
                <p14:cNvContentPartPr/>
                <p14:nvPr/>
              </p14:nvContentPartPr>
              <p14:xfrm>
                <a:off x="3893612" y="4194660"/>
                <a:ext cx="88920" cy="168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C5C58B4-DC87-96B2-2794-356DD45902B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887492" y="4188540"/>
                  <a:ext cx="101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AAB537E-DB71-5450-6EB2-8FEC7EDC31CB}"/>
                    </a:ext>
                  </a:extLst>
                </p14:cNvPr>
                <p14:cNvContentPartPr/>
                <p14:nvPr/>
              </p14:nvContentPartPr>
              <p14:xfrm>
                <a:off x="3854012" y="3889020"/>
                <a:ext cx="74520" cy="86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AAB537E-DB71-5450-6EB2-8FEC7EDC31C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847892" y="3882900"/>
                  <a:ext cx="867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6D0F496-7B4B-7DB7-1AC0-11BCCF598C94}"/>
                    </a:ext>
                  </a:extLst>
                </p14:cNvPr>
                <p14:cNvContentPartPr/>
                <p14:nvPr/>
              </p14:nvContentPartPr>
              <p14:xfrm>
                <a:off x="3710732" y="3490500"/>
                <a:ext cx="150120" cy="2584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6D0F496-7B4B-7DB7-1AC0-11BCCF598C9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704612" y="3484380"/>
                  <a:ext cx="1623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8738468-BA39-D4BF-38CC-3740E2998949}"/>
                    </a:ext>
                  </a:extLst>
                </p14:cNvPr>
                <p14:cNvContentPartPr/>
                <p14:nvPr/>
              </p14:nvContentPartPr>
              <p14:xfrm>
                <a:off x="3471692" y="3174060"/>
                <a:ext cx="207360" cy="1688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8738468-BA39-D4BF-38CC-3740E299894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465572" y="3167940"/>
                  <a:ext cx="2196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F31679D-7584-BEDC-31C9-43E8C7A17F6B}"/>
                    </a:ext>
                  </a:extLst>
                </p14:cNvPr>
                <p14:cNvContentPartPr/>
                <p14:nvPr/>
              </p14:nvContentPartPr>
              <p14:xfrm>
                <a:off x="3440732" y="2827380"/>
                <a:ext cx="138240" cy="2228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F31679D-7584-BEDC-31C9-43E8C7A17F6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434612" y="2821260"/>
                  <a:ext cx="150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460C0B5-0203-DD46-13C3-EE2CBEA171B4}"/>
                    </a:ext>
                  </a:extLst>
                </p14:cNvPr>
                <p14:cNvContentPartPr/>
                <p14:nvPr/>
              </p14:nvContentPartPr>
              <p14:xfrm>
                <a:off x="3298172" y="2163540"/>
                <a:ext cx="237240" cy="2671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460C0B5-0203-DD46-13C3-EE2CBEA171B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292052" y="2157420"/>
                  <a:ext cx="249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6009273-02EE-71D9-73FF-96984F817E5E}"/>
                    </a:ext>
                  </a:extLst>
                </p14:cNvPr>
                <p14:cNvContentPartPr/>
                <p14:nvPr/>
              </p14:nvContentPartPr>
              <p14:xfrm>
                <a:off x="2370812" y="1765740"/>
                <a:ext cx="4625280" cy="36306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6009273-02EE-71D9-73FF-96984F817E5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364692" y="1759620"/>
                  <a:ext cx="4637520" cy="36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2ED9361-8F81-083B-2E66-16EACD82AED1}"/>
                    </a:ext>
                  </a:extLst>
                </p14:cNvPr>
                <p14:cNvContentPartPr/>
                <p14:nvPr/>
              </p14:nvContentPartPr>
              <p14:xfrm>
                <a:off x="3537572" y="2155620"/>
                <a:ext cx="2723040" cy="30297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2ED9361-8F81-083B-2E66-16EACD82AED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531452" y="2149500"/>
                  <a:ext cx="2735280" cy="30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B300D73-B139-1F51-0247-996B3DAD2DC2}"/>
                    </a:ext>
                  </a:extLst>
                </p14:cNvPr>
                <p14:cNvContentPartPr/>
                <p14:nvPr/>
              </p14:nvContentPartPr>
              <p14:xfrm>
                <a:off x="2982812" y="2140860"/>
                <a:ext cx="2525760" cy="20840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B300D73-B139-1F51-0247-996B3DAD2DC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976692" y="2134740"/>
                  <a:ext cx="2538000" cy="20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5730B92-4AC9-C2AB-973C-BE732AC2E53F}"/>
              </a:ext>
            </a:extLst>
          </p:cNvPr>
          <p:cNvGrpSpPr/>
          <p:nvPr/>
        </p:nvGrpSpPr>
        <p:grpSpPr>
          <a:xfrm>
            <a:off x="8922452" y="1259940"/>
            <a:ext cx="1168560" cy="2549520"/>
            <a:chOff x="8922452" y="1259940"/>
            <a:chExt cx="1168560" cy="254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006F7F2-1F23-8146-CA16-27DBF074EC4F}"/>
                    </a:ext>
                  </a:extLst>
                </p14:cNvPr>
                <p14:cNvContentPartPr/>
                <p14:nvPr/>
              </p14:nvContentPartPr>
              <p14:xfrm>
                <a:off x="8922452" y="1259940"/>
                <a:ext cx="1168560" cy="2549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006F7F2-1F23-8146-CA16-27DBF074EC4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916332" y="1253820"/>
                  <a:ext cx="1180800" cy="256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26C10F1-9C3F-FB2E-4612-584A1F94FAED}"/>
                    </a:ext>
                  </a:extLst>
                </p14:cNvPr>
                <p14:cNvContentPartPr/>
                <p14:nvPr/>
              </p14:nvContentPartPr>
              <p14:xfrm>
                <a:off x="9371732" y="2239860"/>
                <a:ext cx="315360" cy="5648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26C10F1-9C3F-FB2E-4612-584A1F94FAE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365612" y="2233740"/>
                  <a:ext cx="327600" cy="57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882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545F7-0142-D6FF-6218-AE920E70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9DA9E354-6D5B-AA77-0A8F-9E88863B36C8}"/>
              </a:ext>
            </a:extLst>
          </p:cNvPr>
          <p:cNvGrpSpPr/>
          <p:nvPr/>
        </p:nvGrpSpPr>
        <p:grpSpPr>
          <a:xfrm>
            <a:off x="1497812" y="287645"/>
            <a:ext cx="3725280" cy="4604760"/>
            <a:chOff x="1497812" y="287645"/>
            <a:chExt cx="3725280" cy="460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2354F2A-2D3A-C2B6-6DBD-2B0F5CCE073F}"/>
                    </a:ext>
                  </a:extLst>
                </p14:cNvPr>
                <p14:cNvContentPartPr/>
                <p14:nvPr/>
              </p14:nvContentPartPr>
              <p14:xfrm>
                <a:off x="2052932" y="630725"/>
                <a:ext cx="509400" cy="905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2354F2A-2D3A-C2B6-6DBD-2B0F5CCE073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46812" y="624605"/>
                  <a:ext cx="521640" cy="9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845CA05-9664-4B1B-3475-2C465B8FC8E8}"/>
                    </a:ext>
                  </a:extLst>
                </p14:cNvPr>
                <p14:cNvContentPartPr/>
                <p14:nvPr/>
              </p14:nvContentPartPr>
              <p14:xfrm>
                <a:off x="2825852" y="772205"/>
                <a:ext cx="481680" cy="1082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845CA05-9664-4B1B-3475-2C465B8FC8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19732" y="766085"/>
                  <a:ext cx="493920" cy="10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9510CF-F487-637D-5D45-CBE685566BC7}"/>
                    </a:ext>
                  </a:extLst>
                </p14:cNvPr>
                <p14:cNvContentPartPr/>
                <p14:nvPr/>
              </p14:nvContentPartPr>
              <p14:xfrm>
                <a:off x="3223292" y="1150205"/>
                <a:ext cx="64800" cy="376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9510CF-F487-637D-5D45-CBE685566BC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17172" y="1144085"/>
                  <a:ext cx="7704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43D554A-6EE2-4FBA-D690-D3ABCD490999}"/>
                    </a:ext>
                  </a:extLst>
                </p14:cNvPr>
                <p14:cNvContentPartPr/>
                <p14:nvPr/>
              </p14:nvContentPartPr>
              <p14:xfrm>
                <a:off x="3339212" y="1191605"/>
                <a:ext cx="299880" cy="420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43D554A-6EE2-4FBA-D690-D3ABCD49099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33092" y="1185485"/>
                  <a:ext cx="31212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B4C1020-1905-E1E8-A20F-2B2FB594EF64}"/>
                    </a:ext>
                  </a:extLst>
                </p14:cNvPr>
                <p14:cNvContentPartPr/>
                <p14:nvPr/>
              </p14:nvContentPartPr>
              <p14:xfrm>
                <a:off x="3319052" y="1388525"/>
                <a:ext cx="254160" cy="66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B4C1020-1905-E1E8-A20F-2B2FB594EF6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12932" y="1382405"/>
                  <a:ext cx="2664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2BDF5C9-8EFB-2811-E8DD-9064734E49FE}"/>
                    </a:ext>
                  </a:extLst>
                </p14:cNvPr>
                <p14:cNvContentPartPr/>
                <p14:nvPr/>
              </p14:nvContentPartPr>
              <p14:xfrm>
                <a:off x="3577172" y="733685"/>
                <a:ext cx="439560" cy="1169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2BDF5C9-8EFB-2811-E8DD-9064734E49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71052" y="727565"/>
                  <a:ext cx="451800" cy="11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999892C-8470-AB1C-0F06-D52C314F4460}"/>
                    </a:ext>
                  </a:extLst>
                </p14:cNvPr>
                <p14:cNvContentPartPr/>
                <p14:nvPr/>
              </p14:nvContentPartPr>
              <p14:xfrm>
                <a:off x="2067332" y="2699285"/>
                <a:ext cx="365760" cy="848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999892C-8470-AB1C-0F06-D52C314F446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61212" y="2693165"/>
                  <a:ext cx="378000" cy="86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31FB63-739E-9EF7-9C7C-F3A27D8CE790}"/>
                    </a:ext>
                  </a:extLst>
                </p14:cNvPr>
                <p14:cNvContentPartPr/>
                <p14:nvPr/>
              </p14:nvContentPartPr>
              <p14:xfrm>
                <a:off x="2660252" y="2476085"/>
                <a:ext cx="406080" cy="1488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31FB63-739E-9EF7-9C7C-F3A27D8CE7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54132" y="2469965"/>
                  <a:ext cx="418320" cy="15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810547E-0FF5-CA6A-E46F-0EE8142C3A05}"/>
                    </a:ext>
                  </a:extLst>
                </p14:cNvPr>
                <p14:cNvContentPartPr/>
                <p14:nvPr/>
              </p14:nvContentPartPr>
              <p14:xfrm>
                <a:off x="3040052" y="2805125"/>
                <a:ext cx="192600" cy="726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810547E-0FF5-CA6A-E46F-0EE8142C3A0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33932" y="2799005"/>
                  <a:ext cx="204840" cy="73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20FD554-32B5-989E-D9F8-687B9E64357C}"/>
                    </a:ext>
                  </a:extLst>
                </p14:cNvPr>
                <p14:cNvContentPartPr/>
                <p14:nvPr/>
              </p14:nvContentPartPr>
              <p14:xfrm>
                <a:off x="3275132" y="2809445"/>
                <a:ext cx="344520" cy="692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20FD554-32B5-989E-D9F8-687B9E6435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69012" y="2803325"/>
                  <a:ext cx="35676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9F93759-DCC7-6FD8-7B30-D4B9FFB018E2}"/>
                    </a:ext>
                  </a:extLst>
                </p14:cNvPr>
                <p14:cNvContentPartPr/>
                <p14:nvPr/>
              </p14:nvContentPartPr>
              <p14:xfrm>
                <a:off x="3122852" y="3208685"/>
                <a:ext cx="336600" cy="48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9F93759-DCC7-6FD8-7B30-D4B9FFB018E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16732" y="3202565"/>
                  <a:ext cx="3488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C66ABAB-BE2E-AAE8-702B-F245518696D6}"/>
                    </a:ext>
                  </a:extLst>
                </p14:cNvPr>
                <p14:cNvContentPartPr/>
                <p14:nvPr/>
              </p14:nvContentPartPr>
              <p14:xfrm>
                <a:off x="3726212" y="2627285"/>
                <a:ext cx="266040" cy="1178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C66ABAB-BE2E-AAE8-702B-F245518696D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20092" y="2621165"/>
                  <a:ext cx="278280" cy="11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50173A9-FE14-F8C2-8134-CD568D31D278}"/>
                    </a:ext>
                  </a:extLst>
                </p14:cNvPr>
                <p14:cNvContentPartPr/>
                <p14:nvPr/>
              </p14:nvContentPartPr>
              <p14:xfrm>
                <a:off x="4327052" y="2929685"/>
                <a:ext cx="521280" cy="609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0173A9-FE14-F8C2-8134-CD568D31D27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20932" y="2923565"/>
                  <a:ext cx="53352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E4C5336-7A21-6DBD-4127-12AB3D0F59DD}"/>
                    </a:ext>
                  </a:extLst>
                </p14:cNvPr>
                <p14:cNvContentPartPr/>
                <p14:nvPr/>
              </p14:nvContentPartPr>
              <p14:xfrm>
                <a:off x="4564652" y="2403365"/>
                <a:ext cx="613440" cy="1633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E4C5336-7A21-6DBD-4127-12AB3D0F59D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8532" y="2397245"/>
                  <a:ext cx="625680" cy="164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D4A181-4AD2-26CD-243F-E5BE386D5445}"/>
                    </a:ext>
                  </a:extLst>
                </p14:cNvPr>
                <p14:cNvContentPartPr/>
                <p14:nvPr/>
              </p14:nvContentPartPr>
              <p14:xfrm>
                <a:off x="4052732" y="2586245"/>
                <a:ext cx="1132920" cy="1287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D4A181-4AD2-26CD-243F-E5BE386D544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46612" y="2580125"/>
                  <a:ext cx="1145160" cy="12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670FBE8-DAA5-A06D-E89C-2E1DF148158F}"/>
                    </a:ext>
                  </a:extLst>
                </p14:cNvPr>
                <p14:cNvContentPartPr/>
                <p14:nvPr/>
              </p14:nvContentPartPr>
              <p14:xfrm>
                <a:off x="4659332" y="3950285"/>
                <a:ext cx="69480" cy="942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670FBE8-DAA5-A06D-E89C-2E1DF148158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53212" y="3944165"/>
                  <a:ext cx="81720" cy="9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E8C38C-FEA4-906E-6401-34973D845D9B}"/>
                    </a:ext>
                  </a:extLst>
                </p14:cNvPr>
                <p14:cNvContentPartPr/>
                <p14:nvPr/>
              </p14:nvContentPartPr>
              <p14:xfrm>
                <a:off x="4541612" y="3915005"/>
                <a:ext cx="164880" cy="470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E8C38C-FEA4-906E-6401-34973D845D9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35492" y="3908885"/>
                  <a:ext cx="17712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25644CA-64E9-5DD2-BA48-269BE5D2CA88}"/>
                    </a:ext>
                  </a:extLst>
                </p14:cNvPr>
                <p14:cNvContentPartPr/>
                <p14:nvPr/>
              </p14:nvContentPartPr>
              <p14:xfrm>
                <a:off x="4664012" y="3878285"/>
                <a:ext cx="559080" cy="672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25644CA-64E9-5DD2-BA48-269BE5D2CA8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57892" y="3872165"/>
                  <a:ext cx="571320" cy="68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269D8AB-1FD3-218D-8E0F-EBC22111FEBE}"/>
                    </a:ext>
                  </a:extLst>
                </p14:cNvPr>
                <p14:cNvContentPartPr/>
                <p14:nvPr/>
              </p14:nvContentPartPr>
              <p14:xfrm>
                <a:off x="3808652" y="287645"/>
                <a:ext cx="355680" cy="190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269D8AB-1FD3-218D-8E0F-EBC22111FEB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02532" y="281525"/>
                  <a:ext cx="367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34A704-3BDA-6193-B965-2F0FBAB19BBD}"/>
                    </a:ext>
                  </a:extLst>
                </p14:cNvPr>
                <p14:cNvContentPartPr/>
                <p14:nvPr/>
              </p14:nvContentPartPr>
              <p14:xfrm>
                <a:off x="4506692" y="786965"/>
                <a:ext cx="196200" cy="488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34A704-3BDA-6193-B965-2F0FBAB19BB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00572" y="780845"/>
                  <a:ext cx="20844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35BF73-8FAD-FA30-92B4-220D7B9CD1DB}"/>
                    </a:ext>
                  </a:extLst>
                </p14:cNvPr>
                <p14:cNvContentPartPr/>
                <p14:nvPr/>
              </p14:nvContentPartPr>
              <p14:xfrm>
                <a:off x="1497812" y="291605"/>
                <a:ext cx="2793960" cy="2026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35BF73-8FAD-FA30-92B4-220D7B9CD1D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91692" y="285485"/>
                  <a:ext cx="2806200" cy="20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93CF419-DA1B-993F-35CA-CFC089611169}"/>
              </a:ext>
            </a:extLst>
          </p:cNvPr>
          <p:cNvGrpSpPr/>
          <p:nvPr/>
        </p:nvGrpSpPr>
        <p:grpSpPr>
          <a:xfrm>
            <a:off x="7535732" y="862565"/>
            <a:ext cx="4563720" cy="1651680"/>
            <a:chOff x="7535732" y="862565"/>
            <a:chExt cx="4563720" cy="165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17B1DFB-1153-8EC7-04C3-60FCB9387803}"/>
                    </a:ext>
                  </a:extLst>
                </p14:cNvPr>
                <p14:cNvContentPartPr/>
                <p14:nvPr/>
              </p14:nvContentPartPr>
              <p14:xfrm>
                <a:off x="7535732" y="862565"/>
                <a:ext cx="275400" cy="887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17B1DFB-1153-8EC7-04C3-60FCB938780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29612" y="856445"/>
                  <a:ext cx="287640" cy="90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B5E3C06-20E8-E6AC-DFE1-7FBFAC6762E5}"/>
                    </a:ext>
                  </a:extLst>
                </p14:cNvPr>
                <p14:cNvContentPartPr/>
                <p14:nvPr/>
              </p14:nvContentPartPr>
              <p14:xfrm>
                <a:off x="8307932" y="1286645"/>
                <a:ext cx="165960" cy="456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B5E3C06-20E8-E6AC-DFE1-7FBFAC6762E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01812" y="1280525"/>
                  <a:ext cx="17820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700C70F-16D8-774E-F367-9CE4BE46D003}"/>
                    </a:ext>
                  </a:extLst>
                </p14:cNvPr>
                <p14:cNvContentPartPr/>
                <p14:nvPr/>
              </p14:nvContentPartPr>
              <p14:xfrm>
                <a:off x="8479652" y="1306805"/>
                <a:ext cx="368640" cy="501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700C70F-16D8-774E-F367-9CE4BE46D00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73532" y="1300685"/>
                  <a:ext cx="38088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ACAFC60-25A0-AA4A-8008-99061A10E5A2}"/>
                    </a:ext>
                  </a:extLst>
                </p14:cNvPr>
                <p14:cNvContentPartPr/>
                <p14:nvPr/>
              </p14:nvContentPartPr>
              <p14:xfrm>
                <a:off x="8401172" y="1549085"/>
                <a:ext cx="350280" cy="50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ACAFC60-25A0-AA4A-8008-99061A10E5A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95052" y="1542965"/>
                  <a:ext cx="362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98B8579-ED7F-4D44-6E6C-12EFF4C7BCC6}"/>
                    </a:ext>
                  </a:extLst>
                </p14:cNvPr>
                <p14:cNvContentPartPr/>
                <p14:nvPr/>
              </p14:nvContentPartPr>
              <p14:xfrm>
                <a:off x="8161772" y="1131125"/>
                <a:ext cx="306360" cy="777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98B8579-ED7F-4D44-6E6C-12EFF4C7BCC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55652" y="1125005"/>
                  <a:ext cx="31860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7434BE-335B-49AA-7BB9-7DB8FA6785EB}"/>
                    </a:ext>
                  </a:extLst>
                </p14:cNvPr>
                <p14:cNvContentPartPr/>
                <p14:nvPr/>
              </p14:nvContentPartPr>
              <p14:xfrm>
                <a:off x="8827412" y="1008365"/>
                <a:ext cx="353160" cy="1071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7434BE-335B-49AA-7BB9-7DB8FA6785E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21292" y="1002245"/>
                  <a:ext cx="365400" cy="10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DBB49FE-C682-1410-BE89-306F2189C4CA}"/>
                    </a:ext>
                  </a:extLst>
                </p14:cNvPr>
                <p14:cNvContentPartPr/>
                <p14:nvPr/>
              </p14:nvContentPartPr>
              <p14:xfrm>
                <a:off x="9252572" y="1225805"/>
                <a:ext cx="858240" cy="555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DBB49FE-C682-1410-BE89-306F2189C4C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46452" y="1219685"/>
                  <a:ext cx="87048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68711EB-6760-14EC-A23B-38E3AC7BD2F4}"/>
                    </a:ext>
                  </a:extLst>
                </p14:cNvPr>
                <p14:cNvContentPartPr/>
                <p14:nvPr/>
              </p14:nvContentPartPr>
              <p14:xfrm>
                <a:off x="9384332" y="1775525"/>
                <a:ext cx="729360" cy="131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68711EB-6760-14EC-A23B-38E3AC7BD2F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78212" y="1769405"/>
                  <a:ext cx="741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5C3E5EB-E8D5-6930-E46E-0513CFC22EBD}"/>
                    </a:ext>
                  </a:extLst>
                </p14:cNvPr>
                <p14:cNvContentPartPr/>
                <p14:nvPr/>
              </p14:nvContentPartPr>
              <p14:xfrm>
                <a:off x="10288652" y="1054805"/>
                <a:ext cx="275040" cy="1011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5C3E5EB-E8D5-6930-E46E-0513CFC22EB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82532" y="1048685"/>
                  <a:ext cx="287280" cy="10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093623A-924E-8566-F539-17F15A94BC08}"/>
                    </a:ext>
                  </a:extLst>
                </p14:cNvPr>
                <p14:cNvContentPartPr/>
                <p14:nvPr/>
              </p14:nvContentPartPr>
              <p14:xfrm>
                <a:off x="10872572" y="1327685"/>
                <a:ext cx="130320" cy="554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093623A-924E-8566-F539-17F15A94BC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866452" y="1321565"/>
                  <a:ext cx="14256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C9BB0C7-E950-B3EA-22BF-3A48204BF5D8}"/>
                    </a:ext>
                  </a:extLst>
                </p14:cNvPr>
                <p14:cNvContentPartPr/>
                <p14:nvPr/>
              </p14:nvContentPartPr>
              <p14:xfrm>
                <a:off x="10951052" y="1342805"/>
                <a:ext cx="364680" cy="476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C9BB0C7-E950-B3EA-22BF-3A48204BF5D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944932" y="1336685"/>
                  <a:ext cx="37692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25AA80E-A650-F580-839F-D04C0BAB6941}"/>
                    </a:ext>
                  </a:extLst>
                </p14:cNvPr>
                <p14:cNvContentPartPr/>
                <p14:nvPr/>
              </p14:nvContentPartPr>
              <p14:xfrm>
                <a:off x="10864292" y="1577165"/>
                <a:ext cx="316800" cy="117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25AA80E-A650-F580-839F-D04C0BAB694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858172" y="1571045"/>
                  <a:ext cx="329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182B18E-80C8-020E-1A6F-09A5D60D3EF6}"/>
                    </a:ext>
                  </a:extLst>
                </p14:cNvPr>
                <p14:cNvContentPartPr/>
                <p14:nvPr/>
              </p14:nvContentPartPr>
              <p14:xfrm>
                <a:off x="11261372" y="1181525"/>
                <a:ext cx="197640" cy="800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182B18E-80C8-020E-1A6F-09A5D60D3EF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55252" y="1175405"/>
                  <a:ext cx="209880" cy="81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FC0FCFB-E49E-5772-5842-CA902B706405}"/>
                    </a:ext>
                  </a:extLst>
                </p14:cNvPr>
                <p14:cNvContentPartPr/>
                <p14:nvPr/>
              </p14:nvContentPartPr>
              <p14:xfrm>
                <a:off x="11574572" y="1469525"/>
                <a:ext cx="307440" cy="507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FC0FCFB-E49E-5772-5842-CA902B70640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568452" y="1463405"/>
                  <a:ext cx="31968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D32531B-8FD1-6C97-603D-1DFC6EE7E725}"/>
                    </a:ext>
                  </a:extLst>
                </p14:cNvPr>
                <p14:cNvContentPartPr/>
                <p14:nvPr/>
              </p14:nvContentPartPr>
              <p14:xfrm>
                <a:off x="10755212" y="1100525"/>
                <a:ext cx="331920" cy="1074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D32531B-8FD1-6C97-603D-1DFC6EE7E72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749092" y="1094405"/>
                  <a:ext cx="344160" cy="10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E53404B-ADD9-2793-FA07-E16517B75413}"/>
                    </a:ext>
                  </a:extLst>
                </p14:cNvPr>
                <p14:cNvContentPartPr/>
                <p14:nvPr/>
              </p14:nvContentPartPr>
              <p14:xfrm>
                <a:off x="11758172" y="989645"/>
                <a:ext cx="341280" cy="1524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E53404B-ADD9-2793-FA07-E16517B7541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752052" y="983525"/>
                  <a:ext cx="353520" cy="153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1F74129-E8A6-6316-A180-614FE26A9802}"/>
                  </a:ext>
                </a:extLst>
              </p14:cNvPr>
              <p14:cNvContentPartPr/>
              <p14:nvPr/>
            </p14:nvContentPartPr>
            <p14:xfrm>
              <a:off x="6965132" y="3821045"/>
              <a:ext cx="1570680" cy="15922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1F74129-E8A6-6316-A180-614FE26A980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911132" y="3713405"/>
                <a:ext cx="1678320" cy="180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12D7D77-74E7-0DD1-98C7-5DDC6FEE298B}"/>
                  </a:ext>
                </a:extLst>
              </p14:cNvPr>
              <p14:cNvContentPartPr/>
              <p14:nvPr/>
            </p14:nvContentPartPr>
            <p14:xfrm>
              <a:off x="8682332" y="4463285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12D7D77-74E7-0DD1-98C7-5DDC6FEE298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628332" y="435564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9683F8D-1F2B-F429-DF0D-1292EC18D3E7}"/>
                  </a:ext>
                </a:extLst>
              </p14:cNvPr>
              <p14:cNvContentPartPr/>
              <p14:nvPr/>
            </p14:nvContentPartPr>
            <p14:xfrm>
              <a:off x="8449412" y="4463285"/>
              <a:ext cx="581400" cy="5965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9683F8D-1F2B-F429-DF0D-1292EC18D3E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395772" y="4355645"/>
                <a:ext cx="689040" cy="81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B72647E-F516-F248-A6C6-70C160A1B8CE}"/>
                  </a:ext>
                </a:extLst>
              </p14:cNvPr>
              <p14:cNvContentPartPr/>
              <p14:nvPr/>
            </p14:nvContentPartPr>
            <p14:xfrm>
              <a:off x="8755052" y="4394885"/>
              <a:ext cx="530640" cy="5886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B72647E-F516-F248-A6C6-70C160A1B8C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701412" y="4287245"/>
                <a:ext cx="638280" cy="80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50A4F68-EE64-0CF0-0FDD-220982994F8D}"/>
                  </a:ext>
                </a:extLst>
              </p14:cNvPr>
              <p14:cNvContentPartPr/>
              <p14:nvPr/>
            </p14:nvContentPartPr>
            <p14:xfrm>
              <a:off x="8460572" y="4501445"/>
              <a:ext cx="72360" cy="1796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50A4F68-EE64-0CF0-0FDD-220982994F8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406932" y="4393805"/>
                <a:ext cx="18000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E06B99D-367B-A2D0-CA52-29408A0033EE}"/>
                  </a:ext>
                </a:extLst>
              </p14:cNvPr>
              <p14:cNvContentPartPr/>
              <p14:nvPr/>
            </p14:nvContentPartPr>
            <p14:xfrm>
              <a:off x="8327732" y="4432325"/>
              <a:ext cx="281160" cy="3686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E06B99D-367B-A2D0-CA52-29408A0033E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274092" y="4324325"/>
                <a:ext cx="38880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CBBDD74-3653-66AA-0686-9E48F0B3B930}"/>
                  </a:ext>
                </a:extLst>
              </p14:cNvPr>
              <p14:cNvContentPartPr/>
              <p14:nvPr/>
            </p14:nvContentPartPr>
            <p14:xfrm>
              <a:off x="8694932" y="4308485"/>
              <a:ext cx="642240" cy="4183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CBBDD74-3653-66AA-0686-9E48F0B3B93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641292" y="4200485"/>
                <a:ext cx="74988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3AFAAA8-BFC7-3E42-F005-332D20C386F7}"/>
                  </a:ext>
                </a:extLst>
              </p14:cNvPr>
              <p14:cNvContentPartPr/>
              <p14:nvPr/>
            </p14:nvContentPartPr>
            <p14:xfrm>
              <a:off x="8553092" y="4523765"/>
              <a:ext cx="164160" cy="2858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3AFAAA8-BFC7-3E42-F005-332D20C386F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499092" y="4415765"/>
                <a:ext cx="271800" cy="5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DBD30A3-00F3-9C96-4A19-BB30C855F231}"/>
                  </a:ext>
                </a:extLst>
              </p14:cNvPr>
              <p14:cNvContentPartPr/>
              <p14:nvPr/>
            </p14:nvContentPartPr>
            <p14:xfrm>
              <a:off x="7455812" y="3761645"/>
              <a:ext cx="146520" cy="18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DBD30A3-00F3-9C96-4A19-BB30C855F23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401812" y="3653645"/>
                <a:ext cx="25416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6A8A648-3583-75EC-CA1F-2E08CBB1E777}"/>
                  </a:ext>
                </a:extLst>
              </p14:cNvPr>
              <p14:cNvContentPartPr/>
              <p14:nvPr/>
            </p14:nvContentPartPr>
            <p14:xfrm>
              <a:off x="8253572" y="3992045"/>
              <a:ext cx="69120" cy="612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6A8A648-3583-75EC-CA1F-2E08CBB1E77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199932" y="3884405"/>
                <a:ext cx="17676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E334BA4-5CFC-EF37-F473-81E1D31FBABC}"/>
                  </a:ext>
                </a:extLst>
              </p14:cNvPr>
              <p14:cNvContentPartPr/>
              <p14:nvPr/>
            </p14:nvContentPartPr>
            <p14:xfrm>
              <a:off x="7906892" y="5105525"/>
              <a:ext cx="228600" cy="27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E334BA4-5CFC-EF37-F473-81E1D31FBAB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852892" y="4997525"/>
                <a:ext cx="3362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CBEA301-DD9C-46C1-537E-21D7CF120A1C}"/>
                  </a:ext>
                </a:extLst>
              </p14:cNvPr>
              <p14:cNvContentPartPr/>
              <p14:nvPr/>
            </p14:nvContentPartPr>
            <p14:xfrm>
              <a:off x="8060612" y="2981885"/>
              <a:ext cx="194040" cy="72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CBEA301-DD9C-46C1-537E-21D7CF120A1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006972" y="2873885"/>
                <a:ext cx="30168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507FEFB-39EF-364C-B581-EA3607B58E36}"/>
                  </a:ext>
                </a:extLst>
              </p14:cNvPr>
              <p14:cNvContentPartPr/>
              <p14:nvPr/>
            </p14:nvContentPartPr>
            <p14:xfrm>
              <a:off x="6269612" y="2898005"/>
              <a:ext cx="4485960" cy="30088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507FEFB-39EF-364C-B581-EA3607B58E3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215972" y="2790005"/>
                <a:ext cx="4593600" cy="322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014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32D77-4424-3423-2AE0-37AEBE7B9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0CFE171-159F-C378-92CD-08FB03767A16}"/>
                  </a:ext>
                </a:extLst>
              </p14:cNvPr>
              <p14:cNvContentPartPr/>
              <p14:nvPr/>
            </p14:nvContentPartPr>
            <p14:xfrm>
              <a:off x="5162612" y="3706565"/>
              <a:ext cx="925560" cy="340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0CFE171-159F-C378-92CD-08FB03767A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56492" y="3700445"/>
                <a:ext cx="93780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853B13DB-B131-FA55-20F8-B3762EA3C5D7}"/>
              </a:ext>
            </a:extLst>
          </p:cNvPr>
          <p:cNvGrpSpPr/>
          <p:nvPr/>
        </p:nvGrpSpPr>
        <p:grpSpPr>
          <a:xfrm>
            <a:off x="718052" y="96485"/>
            <a:ext cx="7869240" cy="5761440"/>
            <a:chOff x="718052" y="96485"/>
            <a:chExt cx="7869240" cy="57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4493BEF-552B-BDC4-F0FB-C64262EBE4EE}"/>
                    </a:ext>
                  </a:extLst>
                </p14:cNvPr>
                <p14:cNvContentPartPr/>
                <p14:nvPr/>
              </p14:nvContentPartPr>
              <p14:xfrm>
                <a:off x="718052" y="4887725"/>
                <a:ext cx="347040" cy="842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4493BEF-552B-BDC4-F0FB-C64262EBE4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1932" y="4881605"/>
                  <a:ext cx="359280" cy="85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EFC31D2-0284-B698-3594-DCF721DF0414}"/>
                    </a:ext>
                  </a:extLst>
                </p14:cNvPr>
                <p14:cNvContentPartPr/>
                <p14:nvPr/>
              </p14:nvContentPartPr>
              <p14:xfrm>
                <a:off x="1530212" y="5164565"/>
                <a:ext cx="154440" cy="490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EFC31D2-0284-B698-3594-DCF721DF041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24092" y="5158445"/>
                  <a:ext cx="16668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7E831DB-B08C-8561-965E-78A1D539C2F8}"/>
                    </a:ext>
                  </a:extLst>
                </p14:cNvPr>
                <p14:cNvContentPartPr/>
                <p14:nvPr/>
              </p14:nvContentPartPr>
              <p14:xfrm>
                <a:off x="1697972" y="5200925"/>
                <a:ext cx="417240" cy="349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7E831DB-B08C-8561-965E-78A1D539C2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91852" y="5194805"/>
                  <a:ext cx="429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2F35E67-98FA-8F0B-4D7D-0470D30A4359}"/>
                    </a:ext>
                  </a:extLst>
                </p14:cNvPr>
                <p14:cNvContentPartPr/>
                <p14:nvPr/>
              </p14:nvContentPartPr>
              <p14:xfrm>
                <a:off x="1528052" y="5353565"/>
                <a:ext cx="504000" cy="43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2F35E67-98FA-8F0B-4D7D-0470D30A435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21932" y="5347445"/>
                  <a:ext cx="5162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092C35B-9043-06D9-8933-A3AD628CC5D2}"/>
                    </a:ext>
                  </a:extLst>
                </p14:cNvPr>
                <p14:cNvContentPartPr/>
                <p14:nvPr/>
              </p14:nvContentPartPr>
              <p14:xfrm>
                <a:off x="1357772" y="5082125"/>
                <a:ext cx="482760" cy="775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092C35B-9043-06D9-8933-A3AD628CC5D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51652" y="5076005"/>
                  <a:ext cx="495000" cy="78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1AFA14E-F861-3DE1-237A-2D45F5AF4CC3}"/>
                    </a:ext>
                  </a:extLst>
                </p14:cNvPr>
                <p14:cNvContentPartPr/>
                <p14:nvPr/>
              </p14:nvContentPartPr>
              <p14:xfrm>
                <a:off x="2048252" y="4968365"/>
                <a:ext cx="343440" cy="874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1AFA14E-F861-3DE1-237A-2D45F5AF4C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42132" y="4962245"/>
                  <a:ext cx="355680" cy="88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43A89A6-FB6B-E7E0-389F-053C786A8A1F}"/>
                    </a:ext>
                  </a:extLst>
                </p14:cNvPr>
                <p14:cNvContentPartPr/>
                <p14:nvPr/>
              </p14:nvContentPartPr>
              <p14:xfrm>
                <a:off x="5064692" y="1066685"/>
                <a:ext cx="360" cy="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43A89A6-FB6B-E7E0-389F-053C786A8A1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58572" y="106056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0037995-0F71-76F7-9ADF-EC4544A4400D}"/>
                    </a:ext>
                  </a:extLst>
                </p14:cNvPr>
                <p14:cNvContentPartPr/>
                <p14:nvPr/>
              </p14:nvContentPartPr>
              <p14:xfrm>
                <a:off x="3908372" y="934205"/>
                <a:ext cx="2783520" cy="2575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0037995-0F71-76F7-9ADF-EC4544A4400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02252" y="928085"/>
                  <a:ext cx="2795760" cy="258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A7F41F4-79E6-A3B8-AD55-51B26A437707}"/>
                    </a:ext>
                  </a:extLst>
                </p14:cNvPr>
                <p14:cNvContentPartPr/>
                <p14:nvPr/>
              </p14:nvContentPartPr>
              <p14:xfrm>
                <a:off x="5888732" y="683285"/>
                <a:ext cx="2161800" cy="1854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A7F41F4-79E6-A3B8-AD55-51B26A43770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82612" y="677165"/>
                  <a:ext cx="2174040" cy="18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7EB938B-31D0-FB77-4EF6-B197C2AAC7F0}"/>
                    </a:ext>
                  </a:extLst>
                </p14:cNvPr>
                <p14:cNvContentPartPr/>
                <p14:nvPr/>
              </p14:nvContentPartPr>
              <p14:xfrm>
                <a:off x="4532612" y="2755805"/>
                <a:ext cx="1731240" cy="2005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7EB938B-31D0-FB77-4EF6-B197C2AAC7F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26492" y="2749685"/>
                  <a:ext cx="1743480" cy="20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C1ECC5F-C5C4-ECAB-F2AA-C3C034A21336}"/>
                    </a:ext>
                  </a:extLst>
                </p14:cNvPr>
                <p14:cNvContentPartPr/>
                <p14:nvPr/>
              </p14:nvContentPartPr>
              <p14:xfrm>
                <a:off x="3417692" y="843125"/>
                <a:ext cx="47880" cy="18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C1ECC5F-C5C4-ECAB-F2AA-C3C034A2133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11572" y="837005"/>
                  <a:ext cx="601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045FCFB-9EB6-D0A0-5654-3413B9B18D26}"/>
                    </a:ext>
                  </a:extLst>
                </p14:cNvPr>
                <p14:cNvContentPartPr/>
                <p14:nvPr/>
              </p14:nvContentPartPr>
              <p14:xfrm>
                <a:off x="2478812" y="783005"/>
                <a:ext cx="2431800" cy="1672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045FCFB-9EB6-D0A0-5654-3413B9B18D2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72692" y="776885"/>
                  <a:ext cx="2444040" cy="168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1B57027-428D-E49C-187C-CED948E0FFBA}"/>
                    </a:ext>
                  </a:extLst>
                </p14:cNvPr>
                <p14:cNvContentPartPr/>
                <p14:nvPr/>
              </p14:nvContentPartPr>
              <p14:xfrm>
                <a:off x="5218772" y="1760765"/>
                <a:ext cx="111240" cy="534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1B57027-428D-E49C-187C-CED948E0FF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12652" y="1754645"/>
                  <a:ext cx="12348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F091882-539F-1C04-E467-95B9A107B2BD}"/>
                    </a:ext>
                  </a:extLst>
                </p14:cNvPr>
                <p14:cNvContentPartPr/>
                <p14:nvPr/>
              </p14:nvContentPartPr>
              <p14:xfrm>
                <a:off x="5348732" y="1762565"/>
                <a:ext cx="324720" cy="488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F091882-539F-1C04-E467-95B9A107B2B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42612" y="1756445"/>
                  <a:ext cx="33696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613D9AB-2BAF-8EE1-710E-06F6C05FB475}"/>
                    </a:ext>
                  </a:extLst>
                </p14:cNvPr>
                <p14:cNvContentPartPr/>
                <p14:nvPr/>
              </p14:nvContentPartPr>
              <p14:xfrm>
                <a:off x="5294732" y="2046965"/>
                <a:ext cx="272880" cy="24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13D9AB-2BAF-8EE1-710E-06F6C05FB4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88612" y="2040845"/>
                  <a:ext cx="285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65EA1A8-EF85-7A8F-9382-D1803E26ACD9}"/>
                    </a:ext>
                  </a:extLst>
                </p14:cNvPr>
                <p14:cNvContentPartPr/>
                <p14:nvPr/>
              </p14:nvContentPartPr>
              <p14:xfrm>
                <a:off x="3115652" y="1271885"/>
                <a:ext cx="749520" cy="459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65EA1A8-EF85-7A8F-9382-D1803E26ACD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09532" y="1265765"/>
                  <a:ext cx="76176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54E1268-F783-53A5-4DE9-680F7E936FC4}"/>
                    </a:ext>
                  </a:extLst>
                </p14:cNvPr>
                <p14:cNvContentPartPr/>
                <p14:nvPr/>
              </p14:nvContentPartPr>
              <p14:xfrm>
                <a:off x="7119572" y="1263245"/>
                <a:ext cx="331920" cy="685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54E1268-F783-53A5-4DE9-680F7E936FC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13452" y="1257125"/>
                  <a:ext cx="34416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B909E63-9539-D49D-B7A5-604A23E5007A}"/>
                    </a:ext>
                  </a:extLst>
                </p14:cNvPr>
                <p14:cNvContentPartPr/>
                <p14:nvPr/>
              </p14:nvContentPartPr>
              <p14:xfrm>
                <a:off x="5015012" y="2417045"/>
                <a:ext cx="40320" cy="22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B909E63-9539-D49D-B7A5-604A23E5007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08892" y="2410925"/>
                  <a:ext cx="52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BA7A6F5-AC78-A3E2-05F9-B67E4415688F}"/>
                    </a:ext>
                  </a:extLst>
                </p14:cNvPr>
                <p14:cNvContentPartPr/>
                <p14:nvPr/>
              </p14:nvContentPartPr>
              <p14:xfrm>
                <a:off x="4325612" y="2685605"/>
                <a:ext cx="31680" cy="22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BA7A6F5-AC78-A3E2-05F9-B67E4415688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19492" y="2679485"/>
                  <a:ext cx="439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A75E278-FEA7-02D9-1BD8-4E1BA1C10CF9}"/>
                    </a:ext>
                  </a:extLst>
                </p14:cNvPr>
                <p14:cNvContentPartPr/>
                <p14:nvPr/>
              </p14:nvContentPartPr>
              <p14:xfrm>
                <a:off x="4430372" y="1710365"/>
                <a:ext cx="48600" cy="77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A75E278-FEA7-02D9-1BD8-4E1BA1C10CF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24252" y="1704245"/>
                  <a:ext cx="608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388515B-A920-A06B-C9D9-0CCA3DF75FB0}"/>
                    </a:ext>
                  </a:extLst>
                </p14:cNvPr>
                <p14:cNvContentPartPr/>
                <p14:nvPr/>
              </p14:nvContentPartPr>
              <p14:xfrm>
                <a:off x="5073332" y="1110605"/>
                <a:ext cx="16560" cy="1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388515B-A920-A06B-C9D9-0CCA3DF75FB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67212" y="1104485"/>
                  <a:ext cx="288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A4DD1AD-0111-C42E-54FF-C23B36BAD5FF}"/>
                    </a:ext>
                  </a:extLst>
                </p14:cNvPr>
                <p14:cNvContentPartPr/>
                <p14:nvPr/>
              </p14:nvContentPartPr>
              <p14:xfrm>
                <a:off x="6027692" y="1812965"/>
                <a:ext cx="30600" cy="58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A4DD1AD-0111-C42E-54FF-C23B36BAD5F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21572" y="1806845"/>
                  <a:ext cx="42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07ECDEA-78A1-AC7E-8521-8BEA6F0186C1}"/>
                    </a:ext>
                  </a:extLst>
                </p14:cNvPr>
                <p14:cNvContentPartPr/>
                <p14:nvPr/>
              </p14:nvContentPartPr>
              <p14:xfrm>
                <a:off x="6341612" y="2855165"/>
                <a:ext cx="12240" cy="3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07ECDEA-78A1-AC7E-8521-8BEA6F0186C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35492" y="2849045"/>
                  <a:ext cx="244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EFCC062-3793-3718-426C-913F1A625CEF}"/>
                    </a:ext>
                  </a:extLst>
                </p14:cNvPr>
                <p14:cNvContentPartPr/>
                <p14:nvPr/>
              </p14:nvContentPartPr>
              <p14:xfrm>
                <a:off x="5899172" y="1385645"/>
                <a:ext cx="63000" cy="36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EFCC062-3793-3718-426C-913F1A625CE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93052" y="1379525"/>
                  <a:ext cx="752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685986F-9661-4E17-3830-51D5294F3964}"/>
                    </a:ext>
                  </a:extLst>
                </p14:cNvPr>
                <p14:cNvContentPartPr/>
                <p14:nvPr/>
              </p14:nvContentPartPr>
              <p14:xfrm>
                <a:off x="5106812" y="1164245"/>
                <a:ext cx="16560" cy="43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685986F-9661-4E17-3830-51D5294F396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00692" y="1158125"/>
                  <a:ext cx="28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12BE782-FA73-BC8E-ADC5-AFC765268931}"/>
                    </a:ext>
                  </a:extLst>
                </p14:cNvPr>
                <p14:cNvContentPartPr/>
                <p14:nvPr/>
              </p14:nvContentPartPr>
              <p14:xfrm>
                <a:off x="2296292" y="96485"/>
                <a:ext cx="6291000" cy="4925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12BE782-FA73-BC8E-ADC5-AFC76526893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90172" y="90365"/>
                  <a:ext cx="6303240" cy="493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A21F644-7A53-4E18-ADB6-2B717F475F1F}"/>
                  </a:ext>
                </a:extLst>
              </p14:cNvPr>
              <p14:cNvContentPartPr/>
              <p14:nvPr/>
            </p14:nvContentPartPr>
            <p14:xfrm>
              <a:off x="4577972" y="320045"/>
              <a:ext cx="73800" cy="36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A21F644-7A53-4E18-ADB6-2B717F475F1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523972" y="212045"/>
                <a:ext cx="1814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21C8D99-F64C-E887-A35B-137D5DF587E8}"/>
                  </a:ext>
                </a:extLst>
              </p14:cNvPr>
              <p14:cNvContentPartPr/>
              <p14:nvPr/>
            </p14:nvContentPartPr>
            <p14:xfrm>
              <a:off x="5620532" y="601565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21C8D99-F64C-E887-A35B-137D5DF587E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566892" y="49356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99A1C08-F8B9-276E-8839-91139B12FDA9}"/>
                  </a:ext>
                </a:extLst>
              </p14:cNvPr>
              <p14:cNvContentPartPr/>
              <p14:nvPr/>
            </p14:nvContentPartPr>
            <p14:xfrm>
              <a:off x="4967492" y="1751045"/>
              <a:ext cx="23400" cy="50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99A1C08-F8B9-276E-8839-91139B12FDA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913852" y="1643405"/>
                <a:ext cx="13104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3771AAE-EB43-45E3-6CA2-F0466C639200}"/>
                  </a:ext>
                </a:extLst>
              </p14:cNvPr>
              <p14:cNvContentPartPr/>
              <p14:nvPr/>
            </p14:nvContentPartPr>
            <p14:xfrm>
              <a:off x="5534132" y="2511365"/>
              <a:ext cx="65160" cy="108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3771AAE-EB43-45E3-6CA2-F0466C63920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480132" y="2403365"/>
                <a:ext cx="1728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EFAA7F7-3AF0-3DA2-A6B3-BCE84CE2E16C}"/>
                  </a:ext>
                </a:extLst>
              </p14:cNvPr>
              <p14:cNvContentPartPr/>
              <p14:nvPr/>
            </p14:nvContentPartPr>
            <p14:xfrm>
              <a:off x="4464572" y="2727725"/>
              <a:ext cx="32760" cy="198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EFAA7F7-3AF0-3DA2-A6B3-BCE84CE2E16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410932" y="2619725"/>
                <a:ext cx="14040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0F41025-29F8-6310-40C8-82A14D22105B}"/>
                  </a:ext>
                </a:extLst>
              </p14:cNvPr>
              <p14:cNvContentPartPr/>
              <p14:nvPr/>
            </p14:nvContentPartPr>
            <p14:xfrm>
              <a:off x="3130412" y="3044525"/>
              <a:ext cx="47880" cy="1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0F41025-29F8-6310-40C8-82A14D22105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076412" y="2936525"/>
                <a:ext cx="1555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E30EB0E-A112-BA84-96FF-3FBE4429950A}"/>
                  </a:ext>
                </a:extLst>
              </p14:cNvPr>
              <p14:cNvContentPartPr/>
              <p14:nvPr/>
            </p14:nvContentPartPr>
            <p14:xfrm>
              <a:off x="2895332" y="1742045"/>
              <a:ext cx="39240" cy="230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E30EB0E-A112-BA84-96FF-3FBE4429950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841692" y="1634045"/>
                <a:ext cx="1468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F6ECFFB-F5F2-E3D7-8D4B-FCE06F6BD173}"/>
                  </a:ext>
                </a:extLst>
              </p14:cNvPr>
              <p14:cNvContentPartPr/>
              <p14:nvPr/>
            </p14:nvContentPartPr>
            <p14:xfrm>
              <a:off x="6742292" y="3574805"/>
              <a:ext cx="26280" cy="280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F6ECFFB-F5F2-E3D7-8D4B-FCE06F6BD17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688652" y="3466805"/>
                <a:ext cx="13392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6F47065-4922-EACD-7695-DAA724A1316C}"/>
                  </a:ext>
                </a:extLst>
              </p14:cNvPr>
              <p14:cNvContentPartPr/>
              <p14:nvPr/>
            </p14:nvContentPartPr>
            <p14:xfrm>
              <a:off x="8209652" y="2541245"/>
              <a:ext cx="12960" cy="97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6F47065-4922-EACD-7695-DAA724A1316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155652" y="2433605"/>
                <a:ext cx="12060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A8AF676-C70B-1F89-43F5-1161E969075B}"/>
                  </a:ext>
                </a:extLst>
              </p14:cNvPr>
              <p14:cNvContentPartPr/>
              <p14:nvPr/>
            </p14:nvContentPartPr>
            <p14:xfrm>
              <a:off x="7972412" y="4184285"/>
              <a:ext cx="59400" cy="169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A8AF676-C70B-1F89-43F5-1161E969075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918772" y="4076645"/>
                <a:ext cx="16704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29A43BA-364F-F79F-51F1-98A2F2D2376B}"/>
                  </a:ext>
                </a:extLst>
              </p14:cNvPr>
              <p14:cNvContentPartPr/>
              <p14:nvPr/>
            </p14:nvContentPartPr>
            <p14:xfrm>
              <a:off x="6033812" y="1421285"/>
              <a:ext cx="29160" cy="96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29A43BA-364F-F79F-51F1-98A2F2D2376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980172" y="1313285"/>
                <a:ext cx="13680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01B0C05-E126-05E7-6042-67B1B0E73A61}"/>
                  </a:ext>
                </a:extLst>
              </p14:cNvPr>
              <p14:cNvContentPartPr/>
              <p14:nvPr/>
            </p14:nvContentPartPr>
            <p14:xfrm>
              <a:off x="6359252" y="2674445"/>
              <a:ext cx="112320" cy="705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01B0C05-E126-05E7-6042-67B1B0E73A6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305252" y="2566805"/>
                <a:ext cx="21996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C882B6C-0246-1A2A-BB05-D31E5B2E8772}"/>
                  </a:ext>
                </a:extLst>
              </p14:cNvPr>
              <p14:cNvContentPartPr/>
              <p14:nvPr/>
            </p14:nvContentPartPr>
            <p14:xfrm>
              <a:off x="5425412" y="2872085"/>
              <a:ext cx="70200" cy="248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C882B6C-0246-1A2A-BB05-D31E5B2E877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371772" y="2764085"/>
                <a:ext cx="17784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3A561C7-4001-6EB9-004F-452F2F85D3B8}"/>
                  </a:ext>
                </a:extLst>
              </p14:cNvPr>
              <p14:cNvContentPartPr/>
              <p14:nvPr/>
            </p14:nvContentPartPr>
            <p14:xfrm>
              <a:off x="4618652" y="2178725"/>
              <a:ext cx="14400" cy="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3A561C7-4001-6EB9-004F-452F2F85D3B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564652" y="2071085"/>
                <a:ext cx="122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BCB3E9B-B822-4BD8-AC3A-BC0E227F3856}"/>
                  </a:ext>
                </a:extLst>
              </p14:cNvPr>
              <p14:cNvContentPartPr/>
              <p14:nvPr/>
            </p14:nvContentPartPr>
            <p14:xfrm>
              <a:off x="6233972" y="1253165"/>
              <a:ext cx="14400" cy="12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BCB3E9B-B822-4BD8-AC3A-BC0E227F385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180332" y="1145525"/>
                <a:ext cx="12204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C566691-136B-A373-E92E-0D0D6E64605D}"/>
                  </a:ext>
                </a:extLst>
              </p14:cNvPr>
              <p14:cNvContentPartPr/>
              <p14:nvPr/>
            </p14:nvContentPartPr>
            <p14:xfrm>
              <a:off x="6676772" y="1057325"/>
              <a:ext cx="360" cy="108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C566691-136B-A373-E92E-0D0D6E64605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622772" y="949325"/>
                <a:ext cx="1080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3CF064A-22E5-79F5-ACAD-AE48291B6080}"/>
                  </a:ext>
                </a:extLst>
              </p14:cNvPr>
              <p14:cNvContentPartPr/>
              <p14:nvPr/>
            </p14:nvContentPartPr>
            <p14:xfrm>
              <a:off x="7438172" y="1189085"/>
              <a:ext cx="16560" cy="360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3CF064A-22E5-79F5-ACAD-AE48291B608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384532" y="1081085"/>
                <a:ext cx="12420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FAFB83F-E35C-2282-C8D9-67D6CC6746A2}"/>
                  </a:ext>
                </a:extLst>
              </p14:cNvPr>
              <p14:cNvContentPartPr/>
              <p14:nvPr/>
            </p14:nvContentPartPr>
            <p14:xfrm>
              <a:off x="7711772" y="1826285"/>
              <a:ext cx="40320" cy="54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FAFB83F-E35C-2282-C8D9-67D6CC6746A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657772" y="1718285"/>
                <a:ext cx="1479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3BF8161-2D07-46F0-0C72-7A221E2F49DE}"/>
                  </a:ext>
                </a:extLst>
              </p14:cNvPr>
              <p14:cNvContentPartPr/>
              <p14:nvPr/>
            </p14:nvContentPartPr>
            <p14:xfrm>
              <a:off x="6994292" y="2042285"/>
              <a:ext cx="25200" cy="457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3BF8161-2D07-46F0-0C72-7A221E2F49D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940652" y="1934645"/>
                <a:ext cx="13284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CBD7EEC-4AA9-F9EE-C590-28D86C809EF7}"/>
                  </a:ext>
                </a:extLst>
              </p14:cNvPr>
              <p14:cNvContentPartPr/>
              <p14:nvPr/>
            </p14:nvContentPartPr>
            <p14:xfrm>
              <a:off x="6305252" y="1767605"/>
              <a:ext cx="74520" cy="568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CBD7EEC-4AA9-F9EE-C590-28D86C809EF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251612" y="1659965"/>
                <a:ext cx="18216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593C05F-4C50-C18A-8C27-7F568ECC1341}"/>
                  </a:ext>
                </a:extLst>
              </p14:cNvPr>
              <p14:cNvContentPartPr/>
              <p14:nvPr/>
            </p14:nvContentPartPr>
            <p14:xfrm>
              <a:off x="6719972" y="1324085"/>
              <a:ext cx="45360" cy="1058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593C05F-4C50-C18A-8C27-7F568ECC134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666332" y="1216445"/>
                <a:ext cx="15300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F1C6C57-24D4-6DBA-29D9-9A479D9B7341}"/>
                  </a:ext>
                </a:extLst>
              </p14:cNvPr>
              <p14:cNvContentPartPr/>
              <p14:nvPr/>
            </p14:nvContentPartPr>
            <p14:xfrm>
              <a:off x="7438172" y="1350365"/>
              <a:ext cx="15120" cy="500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F1C6C57-24D4-6DBA-29D9-9A479D9B734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384532" y="1242725"/>
                <a:ext cx="12276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CF150CB-E7F3-C3BF-C4AE-C32778A9B477}"/>
                  </a:ext>
                </a:extLst>
              </p14:cNvPr>
              <p14:cNvContentPartPr/>
              <p14:nvPr/>
            </p14:nvContentPartPr>
            <p14:xfrm>
              <a:off x="7683692" y="2021405"/>
              <a:ext cx="38880" cy="73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CF150CB-E7F3-C3BF-C4AE-C32778A9B47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630052" y="1913405"/>
                <a:ext cx="14652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9163AA5-DA1A-BFA6-4781-8FE78141F6AB}"/>
                  </a:ext>
                </a:extLst>
              </p14:cNvPr>
              <p14:cNvContentPartPr/>
              <p14:nvPr/>
            </p14:nvContentPartPr>
            <p14:xfrm>
              <a:off x="6681092" y="2279525"/>
              <a:ext cx="14400" cy="162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9163AA5-DA1A-BFA6-4781-8FE78141F6A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627092" y="2171525"/>
                <a:ext cx="12204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12D14E3-7E83-098E-F71B-241217387887}"/>
                  </a:ext>
                </a:extLst>
              </p14:cNvPr>
              <p14:cNvContentPartPr/>
              <p14:nvPr/>
            </p14:nvContentPartPr>
            <p14:xfrm>
              <a:off x="6289052" y="2058845"/>
              <a:ext cx="7920" cy="36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12D14E3-7E83-098E-F71B-24121738788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235412" y="1951205"/>
                <a:ext cx="115560" cy="21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920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19A4E-DC37-FCB7-AAD2-8DDD3493E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61BC59-C8C2-5941-6927-2BDB6A74F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246" y="289778"/>
            <a:ext cx="6125430" cy="1609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390EE04-DD52-959A-02C0-C46C7A398E29}"/>
                  </a:ext>
                </a:extLst>
              </p14:cNvPr>
              <p14:cNvContentPartPr/>
              <p14:nvPr/>
            </p14:nvContentPartPr>
            <p14:xfrm>
              <a:off x="5369107" y="2599972"/>
              <a:ext cx="10440" cy="4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390EE04-DD52-959A-02C0-C46C7A398E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15467" y="2491972"/>
                <a:ext cx="1180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126DA9B-E419-8C95-BC2B-07880121CC5F}"/>
                  </a:ext>
                </a:extLst>
              </p14:cNvPr>
              <p14:cNvContentPartPr/>
              <p14:nvPr/>
            </p14:nvContentPartPr>
            <p14:xfrm>
              <a:off x="5419147" y="2525452"/>
              <a:ext cx="663480" cy="179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126DA9B-E419-8C95-BC2B-07880121CC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65507" y="2417452"/>
                <a:ext cx="77112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EE9F816-292F-6098-29A9-4AEBF2FB4145}"/>
                  </a:ext>
                </a:extLst>
              </p14:cNvPr>
              <p14:cNvContentPartPr/>
              <p14:nvPr/>
            </p14:nvContentPartPr>
            <p14:xfrm>
              <a:off x="7006747" y="3082732"/>
              <a:ext cx="502560" cy="354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EE9F816-292F-6098-29A9-4AEBF2FB414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52747" y="2975092"/>
                <a:ext cx="61020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90016E3-744E-EE41-A458-F8E4957FC498}"/>
                  </a:ext>
                </a:extLst>
              </p14:cNvPr>
              <p14:cNvContentPartPr/>
              <p14:nvPr/>
            </p14:nvContentPartPr>
            <p14:xfrm>
              <a:off x="3149707" y="2527612"/>
              <a:ext cx="5148720" cy="3992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90016E3-744E-EE41-A458-F8E4957FC49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5707" y="2419612"/>
                <a:ext cx="5256360" cy="420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0E3FC30E-B022-F190-E70C-B6B8A90CF27A}"/>
              </a:ext>
            </a:extLst>
          </p:cNvPr>
          <p:cNvGrpSpPr/>
          <p:nvPr/>
        </p:nvGrpSpPr>
        <p:grpSpPr>
          <a:xfrm>
            <a:off x="5828827" y="3047092"/>
            <a:ext cx="1807560" cy="2653920"/>
            <a:chOff x="5828827" y="3047092"/>
            <a:chExt cx="1807560" cy="265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06EB120-11A3-8870-F251-C04B7056A915}"/>
                    </a:ext>
                  </a:extLst>
                </p14:cNvPr>
                <p14:cNvContentPartPr/>
                <p14:nvPr/>
              </p14:nvContentPartPr>
              <p14:xfrm>
                <a:off x="5828827" y="3047092"/>
                <a:ext cx="1807560" cy="2653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06EB120-11A3-8870-F251-C04B7056A91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22707" y="3040972"/>
                  <a:ext cx="1819800" cy="266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75533E7-A51B-DCF3-8EAF-C99EF834C9C3}"/>
                    </a:ext>
                  </a:extLst>
                </p14:cNvPr>
                <p14:cNvContentPartPr/>
                <p14:nvPr/>
              </p14:nvContentPartPr>
              <p14:xfrm>
                <a:off x="6591307" y="4198372"/>
                <a:ext cx="347760" cy="699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75533E7-A51B-DCF3-8EAF-C99EF834C9C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585187" y="4192252"/>
                  <a:ext cx="360000" cy="71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5738289-EA1E-9152-7A15-EF209E57D331}"/>
                    </a:ext>
                  </a:extLst>
                </p14:cNvPr>
                <p14:cNvContentPartPr/>
                <p14:nvPr/>
              </p14:nvContentPartPr>
              <p14:xfrm>
                <a:off x="6690667" y="4471612"/>
                <a:ext cx="322200" cy="55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5738289-EA1E-9152-7A15-EF209E57D33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84547" y="4465492"/>
                  <a:ext cx="33444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B71C52C-B272-614A-0BDC-0C692AAC7718}"/>
                  </a:ext>
                </a:extLst>
              </p14:cNvPr>
              <p14:cNvContentPartPr/>
              <p14:nvPr/>
            </p14:nvContentPartPr>
            <p14:xfrm>
              <a:off x="4637947" y="3419332"/>
              <a:ext cx="404280" cy="106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B71C52C-B272-614A-0BDC-0C692AAC771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631827" y="3413212"/>
                <a:ext cx="41652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E668740-3695-AC67-AA1B-FF589C6AF677}"/>
                  </a:ext>
                </a:extLst>
              </p14:cNvPr>
              <p14:cNvContentPartPr/>
              <p14:nvPr/>
            </p14:nvContentPartPr>
            <p14:xfrm>
              <a:off x="3107587" y="1261852"/>
              <a:ext cx="1811880" cy="396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E668740-3695-AC67-AA1B-FF589C6AF67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01467" y="1255732"/>
                <a:ext cx="182412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32919C5-AE22-F60E-A446-45CA38772675}"/>
                  </a:ext>
                </a:extLst>
              </p14:cNvPr>
              <p14:cNvContentPartPr/>
              <p14:nvPr/>
            </p14:nvContentPartPr>
            <p14:xfrm>
              <a:off x="6812347" y="5007292"/>
              <a:ext cx="505080" cy="312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32919C5-AE22-F60E-A446-45CA3877267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794347" y="4989652"/>
                <a:ext cx="54072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C9AEA6D-AEFD-99D5-E327-9484ED683CA7}"/>
                  </a:ext>
                </a:extLst>
              </p14:cNvPr>
              <p14:cNvContentPartPr/>
              <p14:nvPr/>
            </p14:nvContentPartPr>
            <p14:xfrm>
              <a:off x="3498187" y="3735412"/>
              <a:ext cx="451080" cy="611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C9AEA6D-AEFD-99D5-E327-9484ED683CA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492067" y="3729292"/>
                <a:ext cx="463320" cy="62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E7E6D9E4-7A27-82F8-8038-97B4120D4DA0}"/>
              </a:ext>
            </a:extLst>
          </p:cNvPr>
          <p:cNvGrpSpPr/>
          <p:nvPr/>
        </p:nvGrpSpPr>
        <p:grpSpPr>
          <a:xfrm>
            <a:off x="379507" y="2544172"/>
            <a:ext cx="1213560" cy="1260000"/>
            <a:chOff x="379507" y="2544172"/>
            <a:chExt cx="1213560" cy="12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96A8AA7-215C-F5C6-5FAA-DA9BC556E91D}"/>
                    </a:ext>
                  </a:extLst>
                </p14:cNvPr>
                <p14:cNvContentPartPr/>
                <p14:nvPr/>
              </p14:nvContentPartPr>
              <p14:xfrm>
                <a:off x="559507" y="2544172"/>
                <a:ext cx="380880" cy="506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96A8AA7-215C-F5C6-5FAA-DA9BC556E91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53387" y="2538052"/>
                  <a:ext cx="39312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21C0AE2-3755-0150-FB54-EF101EF4C918}"/>
                    </a:ext>
                  </a:extLst>
                </p14:cNvPr>
                <p14:cNvContentPartPr/>
                <p14:nvPr/>
              </p14:nvContentPartPr>
              <p14:xfrm>
                <a:off x="699907" y="2767012"/>
                <a:ext cx="297360" cy="51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21C0AE2-3755-0150-FB54-EF101EF4C91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3787" y="2760892"/>
                  <a:ext cx="309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851A8B3-409B-805B-5ACB-4600450F414E}"/>
                    </a:ext>
                  </a:extLst>
                </p14:cNvPr>
                <p14:cNvContentPartPr/>
                <p14:nvPr/>
              </p14:nvContentPartPr>
              <p14:xfrm>
                <a:off x="379507" y="3155452"/>
                <a:ext cx="1107720" cy="37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851A8B3-409B-805B-5ACB-4600450F414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73387" y="3149332"/>
                  <a:ext cx="1119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C14A679-D8BC-3123-81C1-3B9440C2C2C4}"/>
                    </a:ext>
                  </a:extLst>
                </p14:cNvPr>
                <p14:cNvContentPartPr/>
                <p14:nvPr/>
              </p14:nvContentPartPr>
              <p14:xfrm>
                <a:off x="837427" y="3109372"/>
                <a:ext cx="755640" cy="694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C14A679-D8BC-3123-81C1-3B9440C2C2C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1307" y="3103252"/>
                  <a:ext cx="767880" cy="70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31EC3BF-B6D3-41B2-5E84-155460B8A671}"/>
                  </a:ext>
                </a:extLst>
              </p14:cNvPr>
              <p14:cNvContentPartPr/>
              <p14:nvPr/>
            </p14:nvContentPartPr>
            <p14:xfrm>
              <a:off x="5875987" y="1414132"/>
              <a:ext cx="328680" cy="51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31EC3BF-B6D3-41B2-5E84-155460B8A67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869867" y="1408012"/>
                <a:ext cx="3409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EA06182-62C3-7163-D646-4609CCF4D7D4}"/>
                  </a:ext>
                </a:extLst>
              </p14:cNvPr>
              <p14:cNvContentPartPr/>
              <p14:nvPr/>
            </p14:nvContentPartPr>
            <p14:xfrm>
              <a:off x="5894707" y="3762412"/>
              <a:ext cx="598680" cy="16146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EA06182-62C3-7163-D646-4609CCF4D7D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888587" y="3756292"/>
                <a:ext cx="610920" cy="162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8976D60-D15F-7807-370C-04D394DE8279}"/>
                  </a:ext>
                </a:extLst>
              </p14:cNvPr>
              <p14:cNvContentPartPr/>
              <p14:nvPr/>
            </p14:nvContentPartPr>
            <p14:xfrm>
              <a:off x="3211267" y="1297492"/>
              <a:ext cx="1780920" cy="4107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8976D60-D15F-7807-370C-04D394DE827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205147" y="1291372"/>
                <a:ext cx="179316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EA95ECD-71AB-6FE8-75D7-79D2A15C170B}"/>
                  </a:ext>
                </a:extLst>
              </p14:cNvPr>
              <p14:cNvContentPartPr/>
              <p14:nvPr/>
            </p14:nvContentPartPr>
            <p14:xfrm>
              <a:off x="9408667" y="1099492"/>
              <a:ext cx="128520" cy="4816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EA95ECD-71AB-6FE8-75D7-79D2A15C170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402547" y="1093372"/>
                <a:ext cx="14076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64A2F52-34B9-6E8D-C25B-A4937374480C}"/>
                  </a:ext>
                </a:extLst>
              </p14:cNvPr>
              <p14:cNvContentPartPr/>
              <p14:nvPr/>
            </p14:nvContentPartPr>
            <p14:xfrm>
              <a:off x="9726907" y="1040092"/>
              <a:ext cx="19080" cy="42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64A2F52-34B9-6E8D-C25B-A4937374480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720787" y="1033972"/>
                <a:ext cx="313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4149D8F-779F-1FFB-A305-DEC388E36E12}"/>
                  </a:ext>
                </a:extLst>
              </p14:cNvPr>
              <p14:cNvContentPartPr/>
              <p14:nvPr/>
            </p14:nvContentPartPr>
            <p14:xfrm>
              <a:off x="4436707" y="3423292"/>
              <a:ext cx="1970280" cy="2086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4149D8F-779F-1FFB-A305-DEC388E36E1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373707" y="3360652"/>
                <a:ext cx="2095920" cy="221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59BC0CB4-DBB4-22BF-6147-555BF9FCDA8E}"/>
              </a:ext>
            </a:extLst>
          </p:cNvPr>
          <p:cNvGrpSpPr/>
          <p:nvPr/>
        </p:nvGrpSpPr>
        <p:grpSpPr>
          <a:xfrm>
            <a:off x="8959027" y="2098132"/>
            <a:ext cx="1137240" cy="1038600"/>
            <a:chOff x="8959027" y="2098132"/>
            <a:chExt cx="1137240" cy="103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671337F-E947-6243-9215-0D6A79811370}"/>
                    </a:ext>
                  </a:extLst>
                </p14:cNvPr>
                <p14:cNvContentPartPr/>
                <p14:nvPr/>
              </p14:nvContentPartPr>
              <p14:xfrm>
                <a:off x="9226147" y="2119732"/>
                <a:ext cx="33120" cy="242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671337F-E947-6243-9215-0D6A7981137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163147" y="2056732"/>
                  <a:ext cx="1587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B0C8D08-461F-2394-2388-1B633732DD39}"/>
                    </a:ext>
                  </a:extLst>
                </p14:cNvPr>
                <p14:cNvContentPartPr/>
                <p14:nvPr/>
              </p14:nvContentPartPr>
              <p14:xfrm>
                <a:off x="9491467" y="2098132"/>
                <a:ext cx="102600" cy="265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B0C8D08-461F-2394-2388-1B633732DD3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428467" y="2035492"/>
                  <a:ext cx="2282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EA01E38-56E2-AF20-BB45-4404925028B5}"/>
                    </a:ext>
                  </a:extLst>
                </p14:cNvPr>
                <p14:cNvContentPartPr/>
                <p14:nvPr/>
              </p14:nvContentPartPr>
              <p14:xfrm>
                <a:off x="9421987" y="2213332"/>
                <a:ext cx="169920" cy="20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EA01E38-56E2-AF20-BB45-4404925028B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358987" y="2150692"/>
                  <a:ext cx="295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9857A06-10AE-6EA7-F726-55C28653CBDA}"/>
                    </a:ext>
                  </a:extLst>
                </p14:cNvPr>
                <p14:cNvContentPartPr/>
                <p14:nvPr/>
              </p14:nvContentPartPr>
              <p14:xfrm>
                <a:off x="8959027" y="2528692"/>
                <a:ext cx="1137240" cy="111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9857A06-10AE-6EA7-F726-55C28653CBD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896387" y="2465692"/>
                  <a:ext cx="12628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7318702-AA29-E5A7-569E-2C44A37C5FF3}"/>
                    </a:ext>
                  </a:extLst>
                </p14:cNvPr>
                <p14:cNvContentPartPr/>
                <p14:nvPr/>
              </p14:nvContentPartPr>
              <p14:xfrm>
                <a:off x="9336667" y="2803732"/>
                <a:ext cx="400680" cy="333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7318702-AA29-E5A7-569E-2C44A37C5FF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74027" y="2741092"/>
                  <a:ext cx="526320" cy="45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31FC4755-BDB8-A896-EDE3-F0CC8EB459D0}"/>
                  </a:ext>
                </a:extLst>
              </p14:cNvPr>
              <p14:cNvContentPartPr/>
              <p14:nvPr/>
            </p14:nvContentPartPr>
            <p14:xfrm>
              <a:off x="10276987" y="1284892"/>
              <a:ext cx="33840" cy="874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31FC4755-BDB8-A896-EDE3-F0CC8EB459D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214347" y="1221892"/>
                <a:ext cx="1594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CD6FC2E-4ABE-B4D8-1A56-E299EC50ABAA}"/>
                  </a:ext>
                </a:extLst>
              </p14:cNvPr>
              <p14:cNvContentPartPr/>
              <p14:nvPr/>
            </p14:nvContentPartPr>
            <p14:xfrm>
              <a:off x="5875987" y="3838732"/>
              <a:ext cx="642960" cy="13845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CD6FC2E-4ABE-B4D8-1A56-E299EC50ABA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869867" y="3832612"/>
                <a:ext cx="655200" cy="139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1B4B5364-07E4-A411-9AD3-1185FBA0128F}"/>
              </a:ext>
            </a:extLst>
          </p:cNvPr>
          <p:cNvGrpSpPr/>
          <p:nvPr/>
        </p:nvGrpSpPr>
        <p:grpSpPr>
          <a:xfrm>
            <a:off x="4175707" y="3117292"/>
            <a:ext cx="6189840" cy="2532600"/>
            <a:chOff x="4175707" y="3117292"/>
            <a:chExt cx="6189840" cy="253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C377769-0C99-59E7-7E5B-3863CED44E42}"/>
                    </a:ext>
                  </a:extLst>
                </p14:cNvPr>
                <p14:cNvContentPartPr/>
                <p14:nvPr/>
              </p14:nvContentPartPr>
              <p14:xfrm>
                <a:off x="4175707" y="3354172"/>
                <a:ext cx="2273040" cy="2259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C377769-0C99-59E7-7E5B-3863CED44E4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69587" y="3348052"/>
                  <a:ext cx="2285280" cy="22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9E2ABC0-EA30-267D-E168-803BF42B54A1}"/>
                    </a:ext>
                  </a:extLst>
                </p14:cNvPr>
                <p14:cNvContentPartPr/>
                <p14:nvPr/>
              </p14:nvContentPartPr>
              <p14:xfrm>
                <a:off x="4846747" y="4126732"/>
                <a:ext cx="172080" cy="721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9E2ABC0-EA30-267D-E168-803BF42B54A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840627" y="4120612"/>
                  <a:ext cx="18432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3C45BAA-E3E5-D2DB-4C23-D87D11922511}"/>
                    </a:ext>
                  </a:extLst>
                </p14:cNvPr>
                <p14:cNvContentPartPr/>
                <p14:nvPr/>
              </p14:nvContentPartPr>
              <p14:xfrm>
                <a:off x="5238787" y="4097932"/>
                <a:ext cx="182880" cy="793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3C45BAA-E3E5-D2DB-4C23-D87D1192251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232667" y="4091812"/>
                  <a:ext cx="195120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11B1E52-5B25-D702-1A3F-C23F3F4AE1C5}"/>
                    </a:ext>
                  </a:extLst>
                </p14:cNvPr>
                <p14:cNvContentPartPr/>
                <p14:nvPr/>
              </p14:nvContentPartPr>
              <p14:xfrm>
                <a:off x="5112427" y="4496092"/>
                <a:ext cx="335160" cy="16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11B1E52-5B25-D702-1A3F-C23F3F4AE1C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106307" y="4489972"/>
                  <a:ext cx="347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DD6A8E2-2D58-63AE-7FA0-CC5D0AA6F7D3}"/>
                    </a:ext>
                  </a:extLst>
                </p14:cNvPr>
                <p14:cNvContentPartPr/>
                <p14:nvPr/>
              </p14:nvContentPartPr>
              <p14:xfrm>
                <a:off x="6086947" y="3865372"/>
                <a:ext cx="12600" cy="11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DD6A8E2-2D58-63AE-7FA0-CC5D0AA6F7D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080827" y="3859252"/>
                  <a:ext cx="24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8C02541-A6C3-E318-FB79-B92D96A57EB0}"/>
                    </a:ext>
                  </a:extLst>
                </p14:cNvPr>
                <p14:cNvContentPartPr/>
                <p14:nvPr/>
              </p14:nvContentPartPr>
              <p14:xfrm>
                <a:off x="5934667" y="3849532"/>
                <a:ext cx="208800" cy="282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8C02541-A6C3-E318-FB79-B92D96A57EB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928547" y="3843412"/>
                  <a:ext cx="2210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BF588FC-5005-26BB-841B-CE47630D197D}"/>
                    </a:ext>
                  </a:extLst>
                </p14:cNvPr>
                <p14:cNvContentPartPr/>
                <p14:nvPr/>
              </p14:nvContentPartPr>
              <p14:xfrm>
                <a:off x="5937547" y="4338052"/>
                <a:ext cx="209880" cy="109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BF588FC-5005-26BB-841B-CE47630D197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931427" y="4331932"/>
                  <a:ext cx="222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E3D0A5C-4D1B-4E0A-847F-8D6DE8712842}"/>
                    </a:ext>
                  </a:extLst>
                </p14:cNvPr>
                <p14:cNvContentPartPr/>
                <p14:nvPr/>
              </p14:nvContentPartPr>
              <p14:xfrm>
                <a:off x="6073267" y="4494652"/>
                <a:ext cx="307440" cy="214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E3D0A5C-4D1B-4E0A-847F-8D6DE871284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67147" y="4488532"/>
                  <a:ext cx="3196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B3C4A3C-6C41-C4E9-5C7C-A7FA87AFABF9}"/>
                    </a:ext>
                  </a:extLst>
                </p14:cNvPr>
                <p14:cNvContentPartPr/>
                <p14:nvPr/>
              </p14:nvContentPartPr>
              <p14:xfrm>
                <a:off x="6126907" y="4897132"/>
                <a:ext cx="293760" cy="172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B3C4A3C-6C41-C4E9-5C7C-A7FA87AFABF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120787" y="4891012"/>
                  <a:ext cx="306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67F2D8F-DA14-1644-3B6D-CACC541D9F68}"/>
                    </a:ext>
                  </a:extLst>
                </p14:cNvPr>
                <p14:cNvContentPartPr/>
                <p14:nvPr/>
              </p14:nvContentPartPr>
              <p14:xfrm>
                <a:off x="5896867" y="3817852"/>
                <a:ext cx="623880" cy="1555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67F2D8F-DA14-1644-3B6D-CACC541D9F6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90747" y="3811732"/>
                  <a:ext cx="636120" cy="15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24AC458-FFDA-3D75-8C58-780EF9DBEF02}"/>
                    </a:ext>
                  </a:extLst>
                </p14:cNvPr>
                <p14:cNvContentPartPr/>
                <p14:nvPr/>
              </p14:nvContentPartPr>
              <p14:xfrm>
                <a:off x="6086227" y="4551532"/>
                <a:ext cx="269640" cy="344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24AC458-FFDA-3D75-8C58-780EF9DBEF0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080107" y="4545412"/>
                  <a:ext cx="2818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A8AA143-A6F6-916F-0DDE-EDDF5CC6F6C5}"/>
                    </a:ext>
                  </a:extLst>
                </p14:cNvPr>
                <p14:cNvContentPartPr/>
                <p14:nvPr/>
              </p14:nvContentPartPr>
              <p14:xfrm>
                <a:off x="5884627" y="3757732"/>
                <a:ext cx="628560" cy="1478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A8AA143-A6F6-916F-0DDE-EDDF5CC6F6C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878507" y="3751612"/>
                  <a:ext cx="640800" cy="14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9E5E775-A586-DA65-9868-2A5812AE7112}"/>
                    </a:ext>
                  </a:extLst>
                </p14:cNvPr>
                <p14:cNvContentPartPr/>
                <p14:nvPr/>
              </p14:nvContentPartPr>
              <p14:xfrm>
                <a:off x="4760347" y="3380092"/>
                <a:ext cx="90000" cy="38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9E5E775-A586-DA65-9868-2A5812AE711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754227" y="3373972"/>
                  <a:ext cx="102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651C05E-CBE2-931D-6A5F-ACE6583E1EE4}"/>
                    </a:ext>
                  </a:extLst>
                </p14:cNvPr>
                <p14:cNvContentPartPr/>
                <p14:nvPr/>
              </p14:nvContentPartPr>
              <p14:xfrm>
                <a:off x="6605707" y="4787692"/>
                <a:ext cx="91080" cy="488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651C05E-CBE2-931D-6A5F-ACE6583E1EE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599587" y="4781572"/>
                  <a:ext cx="10332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31C17E3-AE6F-E59E-EB79-50B7101D04CB}"/>
                    </a:ext>
                  </a:extLst>
                </p14:cNvPr>
                <p14:cNvContentPartPr/>
                <p14:nvPr/>
              </p14:nvContentPartPr>
              <p14:xfrm>
                <a:off x="4424827" y="3377212"/>
                <a:ext cx="1652040" cy="2114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31C17E3-AE6F-E59E-EB79-50B7101D04C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418707" y="3371092"/>
                  <a:ext cx="1664280" cy="21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C0B1D8E-D9E5-A428-277D-87BBD7BE00FD}"/>
                    </a:ext>
                  </a:extLst>
                </p14:cNvPr>
                <p14:cNvContentPartPr/>
                <p14:nvPr/>
              </p14:nvContentPartPr>
              <p14:xfrm>
                <a:off x="5810107" y="3887332"/>
                <a:ext cx="624240" cy="1284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C0B1D8E-D9E5-A428-277D-87BBD7BE00F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803987" y="3881212"/>
                  <a:ext cx="636480" cy="12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99E2650-C9BE-E7B5-E57C-521242B12687}"/>
                    </a:ext>
                  </a:extLst>
                </p14:cNvPr>
                <p14:cNvContentPartPr/>
                <p14:nvPr/>
              </p14:nvContentPartPr>
              <p14:xfrm>
                <a:off x="7690747" y="4322212"/>
                <a:ext cx="2674800" cy="540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99E2650-C9BE-E7B5-E57C-521242B1268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684627" y="4316092"/>
                  <a:ext cx="268704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B8E60BA-43FB-AAE3-9515-5DD5B5934289}"/>
                    </a:ext>
                  </a:extLst>
                </p14:cNvPr>
                <p14:cNvContentPartPr/>
                <p14:nvPr/>
              </p14:nvContentPartPr>
              <p14:xfrm>
                <a:off x="5796427" y="3117292"/>
                <a:ext cx="1925280" cy="2532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B8E60BA-43FB-AAE3-9515-5DD5B593428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790307" y="3111172"/>
                  <a:ext cx="1937520" cy="25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B1624AC-B7E6-8009-967C-45FC8FA5C48F}"/>
                    </a:ext>
                  </a:extLst>
                </p14:cNvPr>
                <p14:cNvContentPartPr/>
                <p14:nvPr/>
              </p14:nvContentPartPr>
              <p14:xfrm>
                <a:off x="5867347" y="3951412"/>
                <a:ext cx="599040" cy="1176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B1624AC-B7E6-8009-967C-45FC8FA5C48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861227" y="3945292"/>
                  <a:ext cx="61128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5EABB3F-938D-8DB5-9425-C6722C8AE38D}"/>
                    </a:ext>
                  </a:extLst>
                </p14:cNvPr>
                <p14:cNvContentPartPr/>
                <p14:nvPr/>
              </p14:nvContentPartPr>
              <p14:xfrm>
                <a:off x="5866267" y="3953572"/>
                <a:ext cx="653760" cy="1172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5EABB3F-938D-8DB5-9425-C6722C8AE38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860147" y="3947452"/>
                  <a:ext cx="666000" cy="11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50AEFE2-FC2F-9ED3-A87D-8F6A91CDE71E}"/>
                    </a:ext>
                  </a:extLst>
                </p14:cNvPr>
                <p14:cNvContentPartPr/>
                <p14:nvPr/>
              </p14:nvContentPartPr>
              <p14:xfrm>
                <a:off x="6201787" y="4701292"/>
                <a:ext cx="15840" cy="25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50AEFE2-FC2F-9ED3-A87D-8F6A91CDE71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195667" y="4695172"/>
                  <a:ext cx="2808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9B2F248-496A-6E29-22EF-4F37E052EBC4}"/>
              </a:ext>
            </a:extLst>
          </p:cNvPr>
          <p:cNvGrpSpPr/>
          <p:nvPr/>
        </p:nvGrpSpPr>
        <p:grpSpPr>
          <a:xfrm>
            <a:off x="5047627" y="524572"/>
            <a:ext cx="7158240" cy="1876320"/>
            <a:chOff x="5047627" y="524572"/>
            <a:chExt cx="7158240" cy="187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2FB7AEF-74F5-992B-037A-2699C47707B3}"/>
                    </a:ext>
                  </a:extLst>
                </p14:cNvPr>
                <p14:cNvContentPartPr/>
                <p14:nvPr/>
              </p14:nvContentPartPr>
              <p14:xfrm>
                <a:off x="7315267" y="1568212"/>
                <a:ext cx="268920" cy="243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2FB7AEF-74F5-992B-037A-2699C47707B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309147" y="1562092"/>
                  <a:ext cx="2811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A45E160-1180-877C-011B-83187606009A}"/>
                    </a:ext>
                  </a:extLst>
                </p14:cNvPr>
                <p14:cNvContentPartPr/>
                <p14:nvPr/>
              </p14:nvContentPartPr>
              <p14:xfrm>
                <a:off x="7418227" y="1692772"/>
                <a:ext cx="214920" cy="36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A45E160-1180-877C-011B-83187606009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412107" y="1686652"/>
                  <a:ext cx="227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EA17C5F-E20F-BBA1-5FA5-46CE4ADD3BC6}"/>
                    </a:ext>
                  </a:extLst>
                </p14:cNvPr>
                <p14:cNvContentPartPr/>
                <p14:nvPr/>
              </p14:nvContentPartPr>
              <p14:xfrm>
                <a:off x="7201867" y="1911652"/>
                <a:ext cx="609120" cy="15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EA17C5F-E20F-BBA1-5FA5-46CE4ADD3BC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195747" y="1905532"/>
                  <a:ext cx="621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1E42F23-3C1C-9D96-926B-A1E7344B4461}"/>
                    </a:ext>
                  </a:extLst>
                </p14:cNvPr>
                <p14:cNvContentPartPr/>
                <p14:nvPr/>
              </p14:nvContentPartPr>
              <p14:xfrm>
                <a:off x="7477627" y="2061772"/>
                <a:ext cx="393840" cy="294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1E42F23-3C1C-9D96-926B-A1E7344B446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471507" y="2055652"/>
                  <a:ext cx="406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1854F6F-3192-C243-4DCE-6E017736048E}"/>
                    </a:ext>
                  </a:extLst>
                </p14:cNvPr>
                <p14:cNvContentPartPr/>
                <p14:nvPr/>
              </p14:nvContentPartPr>
              <p14:xfrm>
                <a:off x="6950947" y="1289932"/>
                <a:ext cx="1027800" cy="219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1854F6F-3192-C243-4DCE-6E017736048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944827" y="1283812"/>
                  <a:ext cx="1040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129E669-9DF0-6925-B196-A617F7079127}"/>
                    </a:ext>
                  </a:extLst>
                </p14:cNvPr>
                <p14:cNvContentPartPr/>
                <p14:nvPr/>
              </p14:nvContentPartPr>
              <p14:xfrm>
                <a:off x="5934307" y="1640932"/>
                <a:ext cx="239400" cy="205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129E669-9DF0-6925-B196-A617F707912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28187" y="1634812"/>
                  <a:ext cx="2516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8BA0647-A999-6DEE-8708-105D2A39393E}"/>
                    </a:ext>
                  </a:extLst>
                </p14:cNvPr>
                <p14:cNvContentPartPr/>
                <p14:nvPr/>
              </p14:nvContentPartPr>
              <p14:xfrm>
                <a:off x="5896867" y="1888612"/>
                <a:ext cx="430920" cy="36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8BA0647-A999-6DEE-8708-105D2A39393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890747" y="1882492"/>
                  <a:ext cx="443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7DE519E-9F0B-2FAC-7A99-C48C28E5C1E4}"/>
                    </a:ext>
                  </a:extLst>
                </p14:cNvPr>
                <p14:cNvContentPartPr/>
                <p14:nvPr/>
              </p14:nvContentPartPr>
              <p14:xfrm>
                <a:off x="6091987" y="1973212"/>
                <a:ext cx="171360" cy="227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7DE519E-9F0B-2FAC-7A99-C48C28E5C1E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085867" y="1967092"/>
                  <a:ext cx="1836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DBC58C8-F16F-E4F0-E53D-519B6065E341}"/>
                    </a:ext>
                  </a:extLst>
                </p14:cNvPr>
                <p14:cNvContentPartPr/>
                <p14:nvPr/>
              </p14:nvContentPartPr>
              <p14:xfrm>
                <a:off x="6116107" y="2095612"/>
                <a:ext cx="176400" cy="22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DBC58C8-F16F-E4F0-E53D-519B6065E34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109987" y="2089492"/>
                  <a:ext cx="1886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5FA588-CA83-C3DD-D857-8B51D9E6CC04}"/>
                    </a:ext>
                  </a:extLst>
                </p14:cNvPr>
                <p14:cNvContentPartPr/>
                <p14:nvPr/>
              </p14:nvContentPartPr>
              <p14:xfrm>
                <a:off x="6119347" y="741652"/>
                <a:ext cx="50400" cy="60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5FA588-CA83-C3DD-D857-8B51D9E6CC0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113227" y="735532"/>
                  <a:ext cx="626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E93814B-D187-733F-14C3-56149419E7D7}"/>
                    </a:ext>
                  </a:extLst>
                </p14:cNvPr>
                <p14:cNvContentPartPr/>
                <p14:nvPr/>
              </p14:nvContentPartPr>
              <p14:xfrm>
                <a:off x="7381507" y="803212"/>
                <a:ext cx="21600" cy="23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E93814B-D187-733F-14C3-56149419E7D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375387" y="797092"/>
                  <a:ext cx="338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6FE566A-0DF0-17E2-760B-42F0E340A818}"/>
                    </a:ext>
                  </a:extLst>
                </p14:cNvPr>
                <p14:cNvContentPartPr/>
                <p14:nvPr/>
              </p14:nvContentPartPr>
              <p14:xfrm>
                <a:off x="8124907" y="1094812"/>
                <a:ext cx="296280" cy="10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6FE566A-0DF0-17E2-760B-42F0E340A81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118787" y="1088692"/>
                  <a:ext cx="3085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2C40550-34E1-AAB4-9233-0DB19AAA98BD}"/>
                    </a:ext>
                  </a:extLst>
                </p14:cNvPr>
                <p14:cNvContentPartPr/>
                <p14:nvPr/>
              </p14:nvContentPartPr>
              <p14:xfrm>
                <a:off x="8203387" y="1208932"/>
                <a:ext cx="285840" cy="4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2C40550-34E1-AAB4-9233-0DB19AAA98B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197267" y="1202812"/>
                  <a:ext cx="298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7C5D17C-B5FE-067F-E1EC-453B5939BFEA}"/>
                    </a:ext>
                  </a:extLst>
                </p14:cNvPr>
                <p14:cNvContentPartPr/>
                <p14:nvPr/>
              </p14:nvContentPartPr>
              <p14:xfrm>
                <a:off x="8779747" y="922732"/>
                <a:ext cx="189720" cy="654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7C5D17C-B5FE-067F-E1EC-453B5939BFE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773627" y="916612"/>
                  <a:ext cx="20196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A67C8B1-123A-7B6D-613B-A1A18986207A}"/>
                    </a:ext>
                  </a:extLst>
                </p14:cNvPr>
                <p14:cNvContentPartPr/>
                <p14:nvPr/>
              </p14:nvContentPartPr>
              <p14:xfrm>
                <a:off x="9173947" y="821932"/>
                <a:ext cx="194760" cy="1024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A67C8B1-123A-7B6D-613B-A1A18986207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167827" y="815812"/>
                  <a:ext cx="207000" cy="10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2068766-C81F-C135-51CD-8249C160D2AC}"/>
                    </a:ext>
                  </a:extLst>
                </p14:cNvPr>
                <p14:cNvContentPartPr/>
                <p14:nvPr/>
              </p14:nvContentPartPr>
              <p14:xfrm>
                <a:off x="9837067" y="797452"/>
                <a:ext cx="213480" cy="1089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2068766-C81F-C135-51CD-8249C160D2A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830947" y="791332"/>
                  <a:ext cx="225720" cy="11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1E01998-2A7F-92BA-51FC-38394100D0FA}"/>
                    </a:ext>
                  </a:extLst>
                </p14:cNvPr>
                <p14:cNvContentPartPr/>
                <p14:nvPr/>
              </p14:nvContentPartPr>
              <p14:xfrm>
                <a:off x="9748867" y="1028572"/>
                <a:ext cx="98280" cy="637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1E01998-2A7F-92BA-51FC-38394100D0F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742747" y="1022452"/>
                  <a:ext cx="11052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497BE1E-6ADA-01B2-DCE2-620B93AA096D}"/>
                    </a:ext>
                  </a:extLst>
                </p14:cNvPr>
                <p14:cNvContentPartPr/>
                <p14:nvPr/>
              </p14:nvContentPartPr>
              <p14:xfrm>
                <a:off x="9549427" y="1309732"/>
                <a:ext cx="243720" cy="29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497BE1E-6ADA-01B2-DCE2-620B93AA096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543307" y="1303612"/>
                  <a:ext cx="255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34F5BFD-02E2-50EC-9116-DD73364CE00A}"/>
                    </a:ext>
                  </a:extLst>
                </p14:cNvPr>
                <p14:cNvContentPartPr/>
                <p14:nvPr/>
              </p14:nvContentPartPr>
              <p14:xfrm>
                <a:off x="10583707" y="959812"/>
                <a:ext cx="235800" cy="873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34F5BFD-02E2-50EC-9116-DD73364CE00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577587" y="953692"/>
                  <a:ext cx="248040" cy="88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F2E9BAB-E77F-9C42-8B69-2BE0E08689CD}"/>
                    </a:ext>
                  </a:extLst>
                </p14:cNvPr>
                <p14:cNvContentPartPr/>
                <p14:nvPr/>
              </p14:nvContentPartPr>
              <p14:xfrm>
                <a:off x="10945507" y="694492"/>
                <a:ext cx="328680" cy="1706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F2E9BAB-E77F-9C42-8B69-2BE0E08689C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939387" y="688372"/>
                  <a:ext cx="340920" cy="171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AF029EA-D4F3-E5B9-BD8F-A25C1B915611}"/>
                    </a:ext>
                  </a:extLst>
                </p14:cNvPr>
                <p14:cNvContentPartPr/>
                <p14:nvPr/>
              </p14:nvContentPartPr>
              <p14:xfrm>
                <a:off x="11148907" y="1232692"/>
                <a:ext cx="244800" cy="538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AF029EA-D4F3-E5B9-BD8F-A25C1B91561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1142787" y="1226572"/>
                  <a:ext cx="25704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647982B-8EBA-4911-684D-726191907587}"/>
                    </a:ext>
                  </a:extLst>
                </p14:cNvPr>
                <p14:cNvContentPartPr/>
                <p14:nvPr/>
              </p14:nvContentPartPr>
              <p14:xfrm>
                <a:off x="11267347" y="1470652"/>
                <a:ext cx="165600" cy="27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647982B-8EBA-4911-684D-72619190758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261227" y="1464532"/>
                  <a:ext cx="177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BDD644F-D60F-FA29-A2A1-53B871F62D83}"/>
                    </a:ext>
                  </a:extLst>
                </p14:cNvPr>
                <p14:cNvContentPartPr/>
                <p14:nvPr/>
              </p14:nvContentPartPr>
              <p14:xfrm>
                <a:off x="11523667" y="846412"/>
                <a:ext cx="94320" cy="1195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BDD644F-D60F-FA29-A2A1-53B871F62D8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517547" y="840292"/>
                  <a:ext cx="106560" cy="12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9B7E7B3-9857-9F7F-103A-71780B9604F2}"/>
                    </a:ext>
                  </a:extLst>
                </p14:cNvPr>
                <p14:cNvContentPartPr/>
                <p14:nvPr/>
              </p14:nvContentPartPr>
              <p14:xfrm>
                <a:off x="11758387" y="1219012"/>
                <a:ext cx="21600" cy="607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9B7E7B3-9857-9F7F-103A-71780B9604F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752267" y="1212892"/>
                  <a:ext cx="3384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AEFBF77-5982-F778-AA97-804555D24F00}"/>
                    </a:ext>
                  </a:extLst>
                </p14:cNvPr>
                <p14:cNvContentPartPr/>
                <p14:nvPr/>
              </p14:nvContentPartPr>
              <p14:xfrm>
                <a:off x="11930467" y="1261852"/>
                <a:ext cx="21600" cy="455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AEFBF77-5982-F778-AA97-804555D24F0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924347" y="1255732"/>
                  <a:ext cx="3384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514EE3C-F62F-D727-EAA6-01C2938F7FA3}"/>
                    </a:ext>
                  </a:extLst>
                </p14:cNvPr>
                <p14:cNvContentPartPr/>
                <p14:nvPr/>
              </p14:nvContentPartPr>
              <p14:xfrm>
                <a:off x="11696467" y="1486132"/>
                <a:ext cx="306720" cy="40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514EE3C-F62F-D727-EAA6-01C2938F7FA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690347" y="1480012"/>
                  <a:ext cx="318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6653436-DAB5-86E1-3A40-210F55E9925F}"/>
                    </a:ext>
                  </a:extLst>
                </p14:cNvPr>
                <p14:cNvContentPartPr/>
                <p14:nvPr/>
              </p14:nvContentPartPr>
              <p14:xfrm>
                <a:off x="11869627" y="664252"/>
                <a:ext cx="325440" cy="152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6653436-DAB5-86E1-3A40-210F55E9925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863507" y="658132"/>
                  <a:ext cx="337680" cy="15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A63F306-CA6C-AB62-8A14-AE3383DB2519}"/>
                    </a:ext>
                  </a:extLst>
                </p14:cNvPr>
                <p14:cNvContentPartPr/>
                <p14:nvPr/>
              </p14:nvContentPartPr>
              <p14:xfrm>
                <a:off x="5047627" y="524572"/>
                <a:ext cx="7158240" cy="1719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A63F306-CA6C-AB62-8A14-AE3383DB251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041507" y="518452"/>
                  <a:ext cx="7170480" cy="173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64751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2C86B-DF6C-09B6-FE5E-3EF743AE1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48222C9-D6DF-008B-4CC8-57559CC71183}"/>
                  </a:ext>
                </a:extLst>
              </p14:cNvPr>
              <p14:cNvContentPartPr/>
              <p14:nvPr/>
            </p14:nvContentPartPr>
            <p14:xfrm>
              <a:off x="3001387" y="1133692"/>
              <a:ext cx="19800" cy="75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48222C9-D6DF-008B-4CC8-57559CC711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7387" y="1026052"/>
                <a:ext cx="1274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AA93CB5-056E-EE36-107A-C85C09E50FEF}"/>
                  </a:ext>
                </a:extLst>
              </p14:cNvPr>
              <p14:cNvContentPartPr/>
              <p14:nvPr/>
            </p14:nvContentPartPr>
            <p14:xfrm>
              <a:off x="2500987" y="1082932"/>
              <a:ext cx="465120" cy="37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AA93CB5-056E-EE36-107A-C85C09E50F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47347" y="975292"/>
                <a:ext cx="57276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16406F2-387C-D55D-12E4-EBAD74B87CC4}"/>
                  </a:ext>
                </a:extLst>
              </p14:cNvPr>
              <p14:cNvContentPartPr/>
              <p14:nvPr/>
            </p14:nvContentPartPr>
            <p14:xfrm>
              <a:off x="2496667" y="1786012"/>
              <a:ext cx="325440" cy="428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16406F2-387C-D55D-12E4-EBAD74B87C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43027" y="1678012"/>
                <a:ext cx="43308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A3AAC6B-A9C7-68B1-F3FF-FB7336AF54AC}"/>
                  </a:ext>
                </a:extLst>
              </p14:cNvPr>
              <p14:cNvContentPartPr/>
              <p14:nvPr/>
            </p14:nvContentPartPr>
            <p14:xfrm>
              <a:off x="2749747" y="2568652"/>
              <a:ext cx="331560" cy="644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A3AAC6B-A9C7-68B1-F3FF-FB7336AF54A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95747" y="2460652"/>
                <a:ext cx="43920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73CEE4D-EDCA-716A-B694-EB96E21BA5DA}"/>
                  </a:ext>
                </a:extLst>
              </p14:cNvPr>
              <p14:cNvContentPartPr/>
              <p14:nvPr/>
            </p14:nvContentPartPr>
            <p14:xfrm>
              <a:off x="2550307" y="3392692"/>
              <a:ext cx="573120" cy="511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73CEE4D-EDCA-716A-B694-EB96E21BA5D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96667" y="3285052"/>
                <a:ext cx="6807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05F0925-F473-2561-D637-58A1472F4EF5}"/>
                  </a:ext>
                </a:extLst>
              </p14:cNvPr>
              <p14:cNvContentPartPr/>
              <p14:nvPr/>
            </p14:nvContentPartPr>
            <p14:xfrm>
              <a:off x="2734987" y="4161652"/>
              <a:ext cx="303480" cy="608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05F0925-F473-2561-D637-58A1472F4EF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81347" y="4053652"/>
                <a:ext cx="41112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32ADB45-23B1-F615-D6C2-1F211780638F}"/>
                  </a:ext>
                </a:extLst>
              </p14:cNvPr>
              <p14:cNvContentPartPr/>
              <p14:nvPr/>
            </p14:nvContentPartPr>
            <p14:xfrm>
              <a:off x="2374267" y="1491892"/>
              <a:ext cx="545400" cy="36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32ADB45-23B1-F615-D6C2-1F211780638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20267" y="1383892"/>
                <a:ext cx="6530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DFF7BB5-97BB-C521-D9B1-6DB1D8490ED7}"/>
                  </a:ext>
                </a:extLst>
              </p14:cNvPr>
              <p14:cNvContentPartPr/>
              <p14:nvPr/>
            </p14:nvContentPartPr>
            <p14:xfrm>
              <a:off x="9100507" y="1546612"/>
              <a:ext cx="3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DFF7BB5-97BB-C521-D9B1-6DB1D8490E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46867" y="143861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BA6232B-08D7-63F8-09FC-C4C7ED078381}"/>
                  </a:ext>
                </a:extLst>
              </p14:cNvPr>
              <p14:cNvContentPartPr/>
              <p14:nvPr/>
            </p14:nvContentPartPr>
            <p14:xfrm>
              <a:off x="9488947" y="2700052"/>
              <a:ext cx="1389960" cy="360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BA6232B-08D7-63F8-09FC-C4C7ED07838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482827" y="2693932"/>
                <a:ext cx="140220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DA76C80E-4B4F-5528-B2B1-88ADD5A49F31}"/>
              </a:ext>
            </a:extLst>
          </p:cNvPr>
          <p:cNvGrpSpPr/>
          <p:nvPr/>
        </p:nvGrpSpPr>
        <p:grpSpPr>
          <a:xfrm>
            <a:off x="9818347" y="4828012"/>
            <a:ext cx="2247840" cy="1158480"/>
            <a:chOff x="9818347" y="4828012"/>
            <a:chExt cx="2247840" cy="11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037F17C-6761-6849-D7ED-4F3DF6D35AE8}"/>
                    </a:ext>
                  </a:extLst>
                </p14:cNvPr>
                <p14:cNvContentPartPr/>
                <p14:nvPr/>
              </p14:nvContentPartPr>
              <p14:xfrm>
                <a:off x="9818347" y="4828012"/>
                <a:ext cx="259200" cy="749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037F17C-6761-6849-D7ED-4F3DF6D35AE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812227" y="4821892"/>
                  <a:ext cx="271440" cy="7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8EC5D77-A2CD-CD85-ABE5-633ECC96A7BD}"/>
                    </a:ext>
                  </a:extLst>
                </p14:cNvPr>
                <p14:cNvContentPartPr/>
                <p14:nvPr/>
              </p14:nvContentPartPr>
              <p14:xfrm>
                <a:off x="10339987" y="4850692"/>
                <a:ext cx="301320" cy="891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8EC5D77-A2CD-CD85-ABE5-633ECC96A7B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333867" y="4844572"/>
                  <a:ext cx="313560" cy="90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89FA0DC-039D-FD8B-449F-2D3085E12E1B}"/>
                    </a:ext>
                  </a:extLst>
                </p14:cNvPr>
                <p14:cNvContentPartPr/>
                <p14:nvPr/>
              </p14:nvContentPartPr>
              <p14:xfrm>
                <a:off x="10602067" y="5178652"/>
                <a:ext cx="450360" cy="455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89FA0DC-039D-FD8B-449F-2D3085E12E1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95947" y="5172532"/>
                  <a:ext cx="46260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65BFE85-ECA9-9EA9-1BDE-B44AD1199843}"/>
                    </a:ext>
                  </a:extLst>
                </p14:cNvPr>
                <p14:cNvContentPartPr/>
                <p14:nvPr/>
              </p14:nvContentPartPr>
              <p14:xfrm>
                <a:off x="11048467" y="5274772"/>
                <a:ext cx="298440" cy="30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65BFE85-ECA9-9EA9-1BDE-B44AD119984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42347" y="5268652"/>
                  <a:ext cx="310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63E2BE9-A777-3B2A-9DB2-ED349B95B751}"/>
                    </a:ext>
                  </a:extLst>
                </p14:cNvPr>
                <p14:cNvContentPartPr/>
                <p14:nvPr/>
              </p14:nvContentPartPr>
              <p14:xfrm>
                <a:off x="11201107" y="5432092"/>
                <a:ext cx="227880" cy="33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63E2BE9-A777-3B2A-9DB2-ED349B95B75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194987" y="5425972"/>
                  <a:ext cx="2401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24103A3-A85D-38F5-EB32-F14188F1FBD5}"/>
                    </a:ext>
                  </a:extLst>
                </p14:cNvPr>
                <p14:cNvContentPartPr/>
                <p14:nvPr/>
              </p14:nvContentPartPr>
              <p14:xfrm>
                <a:off x="11585227" y="5133292"/>
                <a:ext cx="48960" cy="485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24103A3-A85D-38F5-EB32-F14188F1FBD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579107" y="5127172"/>
                  <a:ext cx="6120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6FC77FE-B0EE-FA2B-C9AF-ED094BA7B3DB}"/>
                    </a:ext>
                  </a:extLst>
                </p14:cNvPr>
                <p14:cNvContentPartPr/>
                <p14:nvPr/>
              </p14:nvContentPartPr>
              <p14:xfrm>
                <a:off x="11833987" y="4836652"/>
                <a:ext cx="232200" cy="1149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6FC77FE-B0EE-FA2B-C9AF-ED094BA7B3D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27867" y="4830532"/>
                  <a:ext cx="244440" cy="11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AC0AB5E-FC5D-CEF0-FB95-E7723EB1F5AD}"/>
                    </a:ext>
                  </a:extLst>
                </p14:cNvPr>
                <p14:cNvContentPartPr/>
                <p14:nvPr/>
              </p14:nvContentPartPr>
              <p14:xfrm>
                <a:off x="11684587" y="5765092"/>
                <a:ext cx="146520" cy="94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AC0AB5E-FC5D-CEF0-FB95-E7723EB1F5A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678467" y="5758972"/>
                  <a:ext cx="1587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F9ECC1E-83A6-9E0D-8CF3-9F3C141538EA}"/>
                    </a:ext>
                  </a:extLst>
                </p14:cNvPr>
                <p14:cNvContentPartPr/>
                <p14:nvPr/>
              </p14:nvContentPartPr>
              <p14:xfrm>
                <a:off x="11630947" y="5716852"/>
                <a:ext cx="38160" cy="115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F9ECC1E-83A6-9E0D-8CF3-9F3C141538E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624827" y="5710732"/>
                  <a:ext cx="504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0F28750-164E-94A6-FE56-43486E381EDD}"/>
                    </a:ext>
                  </a:extLst>
                </p14:cNvPr>
                <p14:cNvContentPartPr/>
                <p14:nvPr/>
              </p14:nvContentPartPr>
              <p14:xfrm>
                <a:off x="11531227" y="5586172"/>
                <a:ext cx="163440" cy="298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0F28750-164E-94A6-FE56-43486E381ED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525107" y="5580052"/>
                  <a:ext cx="1756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E4D06EB-B5C8-F79C-AAB8-398E62C3AFAB}"/>
                    </a:ext>
                  </a:extLst>
                </p14:cNvPr>
                <p14:cNvContentPartPr/>
                <p14:nvPr/>
              </p14:nvContentPartPr>
              <p14:xfrm>
                <a:off x="11367427" y="5738452"/>
                <a:ext cx="115200" cy="151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E4D06EB-B5C8-F79C-AAB8-398E62C3AFA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361307" y="5732332"/>
                  <a:ext cx="1274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1D82E20-173C-4509-75A6-93896766E523}"/>
                    </a:ext>
                  </a:extLst>
                </p14:cNvPr>
                <p14:cNvContentPartPr/>
                <p14:nvPr/>
              </p14:nvContentPartPr>
              <p14:xfrm>
                <a:off x="11328187" y="5833492"/>
                <a:ext cx="9720" cy="109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1D82E20-173C-4509-75A6-93896766E52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322067" y="5827372"/>
                  <a:ext cx="21960" cy="12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329BC452-BC5B-77D8-C8EA-3026199C505F}"/>
                  </a:ext>
                </a:extLst>
              </p14:cNvPr>
              <p14:cNvContentPartPr/>
              <p14:nvPr/>
            </p14:nvContentPartPr>
            <p14:xfrm>
              <a:off x="5711467" y="4613092"/>
              <a:ext cx="483840" cy="13341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329BC452-BC5B-77D8-C8EA-3026199C505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705347" y="4606972"/>
                <a:ext cx="496080" cy="13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2101888-4405-0C30-D81B-B814E44C2863}"/>
                  </a:ext>
                </a:extLst>
              </p14:cNvPr>
              <p14:cNvContentPartPr/>
              <p14:nvPr/>
            </p14:nvContentPartPr>
            <p14:xfrm>
              <a:off x="3471692" y="6005165"/>
              <a:ext cx="845280" cy="2253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2101888-4405-0C30-D81B-B814E44C286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465572" y="5999045"/>
                <a:ext cx="8575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51C0951-6FA1-F993-F073-57CA2AADEEB6}"/>
                  </a:ext>
                </a:extLst>
              </p14:cNvPr>
              <p14:cNvContentPartPr/>
              <p14:nvPr/>
            </p14:nvContentPartPr>
            <p14:xfrm>
              <a:off x="3555427" y="4957252"/>
              <a:ext cx="435600" cy="8283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51C0951-6FA1-F993-F073-57CA2AADEEB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49307" y="4951132"/>
                <a:ext cx="447840" cy="84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BA351D8-2AF8-BC1F-2545-45F5D8E8B408}"/>
                  </a:ext>
                </a:extLst>
              </p14:cNvPr>
              <p14:cNvContentPartPr/>
              <p14:nvPr/>
            </p14:nvContentPartPr>
            <p14:xfrm>
              <a:off x="4124227" y="4633252"/>
              <a:ext cx="586440" cy="13903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BA351D8-2AF8-BC1F-2545-45F5D8E8B40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118107" y="4627132"/>
                <a:ext cx="598680" cy="14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EAD15C2-5BD0-A510-07DF-FA2A738B5293}"/>
                  </a:ext>
                </a:extLst>
              </p14:cNvPr>
              <p14:cNvContentPartPr/>
              <p14:nvPr/>
            </p14:nvContentPartPr>
            <p14:xfrm>
              <a:off x="4466947" y="5016652"/>
              <a:ext cx="577080" cy="5958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EAD15C2-5BD0-A510-07DF-FA2A738B529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460827" y="5010532"/>
                <a:ext cx="589320" cy="60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58DB092-BBB5-B867-6DDD-0D26CC993635}"/>
                  </a:ext>
                </a:extLst>
              </p14:cNvPr>
              <p14:cNvContentPartPr/>
              <p14:nvPr/>
            </p14:nvContentPartPr>
            <p14:xfrm>
              <a:off x="5069947" y="5172892"/>
              <a:ext cx="233640" cy="511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58DB092-BBB5-B867-6DDD-0D26CC99363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063827" y="5166772"/>
                <a:ext cx="2458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A3522587-96FE-E181-1606-27B568D15AF9}"/>
                  </a:ext>
                </a:extLst>
              </p14:cNvPr>
              <p14:cNvContentPartPr/>
              <p14:nvPr/>
            </p14:nvContentPartPr>
            <p14:xfrm>
              <a:off x="5094427" y="5290252"/>
              <a:ext cx="289440" cy="381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A3522587-96FE-E181-1606-27B568D15AF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088307" y="5284132"/>
                <a:ext cx="3016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5682575-E62A-7918-78DF-F454A9E0725A}"/>
                  </a:ext>
                </a:extLst>
              </p14:cNvPr>
              <p14:cNvContentPartPr/>
              <p14:nvPr/>
            </p14:nvContentPartPr>
            <p14:xfrm>
              <a:off x="5580787" y="4932412"/>
              <a:ext cx="63360" cy="6019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5682575-E62A-7918-78DF-F454A9E0725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574667" y="4926292"/>
                <a:ext cx="75600" cy="6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DB8C229-12C8-1836-E8A7-7AD0EE040513}"/>
                  </a:ext>
                </a:extLst>
              </p14:cNvPr>
              <p14:cNvContentPartPr/>
              <p14:nvPr/>
            </p14:nvContentPartPr>
            <p14:xfrm>
              <a:off x="6501452" y="4923725"/>
              <a:ext cx="390960" cy="6195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DB8C229-12C8-1836-E8A7-7AD0EE04051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495332" y="4917605"/>
                <a:ext cx="403200" cy="63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39868C8-0DE1-3B5B-0599-2C3A8B61A0D5}"/>
                  </a:ext>
                </a:extLst>
              </p14:cNvPr>
              <p14:cNvContentPartPr/>
              <p14:nvPr/>
            </p14:nvContentPartPr>
            <p14:xfrm>
              <a:off x="6491372" y="4931645"/>
              <a:ext cx="447480" cy="4356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39868C8-0DE1-3B5B-0599-2C3A8B61A0D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485252" y="4925525"/>
                <a:ext cx="45972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6E4C3BB-51BE-A349-95E9-2B4760D2699E}"/>
                  </a:ext>
                </a:extLst>
              </p14:cNvPr>
              <p14:cNvContentPartPr/>
              <p14:nvPr/>
            </p14:nvContentPartPr>
            <p14:xfrm>
              <a:off x="7113812" y="5326565"/>
              <a:ext cx="108000" cy="1706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6E4C3BB-51BE-A349-95E9-2B4760D2699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107692" y="5320445"/>
                <a:ext cx="1202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88DEC693-0F59-33D6-833A-2137B801E017}"/>
                  </a:ext>
                </a:extLst>
              </p14:cNvPr>
              <p14:cNvContentPartPr/>
              <p14:nvPr/>
            </p14:nvContentPartPr>
            <p14:xfrm>
              <a:off x="7133252" y="5127125"/>
              <a:ext cx="20880" cy="619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88DEC693-0F59-33D6-833A-2137B801E01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127132" y="5121005"/>
                <a:ext cx="3312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AA3C6C83-52AA-D783-2D4E-FBE722143694}"/>
                  </a:ext>
                </a:extLst>
              </p14:cNvPr>
              <p14:cNvContentPartPr/>
              <p14:nvPr/>
            </p14:nvContentPartPr>
            <p14:xfrm>
              <a:off x="7200212" y="4479485"/>
              <a:ext cx="482040" cy="17251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AA3C6C83-52AA-D783-2D4E-FBE72214369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194092" y="4473365"/>
                <a:ext cx="494280" cy="173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B81C741-C6BB-312F-1532-C122C5361BAF}"/>
                  </a:ext>
                </a:extLst>
              </p14:cNvPr>
              <p14:cNvContentPartPr/>
              <p14:nvPr/>
            </p14:nvContentPartPr>
            <p14:xfrm>
              <a:off x="6522692" y="4658045"/>
              <a:ext cx="799920" cy="1418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B81C741-C6BB-312F-1532-C122C5361BA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516572" y="4651925"/>
                <a:ext cx="8121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C334ECC-C0D4-E313-49E1-69F7C51BCD1A}"/>
                  </a:ext>
                </a:extLst>
              </p14:cNvPr>
              <p14:cNvContentPartPr/>
              <p14:nvPr/>
            </p14:nvContentPartPr>
            <p14:xfrm>
              <a:off x="457412" y="2357645"/>
              <a:ext cx="601200" cy="507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C334ECC-C0D4-E313-49E1-69F7C51BCD1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51292" y="2351525"/>
                <a:ext cx="6134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000790F-B4E0-0932-60D5-D8F9EE972D24}"/>
                  </a:ext>
                </a:extLst>
              </p14:cNvPr>
              <p14:cNvContentPartPr/>
              <p14:nvPr/>
            </p14:nvContentPartPr>
            <p14:xfrm>
              <a:off x="3054092" y="5260325"/>
              <a:ext cx="249120" cy="496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000790F-B4E0-0932-60D5-D8F9EE972D2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047972" y="5254205"/>
                <a:ext cx="2613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FCD376F-D2F2-8307-1BDC-9DB02C1F498C}"/>
                  </a:ext>
                </a:extLst>
              </p14:cNvPr>
              <p14:cNvContentPartPr/>
              <p14:nvPr/>
            </p14:nvContentPartPr>
            <p14:xfrm>
              <a:off x="2970932" y="5358605"/>
              <a:ext cx="275760" cy="396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FCD376F-D2F2-8307-1BDC-9DB02C1F498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964812" y="5352485"/>
                <a:ext cx="28800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6490411-D669-7EFC-6B40-5DCE0238AA1A}"/>
                  </a:ext>
                </a:extLst>
              </p14:cNvPr>
              <p14:cNvContentPartPr/>
              <p14:nvPr/>
            </p14:nvContentPartPr>
            <p14:xfrm>
              <a:off x="2430212" y="5096525"/>
              <a:ext cx="235800" cy="4309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6490411-D669-7EFC-6B40-5DCE0238AA1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424092" y="5090405"/>
                <a:ext cx="24804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F8ACDD30-4B05-334A-1370-5CFC51E99CA8}"/>
                  </a:ext>
                </a:extLst>
              </p14:cNvPr>
              <p14:cNvContentPartPr/>
              <p14:nvPr/>
            </p14:nvContentPartPr>
            <p14:xfrm>
              <a:off x="2520932" y="5743805"/>
              <a:ext cx="32760" cy="446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F8ACDD30-4B05-334A-1370-5CFC51E99CA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514812" y="5737685"/>
                <a:ext cx="450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940C9D01-1AB3-2447-6EE3-830E621A723A}"/>
                  </a:ext>
                </a:extLst>
              </p14:cNvPr>
              <p14:cNvContentPartPr/>
              <p14:nvPr/>
            </p14:nvContentPartPr>
            <p14:xfrm>
              <a:off x="892652" y="5329445"/>
              <a:ext cx="269640" cy="3301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940C9D01-1AB3-2447-6EE3-830E621A723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86532" y="5323325"/>
                <a:ext cx="28188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FE2EBDA2-ED66-6646-4B61-1D3DD999817D}"/>
                  </a:ext>
                </a:extLst>
              </p14:cNvPr>
              <p14:cNvContentPartPr/>
              <p14:nvPr/>
            </p14:nvContentPartPr>
            <p14:xfrm>
              <a:off x="1407092" y="5522765"/>
              <a:ext cx="13680" cy="9720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FE2EBDA2-ED66-6646-4B61-1D3DD999817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400972" y="5516645"/>
                <a:ext cx="259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7A7AC12C-B663-D318-A6A2-5D0E28E2CAEC}"/>
                  </a:ext>
                </a:extLst>
              </p14:cNvPr>
              <p14:cNvContentPartPr/>
              <p14:nvPr/>
            </p14:nvContentPartPr>
            <p14:xfrm>
              <a:off x="1657292" y="5217485"/>
              <a:ext cx="288000" cy="4899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7A7AC12C-B663-D318-A6A2-5D0E28E2CAE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651172" y="5211365"/>
                <a:ext cx="30024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10BD78B8-B241-13DF-2805-AF4759A5E50E}"/>
                  </a:ext>
                </a:extLst>
              </p14:cNvPr>
              <p14:cNvContentPartPr/>
              <p14:nvPr/>
            </p14:nvContentPartPr>
            <p14:xfrm>
              <a:off x="6576692" y="5630045"/>
              <a:ext cx="798120" cy="1663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10BD78B8-B241-13DF-2805-AF4759A5E50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570572" y="5623925"/>
                <a:ext cx="810360" cy="17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CC68A04-CE53-80F4-C319-CFFEDBD6E114}"/>
              </a:ext>
            </a:extLst>
          </p:cNvPr>
          <p:cNvGrpSpPr/>
          <p:nvPr/>
        </p:nvGrpSpPr>
        <p:grpSpPr>
          <a:xfrm>
            <a:off x="4575307" y="88565"/>
            <a:ext cx="7437385" cy="4442807"/>
            <a:chOff x="4575307" y="88565"/>
            <a:chExt cx="7437385" cy="444280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405EB1D-77FB-770C-7C61-41E059104C45}"/>
                    </a:ext>
                  </a:extLst>
                </p14:cNvPr>
                <p14:cNvContentPartPr/>
                <p14:nvPr/>
              </p14:nvContentPartPr>
              <p14:xfrm>
                <a:off x="10293907" y="2907052"/>
                <a:ext cx="627480" cy="577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405EB1D-77FB-770C-7C61-41E059104C4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87787" y="2900932"/>
                  <a:ext cx="6397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0AB0224-E206-01D1-7C16-48B8BC9D184A}"/>
                    </a:ext>
                  </a:extLst>
                </p14:cNvPr>
                <p14:cNvContentPartPr/>
                <p14:nvPr/>
              </p14:nvContentPartPr>
              <p14:xfrm>
                <a:off x="11018947" y="3087052"/>
                <a:ext cx="290880" cy="19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0AB0224-E206-01D1-7C16-48B8BC9D184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012827" y="3080932"/>
                  <a:ext cx="3031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D8C2531-9735-F529-576D-2BAF1C835CB8}"/>
                    </a:ext>
                  </a:extLst>
                </p14:cNvPr>
                <p14:cNvContentPartPr/>
                <p14:nvPr/>
              </p14:nvContentPartPr>
              <p14:xfrm>
                <a:off x="11112907" y="3197572"/>
                <a:ext cx="262800" cy="11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D8C2531-9735-F529-576D-2BAF1C835CB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106787" y="3191452"/>
                  <a:ext cx="275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476B6FB-9CFF-EA26-2D8B-1771F65A8DF0}"/>
                    </a:ext>
                  </a:extLst>
                </p14:cNvPr>
                <p14:cNvContentPartPr/>
                <p14:nvPr/>
              </p14:nvContentPartPr>
              <p14:xfrm>
                <a:off x="11561107" y="2893372"/>
                <a:ext cx="207720" cy="502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476B6FB-9CFF-EA26-2D8B-1771F65A8DF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554987" y="2887252"/>
                  <a:ext cx="21996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A117675-4E49-A202-09BC-D6B1DBAFD38D}"/>
                    </a:ext>
                  </a:extLst>
                </p14:cNvPr>
                <p14:cNvContentPartPr/>
                <p14:nvPr/>
              </p14:nvContentPartPr>
              <p14:xfrm>
                <a:off x="11571547" y="3510052"/>
                <a:ext cx="18360" cy="88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A117675-4E49-A202-09BC-D6B1DBAFD38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565427" y="3503932"/>
                  <a:ext cx="306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6DDD91B-1C70-F1AC-2C89-A6249EFBA195}"/>
                    </a:ext>
                  </a:extLst>
                </p14:cNvPr>
                <p14:cNvContentPartPr/>
                <p14:nvPr/>
              </p14:nvContentPartPr>
              <p14:xfrm>
                <a:off x="6460627" y="1349692"/>
                <a:ext cx="2666160" cy="2990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6DDD91B-1C70-F1AC-2C89-A6249EFBA19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454507" y="1343572"/>
                  <a:ext cx="2678400" cy="30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EFF2467-08D4-1EDA-687D-CA6414257810}"/>
                    </a:ext>
                  </a:extLst>
                </p14:cNvPr>
                <p14:cNvContentPartPr/>
                <p14:nvPr/>
              </p14:nvContentPartPr>
              <p14:xfrm>
                <a:off x="6724147" y="1558492"/>
                <a:ext cx="2716560" cy="2972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EFF2467-08D4-1EDA-687D-CA641425781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18027" y="1552372"/>
                  <a:ext cx="2728800" cy="29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1715E83-A6AB-BBFD-1665-01D94516C534}"/>
                    </a:ext>
                  </a:extLst>
                </p14:cNvPr>
                <p14:cNvContentPartPr/>
                <p14:nvPr/>
              </p14:nvContentPartPr>
              <p14:xfrm>
                <a:off x="5090107" y="2450932"/>
                <a:ext cx="848520" cy="56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1715E83-A6AB-BBFD-1665-01D94516C53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83987" y="2444812"/>
                  <a:ext cx="8607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2722E69-4B18-C686-48D8-A445B285E9E1}"/>
                    </a:ext>
                  </a:extLst>
                </p14:cNvPr>
                <p14:cNvContentPartPr/>
                <p14:nvPr/>
              </p14:nvContentPartPr>
              <p14:xfrm>
                <a:off x="5044387" y="2380012"/>
                <a:ext cx="1020240" cy="87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2722E69-4B18-C686-48D8-A445B285E9E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38267" y="2373892"/>
                  <a:ext cx="10324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E62263A-2EAE-484B-8F6D-2BF104B88AF5}"/>
                    </a:ext>
                  </a:extLst>
                </p14:cNvPr>
                <p14:cNvContentPartPr/>
                <p14:nvPr/>
              </p14:nvContentPartPr>
              <p14:xfrm>
                <a:off x="5179387" y="2581612"/>
                <a:ext cx="792720" cy="49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E62263A-2EAE-484B-8F6D-2BF104B88AF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173267" y="2575492"/>
                  <a:ext cx="804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C47CB1F-5B75-6C57-80AD-335F1861A61E}"/>
                    </a:ext>
                  </a:extLst>
                </p14:cNvPr>
                <p14:cNvContentPartPr/>
                <p14:nvPr/>
              </p14:nvContentPartPr>
              <p14:xfrm>
                <a:off x="5265067" y="2764132"/>
                <a:ext cx="867960" cy="47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C47CB1F-5B75-6C57-80AD-335F1861A61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58947" y="2758012"/>
                  <a:ext cx="8802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257B978-B0CC-FEB2-1206-580A6DFD041D}"/>
                    </a:ext>
                  </a:extLst>
                </p14:cNvPr>
                <p14:cNvContentPartPr/>
                <p14:nvPr/>
              </p14:nvContentPartPr>
              <p14:xfrm>
                <a:off x="5259667" y="2890492"/>
                <a:ext cx="908640" cy="122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257B978-B0CC-FEB2-1206-580A6DFD041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253547" y="2884372"/>
                  <a:ext cx="920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F203071-F063-94E6-1AA5-5406E5147C0B}"/>
                    </a:ext>
                  </a:extLst>
                </p14:cNvPr>
                <p14:cNvContentPartPr/>
                <p14:nvPr/>
              </p14:nvContentPartPr>
              <p14:xfrm>
                <a:off x="5311867" y="3032332"/>
                <a:ext cx="880200" cy="218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F203071-F063-94E6-1AA5-5406E5147C0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305747" y="3026212"/>
                  <a:ext cx="892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4E2DBF3-F212-A142-4626-90DCAA2D273E}"/>
                    </a:ext>
                  </a:extLst>
                </p14:cNvPr>
                <p14:cNvContentPartPr/>
                <p14:nvPr/>
              </p14:nvContentPartPr>
              <p14:xfrm>
                <a:off x="5865907" y="2164372"/>
                <a:ext cx="685800" cy="1168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4E2DBF3-F212-A142-4626-90DCAA2D273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59787" y="2158252"/>
                  <a:ext cx="698040" cy="11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E2EB91E-BB99-E911-A09B-2BEE35522F7A}"/>
                    </a:ext>
                  </a:extLst>
                </p14:cNvPr>
                <p14:cNvContentPartPr/>
                <p14:nvPr/>
              </p14:nvContentPartPr>
              <p14:xfrm>
                <a:off x="4666747" y="2675932"/>
                <a:ext cx="186840" cy="384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E2EB91E-BB99-E911-A09B-2BEE35522F7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60627" y="2669812"/>
                  <a:ext cx="19908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FE79274-5702-4083-8963-8E8724DB4B2B}"/>
                    </a:ext>
                  </a:extLst>
                </p14:cNvPr>
                <p14:cNvContentPartPr/>
                <p14:nvPr/>
              </p14:nvContentPartPr>
              <p14:xfrm>
                <a:off x="4619947" y="2746492"/>
                <a:ext cx="415800" cy="278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FE79274-5702-4083-8963-8E8724DB4B2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613827" y="2740372"/>
                  <a:ext cx="4280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E75B054-A30D-86E0-4A21-B962B1815BEA}"/>
                    </a:ext>
                  </a:extLst>
                </p14:cNvPr>
                <p14:cNvContentPartPr/>
                <p14:nvPr/>
              </p14:nvContentPartPr>
              <p14:xfrm>
                <a:off x="4575307" y="2467492"/>
                <a:ext cx="293760" cy="45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E75B054-A30D-86E0-4A21-B962B1815BE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69187" y="2461372"/>
                  <a:ext cx="3060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B0280F6-AE6D-7638-0401-4447695F329B}"/>
                    </a:ext>
                  </a:extLst>
                </p14:cNvPr>
                <p14:cNvContentPartPr/>
                <p14:nvPr/>
              </p14:nvContentPartPr>
              <p14:xfrm>
                <a:off x="9588452" y="88565"/>
                <a:ext cx="2424240" cy="19000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B0280F6-AE6D-7638-0401-4447695F329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582332" y="82445"/>
                  <a:ext cx="2436480" cy="19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6E6C44D-1B06-F840-8CD0-CA9C24A17C5B}"/>
              </a:ext>
            </a:extLst>
          </p:cNvPr>
          <p:cNvGrpSpPr/>
          <p:nvPr/>
        </p:nvGrpSpPr>
        <p:grpSpPr>
          <a:xfrm>
            <a:off x="580532" y="466252"/>
            <a:ext cx="2644415" cy="4159800"/>
            <a:chOff x="580532" y="466252"/>
            <a:chExt cx="2644415" cy="415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A325E01-FEF4-AD44-E42E-F435B53F5FE8}"/>
                    </a:ext>
                  </a:extLst>
                </p14:cNvPr>
                <p14:cNvContentPartPr/>
                <p14:nvPr/>
              </p14:nvContentPartPr>
              <p14:xfrm>
                <a:off x="1224427" y="657412"/>
                <a:ext cx="1626840" cy="90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A325E01-FEF4-AD44-E42E-F435B53F5FE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218307" y="651292"/>
                  <a:ext cx="1639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911E415-6647-68FC-97AF-4C9F2A833373}"/>
                    </a:ext>
                  </a:extLst>
                </p14:cNvPr>
                <p14:cNvContentPartPr/>
                <p14:nvPr/>
              </p14:nvContentPartPr>
              <p14:xfrm>
                <a:off x="939667" y="673252"/>
                <a:ext cx="230040" cy="3709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911E415-6647-68FC-97AF-4C9F2A83337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33547" y="667132"/>
                  <a:ext cx="242280" cy="37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1E1CA94-9828-6D98-86C9-9C5E59CFB617}"/>
                    </a:ext>
                  </a:extLst>
                </p14:cNvPr>
                <p14:cNvContentPartPr/>
                <p14:nvPr/>
              </p14:nvContentPartPr>
              <p14:xfrm>
                <a:off x="1081867" y="620332"/>
                <a:ext cx="2143080" cy="4005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1E1CA94-9828-6D98-86C9-9C5E59CFB61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75747" y="614212"/>
                  <a:ext cx="2155320" cy="40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53C20C8-6A7E-F507-D030-01732089DB0A}"/>
                    </a:ext>
                  </a:extLst>
                </p14:cNvPr>
                <p14:cNvContentPartPr/>
                <p14:nvPr/>
              </p14:nvContentPartPr>
              <p14:xfrm>
                <a:off x="1352947" y="946492"/>
                <a:ext cx="687960" cy="40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53C20C8-6A7E-F507-D030-01732089DB0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346827" y="940372"/>
                  <a:ext cx="7002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C95DA08-3091-511B-6769-CA3102982BB6}"/>
                    </a:ext>
                  </a:extLst>
                </p14:cNvPr>
                <p14:cNvContentPartPr/>
                <p14:nvPr/>
              </p14:nvContentPartPr>
              <p14:xfrm>
                <a:off x="1496947" y="1211092"/>
                <a:ext cx="549360" cy="38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C95DA08-3091-511B-6769-CA3102982BB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490827" y="1204972"/>
                  <a:ext cx="561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C55CF1B-F344-48A5-9C09-52DDF8ACAC09}"/>
                    </a:ext>
                  </a:extLst>
                </p14:cNvPr>
                <p14:cNvContentPartPr/>
                <p14:nvPr/>
              </p14:nvContentPartPr>
              <p14:xfrm>
                <a:off x="1395067" y="1535092"/>
                <a:ext cx="675000" cy="46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C55CF1B-F344-48A5-9C09-52DDF8ACAC0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388947" y="1528972"/>
                  <a:ext cx="6872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AD36859-3DCC-51A7-F492-229220AC045A}"/>
                    </a:ext>
                  </a:extLst>
                </p14:cNvPr>
                <p14:cNvContentPartPr/>
                <p14:nvPr/>
              </p14:nvContentPartPr>
              <p14:xfrm>
                <a:off x="1574707" y="1849012"/>
                <a:ext cx="470520" cy="53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AD36859-3DCC-51A7-F492-229220AC045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568587" y="1842892"/>
                  <a:ext cx="4827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AB00FFF-4DB8-05F5-4D81-2BE66FADDD09}"/>
                    </a:ext>
                  </a:extLst>
                </p14:cNvPr>
                <p14:cNvContentPartPr/>
                <p14:nvPr/>
              </p14:nvContentPartPr>
              <p14:xfrm>
                <a:off x="1665427" y="2161132"/>
                <a:ext cx="464760" cy="37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AB00FFF-4DB8-05F5-4D81-2BE66FADDD0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59307" y="2155012"/>
                  <a:ext cx="477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AA995D5-528F-084A-0522-17512506461D}"/>
                    </a:ext>
                  </a:extLst>
                </p14:cNvPr>
                <p14:cNvContentPartPr/>
                <p14:nvPr/>
              </p14:nvContentPartPr>
              <p14:xfrm>
                <a:off x="1628347" y="2538052"/>
                <a:ext cx="516240" cy="35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AA995D5-528F-084A-0522-17512506461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622227" y="2531932"/>
                  <a:ext cx="528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C9EF727-96B3-EA37-7047-13B0BE4A8B08}"/>
                    </a:ext>
                  </a:extLst>
                </p14:cNvPr>
                <p14:cNvContentPartPr/>
                <p14:nvPr/>
              </p14:nvContentPartPr>
              <p14:xfrm>
                <a:off x="1569667" y="2948452"/>
                <a:ext cx="627480" cy="403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C9EF727-96B3-EA37-7047-13B0BE4A8B0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563547" y="2942332"/>
                  <a:ext cx="63972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6BAB0D-A12F-0B02-A363-0FB8C1498217}"/>
                    </a:ext>
                  </a:extLst>
                </p14:cNvPr>
                <p14:cNvContentPartPr/>
                <p14:nvPr/>
              </p14:nvContentPartPr>
              <p14:xfrm>
                <a:off x="1646347" y="3762412"/>
                <a:ext cx="641880" cy="44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6BAB0D-A12F-0B02-A363-0FB8C149821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640227" y="3756292"/>
                  <a:ext cx="654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32415B4-DD56-FE28-8FA9-93CFFD731F50}"/>
                    </a:ext>
                  </a:extLst>
                </p14:cNvPr>
                <p14:cNvContentPartPr/>
                <p14:nvPr/>
              </p14:nvContentPartPr>
              <p14:xfrm>
                <a:off x="1559587" y="4213132"/>
                <a:ext cx="597600" cy="52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32415B4-DD56-FE28-8FA9-93CFFD731F5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553467" y="4207012"/>
                  <a:ext cx="6098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155EDC6-CF08-442B-A98A-5F3E10068857}"/>
                    </a:ext>
                  </a:extLst>
                </p14:cNvPr>
                <p14:cNvContentPartPr/>
                <p14:nvPr/>
              </p14:nvContentPartPr>
              <p14:xfrm>
                <a:off x="1549507" y="702772"/>
                <a:ext cx="178920" cy="185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155EDC6-CF08-442B-A98A-5F3E1006885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543387" y="696652"/>
                  <a:ext cx="191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2E36226-B928-02E1-834E-1D20BB8CB79C}"/>
                    </a:ext>
                  </a:extLst>
                </p14:cNvPr>
                <p14:cNvContentPartPr/>
                <p14:nvPr/>
              </p14:nvContentPartPr>
              <p14:xfrm>
                <a:off x="1545907" y="688012"/>
                <a:ext cx="238320" cy="143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2E36226-B928-02E1-834E-1D20BB8CB79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39787" y="681892"/>
                  <a:ext cx="250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3E11128-71F7-F658-2B20-7D0ACC544144}"/>
                    </a:ext>
                  </a:extLst>
                </p14:cNvPr>
                <p14:cNvContentPartPr/>
                <p14:nvPr/>
              </p14:nvContentPartPr>
              <p14:xfrm>
                <a:off x="1532587" y="466252"/>
                <a:ext cx="246960" cy="95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3E11128-71F7-F658-2B20-7D0ACC54414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26467" y="460132"/>
                  <a:ext cx="259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144CBAF-C85B-FD29-E05F-D0912D6084BD}"/>
                    </a:ext>
                  </a:extLst>
                </p14:cNvPr>
                <p14:cNvContentPartPr/>
                <p14:nvPr/>
              </p14:nvContentPartPr>
              <p14:xfrm>
                <a:off x="2513587" y="700252"/>
                <a:ext cx="590040" cy="263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144CBAF-C85B-FD29-E05F-D0912D6084B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07467" y="694132"/>
                  <a:ext cx="6022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1B160E8-0653-6CEC-D0F4-AF4C697DED03}"/>
                    </a:ext>
                  </a:extLst>
                </p14:cNvPr>
                <p14:cNvContentPartPr/>
                <p14:nvPr/>
              </p14:nvContentPartPr>
              <p14:xfrm>
                <a:off x="2446627" y="942172"/>
                <a:ext cx="498240" cy="60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1B160E8-0653-6CEC-D0F4-AF4C697DED0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40507" y="936052"/>
                  <a:ext cx="510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3FD11B6-8255-92CE-2B37-F90072DA3FCB}"/>
                    </a:ext>
                  </a:extLst>
                </p14:cNvPr>
                <p14:cNvContentPartPr/>
                <p14:nvPr/>
              </p14:nvContentPartPr>
              <p14:xfrm>
                <a:off x="2368507" y="1140892"/>
                <a:ext cx="558360" cy="55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3FD11B6-8255-92CE-2B37-F90072DA3FC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362387" y="1134772"/>
                  <a:ext cx="5706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CCA00EF-15A9-09A4-7A6C-8657BE5A41D5}"/>
                    </a:ext>
                  </a:extLst>
                </p14:cNvPr>
                <p14:cNvContentPartPr/>
                <p14:nvPr/>
              </p14:nvContentPartPr>
              <p14:xfrm>
                <a:off x="2498107" y="1274092"/>
                <a:ext cx="300600" cy="18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CCA00EF-15A9-09A4-7A6C-8657BE5A41D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491987" y="1267972"/>
                  <a:ext cx="312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E29F99C-2922-0F82-38D2-6B8D4E3288F3}"/>
                    </a:ext>
                  </a:extLst>
                </p14:cNvPr>
                <p14:cNvContentPartPr/>
                <p14:nvPr/>
              </p14:nvContentPartPr>
              <p14:xfrm>
                <a:off x="2268427" y="1545172"/>
                <a:ext cx="628920" cy="21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E29F99C-2922-0F82-38D2-6B8D4E3288F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262307" y="1539052"/>
                  <a:ext cx="641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C7E9C7F-083F-5057-367A-F2CE66AC04A7}"/>
                    </a:ext>
                  </a:extLst>
                </p14:cNvPr>
                <p14:cNvContentPartPr/>
                <p14:nvPr/>
              </p14:nvContentPartPr>
              <p14:xfrm>
                <a:off x="2405587" y="1842172"/>
                <a:ext cx="394560" cy="18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C7E9C7F-083F-5057-367A-F2CE66AC04A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399467" y="1836052"/>
                  <a:ext cx="406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73168E0-5123-B745-F3DF-0672B7C09451}"/>
                    </a:ext>
                  </a:extLst>
                </p14:cNvPr>
                <p14:cNvContentPartPr/>
                <p14:nvPr/>
              </p14:nvContentPartPr>
              <p14:xfrm>
                <a:off x="2673427" y="2083012"/>
                <a:ext cx="230040" cy="17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73168E0-5123-B745-F3DF-0672B7C0945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667307" y="2076892"/>
                  <a:ext cx="242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B0B5EA1-0B7B-27CE-3FCE-29E8F341820E}"/>
                    </a:ext>
                  </a:extLst>
                </p14:cNvPr>
                <p14:cNvContentPartPr/>
                <p14:nvPr/>
              </p14:nvContentPartPr>
              <p14:xfrm>
                <a:off x="2609707" y="2287852"/>
                <a:ext cx="389880" cy="49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B0B5EA1-0B7B-27CE-3FCE-29E8F341820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603587" y="2281732"/>
                  <a:ext cx="4021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4EEA7C5-0E06-952F-4CF0-DDBD3300F7E6}"/>
                    </a:ext>
                  </a:extLst>
                </p14:cNvPr>
                <p14:cNvContentPartPr/>
                <p14:nvPr/>
              </p14:nvContentPartPr>
              <p14:xfrm>
                <a:off x="2603227" y="2616532"/>
                <a:ext cx="292680" cy="29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4EEA7C5-0E06-952F-4CF0-DDBD3300F7E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97107" y="2610412"/>
                  <a:ext cx="304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D6A008B-397D-B05C-11C0-0DA0F60E5A99}"/>
                    </a:ext>
                  </a:extLst>
                </p14:cNvPr>
                <p14:cNvContentPartPr/>
                <p14:nvPr/>
              </p14:nvContentPartPr>
              <p14:xfrm>
                <a:off x="2533747" y="2966092"/>
                <a:ext cx="358920" cy="37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D6A008B-397D-B05C-11C0-0DA0F60E5A9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527627" y="2959972"/>
                  <a:ext cx="3711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E19EA9D-B01B-A73A-6052-6A63FB03D521}"/>
                    </a:ext>
                  </a:extLst>
                </p14:cNvPr>
                <p14:cNvContentPartPr/>
                <p14:nvPr/>
              </p14:nvContentPartPr>
              <p14:xfrm>
                <a:off x="2533027" y="3429772"/>
                <a:ext cx="450000" cy="361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E19EA9D-B01B-A73A-6052-6A63FB03D52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526907" y="3423652"/>
                  <a:ext cx="4622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6A2A8A7-73E4-D12D-11F5-2531143E077E}"/>
                    </a:ext>
                  </a:extLst>
                </p14:cNvPr>
                <p14:cNvContentPartPr/>
                <p14:nvPr/>
              </p14:nvContentPartPr>
              <p14:xfrm>
                <a:off x="2476867" y="4210612"/>
                <a:ext cx="472320" cy="78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6A2A8A7-73E4-D12D-11F5-2531143E077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470747" y="4204492"/>
                  <a:ext cx="4845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5CF57F6-76C1-2753-3782-429874C88E38}"/>
                    </a:ext>
                  </a:extLst>
                </p14:cNvPr>
                <p14:cNvContentPartPr/>
                <p14:nvPr/>
              </p14:nvContentPartPr>
              <p14:xfrm>
                <a:off x="820292" y="917285"/>
                <a:ext cx="63000" cy="170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5CF57F6-76C1-2753-3782-429874C88E3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14172" y="911165"/>
                  <a:ext cx="75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003C443-A0A7-AD94-1B7E-5E08CC2DA45F}"/>
                    </a:ext>
                  </a:extLst>
                </p14:cNvPr>
                <p14:cNvContentPartPr/>
                <p14:nvPr/>
              </p14:nvContentPartPr>
              <p14:xfrm>
                <a:off x="836492" y="1222205"/>
                <a:ext cx="281520" cy="188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003C443-A0A7-AD94-1B7E-5E08CC2DA45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30372" y="1216085"/>
                  <a:ext cx="2937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8F02451-E16D-7C5C-1891-DA261AFC9C0F}"/>
                    </a:ext>
                  </a:extLst>
                </p14:cNvPr>
                <p14:cNvContentPartPr/>
                <p14:nvPr/>
              </p14:nvContentPartPr>
              <p14:xfrm>
                <a:off x="653252" y="1562045"/>
                <a:ext cx="396720" cy="198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8F02451-E16D-7C5C-1891-DA261AFC9C0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47132" y="1555925"/>
                  <a:ext cx="4089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03130D6-4271-28D0-4E2E-33E8B0F98B6A}"/>
                    </a:ext>
                  </a:extLst>
                </p14:cNvPr>
                <p14:cNvContentPartPr/>
                <p14:nvPr/>
              </p14:nvContentPartPr>
              <p14:xfrm>
                <a:off x="902372" y="1886045"/>
                <a:ext cx="135000" cy="1886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03130D6-4271-28D0-4E2E-33E8B0F98B6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96252" y="1879925"/>
                  <a:ext cx="147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45ACBF6-6D8D-A405-0FFE-A12E7A86E666}"/>
                    </a:ext>
                  </a:extLst>
                </p14:cNvPr>
                <p14:cNvContentPartPr/>
                <p14:nvPr/>
              </p14:nvContentPartPr>
              <p14:xfrm>
                <a:off x="609332" y="2536925"/>
                <a:ext cx="171000" cy="224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45ACBF6-6D8D-A405-0FFE-A12E7A86E66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03212" y="2530805"/>
                  <a:ext cx="183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2F2FE95-0B2F-55B7-0D4C-DDBDFEF7127D}"/>
                    </a:ext>
                  </a:extLst>
                </p14:cNvPr>
                <p14:cNvContentPartPr/>
                <p14:nvPr/>
              </p14:nvContentPartPr>
              <p14:xfrm>
                <a:off x="580532" y="2600285"/>
                <a:ext cx="301680" cy="159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2F2FE95-0B2F-55B7-0D4C-DDBDFEF7127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74412" y="2594165"/>
                  <a:ext cx="313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A9CFC99-EE8D-3FDC-D535-C501C42ABAD4}"/>
                    </a:ext>
                  </a:extLst>
                </p14:cNvPr>
                <p14:cNvContentPartPr/>
                <p14:nvPr/>
              </p14:nvContentPartPr>
              <p14:xfrm>
                <a:off x="1000292" y="2672285"/>
                <a:ext cx="135360" cy="119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A9CFC99-EE8D-3FDC-D535-C501C42ABAD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94172" y="2666165"/>
                  <a:ext cx="1476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1C700D0-F8AD-3BD4-E0D9-2E97EDAC805A}"/>
                    </a:ext>
                  </a:extLst>
                </p14:cNvPr>
                <p14:cNvContentPartPr/>
                <p14:nvPr/>
              </p14:nvContentPartPr>
              <p14:xfrm>
                <a:off x="1038092" y="2420645"/>
                <a:ext cx="10080" cy="61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1C700D0-F8AD-3BD4-E0D9-2E97EDAC805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31972" y="2414525"/>
                  <a:ext cx="22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C1E57BF-1C9E-D7C5-0EEC-D3BBC6A4394E}"/>
                    </a:ext>
                  </a:extLst>
                </p14:cNvPr>
                <p14:cNvContentPartPr/>
                <p14:nvPr/>
              </p14:nvContentPartPr>
              <p14:xfrm>
                <a:off x="1384772" y="1464125"/>
                <a:ext cx="908280" cy="81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C1E57BF-1C9E-D7C5-0EEC-D3BBC6A4394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378652" y="1458005"/>
                  <a:ext cx="920520" cy="93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93663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346DF-A63B-7838-3003-0DFB2B5F2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D47230C-BF1D-0A84-0996-9E6FA5525591}"/>
                  </a:ext>
                </a:extLst>
              </p14:cNvPr>
              <p14:cNvContentPartPr/>
              <p14:nvPr/>
            </p14:nvContentPartPr>
            <p14:xfrm>
              <a:off x="4292492" y="300965"/>
              <a:ext cx="338400" cy="817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D47230C-BF1D-0A84-0996-9E6FA55255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86372" y="294845"/>
                <a:ext cx="350640" cy="82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476DC15-15C4-BFEA-FCE4-529D2E2C81AE}"/>
                  </a:ext>
                </a:extLst>
              </p14:cNvPr>
              <p14:cNvContentPartPr/>
              <p14:nvPr/>
            </p14:nvContentPartPr>
            <p14:xfrm>
              <a:off x="5322092" y="677165"/>
              <a:ext cx="222120" cy="286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476DC15-15C4-BFEA-FCE4-529D2E2C81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5972" y="671045"/>
                <a:ext cx="2343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F45CD48-C08A-FAD2-6F76-D777DD10E582}"/>
                  </a:ext>
                </a:extLst>
              </p14:cNvPr>
              <p14:cNvContentPartPr/>
              <p14:nvPr/>
            </p14:nvContentPartPr>
            <p14:xfrm>
              <a:off x="5273852" y="699125"/>
              <a:ext cx="440640" cy="372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F45CD48-C08A-FAD2-6F76-D777DD10E58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67732" y="693005"/>
                <a:ext cx="45288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D7D91A9-2A99-41AE-6EED-5371859C1F34}"/>
                  </a:ext>
                </a:extLst>
              </p14:cNvPr>
              <p14:cNvContentPartPr/>
              <p14:nvPr/>
            </p14:nvContentPartPr>
            <p14:xfrm>
              <a:off x="5733212" y="781565"/>
              <a:ext cx="484200" cy="84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D7D91A9-2A99-41AE-6EED-5371859C1F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27092" y="775445"/>
                <a:ext cx="49644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ED79B85-9642-0A87-5486-91F838E1BCAC}"/>
                  </a:ext>
                </a:extLst>
              </p14:cNvPr>
              <p14:cNvContentPartPr/>
              <p14:nvPr/>
            </p14:nvContentPartPr>
            <p14:xfrm>
              <a:off x="5896292" y="934565"/>
              <a:ext cx="317880" cy="34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ED79B85-9642-0A87-5486-91F838E1BC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90172" y="928445"/>
                <a:ext cx="3301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FA42065-691D-0F33-E2CA-104B4B033F05}"/>
                  </a:ext>
                </a:extLst>
              </p14:cNvPr>
              <p14:cNvContentPartPr/>
              <p14:nvPr/>
            </p14:nvContentPartPr>
            <p14:xfrm>
              <a:off x="6376892" y="636125"/>
              <a:ext cx="304200" cy="473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FA42065-691D-0F33-E2CA-104B4B033F0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70772" y="630005"/>
                <a:ext cx="31644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9F4B2F5-B5CE-3039-A35B-F7E1A567A6B3}"/>
                  </a:ext>
                </a:extLst>
              </p14:cNvPr>
              <p14:cNvContentPartPr/>
              <p14:nvPr/>
            </p14:nvContentPartPr>
            <p14:xfrm>
              <a:off x="5242892" y="481685"/>
              <a:ext cx="582480" cy="885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9F4B2F5-B5CE-3039-A35B-F7E1A567A6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36772" y="475565"/>
                <a:ext cx="594720" cy="8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E739769-5C6D-FF80-D734-7D96E1DCAC52}"/>
                  </a:ext>
                </a:extLst>
              </p14:cNvPr>
              <p14:cNvContentPartPr/>
              <p14:nvPr/>
            </p14:nvContentPartPr>
            <p14:xfrm>
              <a:off x="6789812" y="429125"/>
              <a:ext cx="273600" cy="1017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E739769-5C6D-FF80-D734-7D96E1DCAC5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83692" y="423005"/>
                <a:ext cx="285840" cy="10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E402BFD-EB05-BBDD-2920-86CD2CEB8BB8}"/>
                  </a:ext>
                </a:extLst>
              </p14:cNvPr>
              <p14:cNvContentPartPr/>
              <p14:nvPr/>
            </p14:nvContentPartPr>
            <p14:xfrm>
              <a:off x="4003772" y="2613965"/>
              <a:ext cx="542160" cy="241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E402BFD-EB05-BBDD-2920-86CD2CEB8BB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97652" y="2607845"/>
                <a:ext cx="5544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4C1DCAA-DD82-0A78-4E2E-DCF871D410C2}"/>
                  </a:ext>
                </a:extLst>
              </p14:cNvPr>
              <p14:cNvContentPartPr/>
              <p14:nvPr/>
            </p14:nvContentPartPr>
            <p14:xfrm>
              <a:off x="3733772" y="2669765"/>
              <a:ext cx="898920" cy="1792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4C1DCAA-DD82-0A78-4E2E-DCF871D410C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27652" y="2663645"/>
                <a:ext cx="91116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131DB22-5F13-4F49-730C-17F122E1F0B7}"/>
                  </a:ext>
                </a:extLst>
              </p14:cNvPr>
              <p14:cNvContentPartPr/>
              <p14:nvPr/>
            </p14:nvContentPartPr>
            <p14:xfrm>
              <a:off x="4947332" y="1950845"/>
              <a:ext cx="170280" cy="1363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131DB22-5F13-4F49-730C-17F122E1F0B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41212" y="1944725"/>
                <a:ext cx="182520" cy="13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718AA17-A9DE-76C7-A0B4-350D2802EFA3}"/>
                  </a:ext>
                </a:extLst>
              </p14:cNvPr>
              <p14:cNvContentPartPr/>
              <p14:nvPr/>
            </p14:nvContentPartPr>
            <p14:xfrm>
              <a:off x="5608652" y="2603525"/>
              <a:ext cx="450360" cy="87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718AA17-A9DE-76C7-A0B4-350D2802EFA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02532" y="2597405"/>
                <a:ext cx="4626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21F2DE9-3E08-7F39-C6AB-277887EE6101}"/>
                  </a:ext>
                </a:extLst>
              </p14:cNvPr>
              <p14:cNvContentPartPr/>
              <p14:nvPr/>
            </p14:nvContentPartPr>
            <p14:xfrm>
              <a:off x="6388052" y="2310485"/>
              <a:ext cx="425520" cy="945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21F2DE9-3E08-7F39-C6AB-277887EE610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81932" y="2304365"/>
                <a:ext cx="437760" cy="9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6BB6010-A752-3670-8A1B-9DF6DF43CE9C}"/>
                  </a:ext>
                </a:extLst>
              </p14:cNvPr>
              <p14:cNvContentPartPr/>
              <p14:nvPr/>
            </p14:nvContentPartPr>
            <p14:xfrm>
              <a:off x="7030292" y="2068925"/>
              <a:ext cx="474120" cy="1296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6BB6010-A752-3670-8A1B-9DF6DF43CE9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24172" y="2062805"/>
                <a:ext cx="486360" cy="13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60F29A1-7053-E45D-65D9-A86554CE5452}"/>
                  </a:ext>
                </a:extLst>
              </p14:cNvPr>
              <p14:cNvContentPartPr/>
              <p14:nvPr/>
            </p14:nvContentPartPr>
            <p14:xfrm>
              <a:off x="7484612" y="2511725"/>
              <a:ext cx="439560" cy="545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60F29A1-7053-E45D-65D9-A86554CE545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478492" y="2505605"/>
                <a:ext cx="451800" cy="55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336EB78-E0FE-F871-E3F5-C68A521180C9}"/>
                  </a:ext>
                </a:extLst>
              </p14:cNvPr>
              <p14:cNvContentPartPr/>
              <p14:nvPr/>
            </p14:nvContentPartPr>
            <p14:xfrm>
              <a:off x="7535372" y="2498045"/>
              <a:ext cx="669960" cy="6523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336EB78-E0FE-F871-E3F5-C68A521180C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529252" y="2491925"/>
                <a:ext cx="682200" cy="66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04F47A1-F926-09AC-F525-F2B7B7980778}"/>
                  </a:ext>
                </a:extLst>
              </p14:cNvPr>
              <p14:cNvContentPartPr/>
              <p14:nvPr/>
            </p14:nvContentPartPr>
            <p14:xfrm>
              <a:off x="8328812" y="2682005"/>
              <a:ext cx="211680" cy="954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04F47A1-F926-09AC-F525-F2B7B798077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322692" y="2675885"/>
                <a:ext cx="2239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FAAE7C0-B086-980F-A648-E2A796144E36}"/>
                  </a:ext>
                </a:extLst>
              </p14:cNvPr>
              <p14:cNvContentPartPr/>
              <p14:nvPr/>
            </p14:nvContentPartPr>
            <p14:xfrm>
              <a:off x="8381732" y="2826365"/>
              <a:ext cx="238320" cy="838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FAAE7C0-B086-980F-A648-E2A796144E3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75612" y="2820245"/>
                <a:ext cx="2505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E2C41A2-6C42-C407-9A4C-7BF766D0C4E2}"/>
                  </a:ext>
                </a:extLst>
              </p14:cNvPr>
              <p14:cNvContentPartPr/>
              <p14:nvPr/>
            </p14:nvContentPartPr>
            <p14:xfrm>
              <a:off x="8696372" y="2331725"/>
              <a:ext cx="589320" cy="7311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E2C41A2-6C42-C407-9A4C-7BF766D0C4E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690252" y="2325605"/>
                <a:ext cx="601560" cy="74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40F80CA-A3FF-1D89-A0AD-78BBA91DDC30}"/>
                  </a:ext>
                </a:extLst>
              </p14:cNvPr>
              <p14:cNvContentPartPr/>
              <p14:nvPr/>
            </p14:nvContentPartPr>
            <p14:xfrm>
              <a:off x="5608652" y="1449365"/>
              <a:ext cx="4680" cy="108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40F80CA-A3FF-1D89-A0AD-78BBA91DDC3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602532" y="1443245"/>
                <a:ext cx="1692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F70767D-6654-DF04-6240-DFF78885D35C}"/>
                  </a:ext>
                </a:extLst>
              </p14:cNvPr>
              <p14:cNvContentPartPr/>
              <p14:nvPr/>
            </p14:nvContentPartPr>
            <p14:xfrm>
              <a:off x="5319572" y="1323005"/>
              <a:ext cx="542160" cy="3718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F70767D-6654-DF04-6240-DFF78885D35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313452" y="1316885"/>
                <a:ext cx="55440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804CD65-6DD7-B8BA-CBC6-CADECED69DEC}"/>
                  </a:ext>
                </a:extLst>
              </p14:cNvPr>
              <p14:cNvContentPartPr/>
              <p14:nvPr/>
            </p14:nvContentPartPr>
            <p14:xfrm>
              <a:off x="5959652" y="1601285"/>
              <a:ext cx="48600" cy="64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804CD65-6DD7-B8BA-CBC6-CADECED69DE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953532" y="1595165"/>
                <a:ext cx="608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7A68DB6-8AF3-1F7B-F377-0D42CA152908}"/>
                  </a:ext>
                </a:extLst>
              </p14:cNvPr>
              <p14:cNvContentPartPr/>
              <p14:nvPr/>
            </p14:nvContentPartPr>
            <p14:xfrm>
              <a:off x="6121292" y="1368365"/>
              <a:ext cx="674640" cy="4705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7A68DB6-8AF3-1F7B-F377-0D42CA15290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115172" y="1362245"/>
                <a:ext cx="68688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EDCF519-4484-D737-D031-549DC9FD2068}"/>
                  </a:ext>
                </a:extLst>
              </p14:cNvPr>
              <p14:cNvContentPartPr/>
              <p14:nvPr/>
            </p14:nvContentPartPr>
            <p14:xfrm>
              <a:off x="6308132" y="3785765"/>
              <a:ext cx="376560" cy="666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EDCF519-4484-D737-D031-549DC9FD206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302012" y="3779645"/>
                <a:ext cx="388800" cy="67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232D343-59FD-6BEC-5950-51E35A8F4B71}"/>
                  </a:ext>
                </a:extLst>
              </p14:cNvPr>
              <p14:cNvContentPartPr/>
              <p14:nvPr/>
            </p14:nvContentPartPr>
            <p14:xfrm>
              <a:off x="6448532" y="4596125"/>
              <a:ext cx="27000" cy="1386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232D343-59FD-6BEC-5950-51E35A8F4B7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442412" y="4590005"/>
                <a:ext cx="39240" cy="15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8B557A01-61D0-48F3-32E4-CEA554C63DBA}"/>
              </a:ext>
            </a:extLst>
          </p:cNvPr>
          <p:cNvGrpSpPr/>
          <p:nvPr/>
        </p:nvGrpSpPr>
        <p:grpSpPr>
          <a:xfrm>
            <a:off x="562892" y="257765"/>
            <a:ext cx="2845800" cy="2971080"/>
            <a:chOff x="562892" y="257765"/>
            <a:chExt cx="2845800" cy="29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81E5309-1481-69BA-4A7D-D92A169F5635}"/>
                    </a:ext>
                  </a:extLst>
                </p14:cNvPr>
                <p14:cNvContentPartPr/>
                <p14:nvPr/>
              </p14:nvContentPartPr>
              <p14:xfrm>
                <a:off x="1371452" y="513365"/>
                <a:ext cx="95400" cy="461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81E5309-1481-69BA-4A7D-D92A169F563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65332" y="507245"/>
                  <a:ext cx="10764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6A1CA81-4EBF-89F7-028B-43F415D2781F}"/>
                    </a:ext>
                  </a:extLst>
                </p14:cNvPr>
                <p14:cNvContentPartPr/>
                <p14:nvPr/>
              </p14:nvContentPartPr>
              <p14:xfrm>
                <a:off x="1297292" y="468725"/>
                <a:ext cx="168840" cy="590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6A1CA81-4EBF-89F7-028B-43F415D2781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91172" y="462605"/>
                  <a:ext cx="181080" cy="6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1C20D09-066D-E101-646D-D66EEAC23EEA}"/>
                    </a:ext>
                  </a:extLst>
                </p14:cNvPr>
                <p14:cNvContentPartPr/>
                <p14:nvPr/>
              </p14:nvContentPartPr>
              <p14:xfrm>
                <a:off x="1203692" y="565925"/>
                <a:ext cx="443160" cy="445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1C20D09-066D-E101-646D-D66EEAC23EE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97572" y="559805"/>
                  <a:ext cx="45540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DABEBA5-52B4-5D56-6EDA-37C437D9A308}"/>
                    </a:ext>
                  </a:extLst>
                </p14:cNvPr>
                <p14:cNvContentPartPr/>
                <p14:nvPr/>
              </p14:nvContentPartPr>
              <p14:xfrm>
                <a:off x="1686092" y="718925"/>
                <a:ext cx="177840" cy="60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DABEBA5-52B4-5D56-6EDA-37C437D9A30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79972" y="712805"/>
                  <a:ext cx="1900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50FCBC0-5362-E8E2-47B7-642D0C5DD89C}"/>
                    </a:ext>
                  </a:extLst>
                </p14:cNvPr>
                <p14:cNvContentPartPr/>
                <p14:nvPr/>
              </p14:nvContentPartPr>
              <p14:xfrm>
                <a:off x="1678532" y="815765"/>
                <a:ext cx="315000" cy="37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50FCBC0-5362-E8E2-47B7-642D0C5DD89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672412" y="809645"/>
                  <a:ext cx="327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DBCAF34-63F8-D59C-AEE0-BFCB4D5A5733}"/>
                    </a:ext>
                  </a:extLst>
                </p14:cNvPr>
                <p14:cNvContentPartPr/>
                <p14:nvPr/>
              </p14:nvContentPartPr>
              <p14:xfrm>
                <a:off x="2160932" y="499325"/>
                <a:ext cx="75240" cy="559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DBCAF34-63F8-D59C-AEE0-BFCB4D5A573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54812" y="493205"/>
                  <a:ext cx="8748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BE91F45-2529-5FB1-5D7F-CE507C730C6C}"/>
                    </a:ext>
                  </a:extLst>
                </p14:cNvPr>
                <p14:cNvContentPartPr/>
                <p14:nvPr/>
              </p14:nvContentPartPr>
              <p14:xfrm>
                <a:off x="1085252" y="334805"/>
                <a:ext cx="525960" cy="1000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BE91F45-2529-5FB1-5D7F-CE507C730C6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9132" y="328685"/>
                  <a:ext cx="538200" cy="10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1AB46D6-F300-0406-C4E6-D3223A06DDB2}"/>
                    </a:ext>
                  </a:extLst>
                </p14:cNvPr>
                <p14:cNvContentPartPr/>
                <p14:nvPr/>
              </p14:nvContentPartPr>
              <p14:xfrm>
                <a:off x="2284772" y="257765"/>
                <a:ext cx="335160" cy="1184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1AB46D6-F300-0406-C4E6-D3223A06DDB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78652" y="251645"/>
                  <a:ext cx="347400" cy="11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24BC0D2-03AF-174A-A856-75D2A4C863C4}"/>
                    </a:ext>
                  </a:extLst>
                </p14:cNvPr>
                <p14:cNvContentPartPr/>
                <p14:nvPr/>
              </p14:nvContentPartPr>
              <p14:xfrm>
                <a:off x="562892" y="330125"/>
                <a:ext cx="259560" cy="921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24BC0D2-03AF-174A-A856-75D2A4C863C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6772" y="324005"/>
                  <a:ext cx="271800" cy="9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BD4E3EE-2E5D-F5E0-4E7D-1BF49597AFD8}"/>
                    </a:ext>
                  </a:extLst>
                </p14:cNvPr>
                <p14:cNvContentPartPr/>
                <p14:nvPr/>
              </p14:nvContentPartPr>
              <p14:xfrm>
                <a:off x="682772" y="2788205"/>
                <a:ext cx="10080" cy="7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BD4E3EE-2E5D-F5E0-4E7D-1BF49597AFD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6652" y="2782085"/>
                  <a:ext cx="223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37DCDC7-3689-F548-2E5A-6AB8DDAC2C13}"/>
                    </a:ext>
                  </a:extLst>
                </p14:cNvPr>
                <p14:cNvContentPartPr/>
                <p14:nvPr/>
              </p14:nvContentPartPr>
              <p14:xfrm>
                <a:off x="574772" y="2190965"/>
                <a:ext cx="313200" cy="753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37DCDC7-3689-F548-2E5A-6AB8DDAC2C1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68652" y="2184845"/>
                  <a:ext cx="32544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2281114-A769-E8F3-FC07-36D3BE9A7BEC}"/>
                    </a:ext>
                  </a:extLst>
                </p14:cNvPr>
                <p14:cNvContentPartPr/>
                <p14:nvPr/>
              </p14:nvContentPartPr>
              <p14:xfrm>
                <a:off x="1123052" y="2248565"/>
                <a:ext cx="586080" cy="795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2281114-A769-E8F3-FC07-36D3BE9A7B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16932" y="2242445"/>
                  <a:ext cx="598320" cy="80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9E8D8D4-B0E9-BD6D-1906-76128C59722E}"/>
                    </a:ext>
                  </a:extLst>
                </p14:cNvPr>
                <p14:cNvContentPartPr/>
                <p14:nvPr/>
              </p14:nvContentPartPr>
              <p14:xfrm>
                <a:off x="1506452" y="2481125"/>
                <a:ext cx="279360" cy="327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9E8D8D4-B0E9-BD6D-1906-76128C59722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500332" y="2475005"/>
                  <a:ext cx="2916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F781F3C-9B24-907E-C23F-942A03FF40FB}"/>
                    </a:ext>
                  </a:extLst>
                </p14:cNvPr>
                <p14:cNvContentPartPr/>
                <p14:nvPr/>
              </p14:nvContentPartPr>
              <p14:xfrm>
                <a:off x="1533092" y="2505965"/>
                <a:ext cx="479880" cy="288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F781F3C-9B24-907E-C23F-942A03FF40F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26972" y="2499845"/>
                  <a:ext cx="4921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94539EA-CE58-E027-AC70-D60B7E84CEE8}"/>
                    </a:ext>
                  </a:extLst>
                </p14:cNvPr>
                <p14:cNvContentPartPr/>
                <p14:nvPr/>
              </p14:nvContentPartPr>
              <p14:xfrm>
                <a:off x="2166692" y="2583005"/>
                <a:ext cx="260640" cy="41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94539EA-CE58-E027-AC70-D60B7E84CEE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60572" y="2576885"/>
                  <a:ext cx="272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A07FF41-4405-E0B9-B6A4-ABE6C3C7F4C3}"/>
                    </a:ext>
                  </a:extLst>
                </p14:cNvPr>
                <p14:cNvContentPartPr/>
                <p14:nvPr/>
              </p14:nvContentPartPr>
              <p14:xfrm>
                <a:off x="2360372" y="2707205"/>
                <a:ext cx="174960" cy="87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A07FF41-4405-E0B9-B6A4-ABE6C3C7F4C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54252" y="2701085"/>
                  <a:ext cx="1872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F648D39-F4BC-2887-BBD0-D4C82554CE79}"/>
                    </a:ext>
                  </a:extLst>
                </p14:cNvPr>
                <p14:cNvContentPartPr/>
                <p14:nvPr/>
              </p14:nvContentPartPr>
              <p14:xfrm>
                <a:off x="2769332" y="2406605"/>
                <a:ext cx="65520" cy="495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F648D39-F4BC-2887-BBD0-D4C82554CE7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63212" y="2400485"/>
                  <a:ext cx="7776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AD47BE7-69EE-4D70-4548-EC3E8D3B7C50}"/>
                    </a:ext>
                  </a:extLst>
                </p14:cNvPr>
                <p14:cNvContentPartPr/>
                <p14:nvPr/>
              </p14:nvContentPartPr>
              <p14:xfrm>
                <a:off x="3001172" y="2094125"/>
                <a:ext cx="407520" cy="1134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AD47BE7-69EE-4D70-4548-EC3E8D3B7C5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95052" y="2088005"/>
                  <a:ext cx="419760" cy="11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89496DC-8E18-322B-A15F-E272D16FEA2F}"/>
                    </a:ext>
                  </a:extLst>
                </p14:cNvPr>
                <p14:cNvContentPartPr/>
                <p14:nvPr/>
              </p14:nvContentPartPr>
              <p14:xfrm>
                <a:off x="1476932" y="1666445"/>
                <a:ext cx="411120" cy="366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89496DC-8E18-322B-A15F-E272D16FEA2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470812" y="1660325"/>
                  <a:ext cx="4233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016447B-52AC-0851-0C3D-FB3209EAFE5D}"/>
                    </a:ext>
                  </a:extLst>
                </p14:cNvPr>
                <p14:cNvContentPartPr/>
                <p14:nvPr/>
              </p14:nvContentPartPr>
              <p14:xfrm>
                <a:off x="2012612" y="1923125"/>
                <a:ext cx="24840" cy="82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016447B-52AC-0851-0C3D-FB3209EAFE5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006492" y="1917005"/>
                  <a:ext cx="370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972B5E5-E26F-A22C-4B39-01AAD125B26C}"/>
                    </a:ext>
                  </a:extLst>
                </p14:cNvPr>
                <p14:cNvContentPartPr/>
                <p14:nvPr/>
              </p14:nvContentPartPr>
              <p14:xfrm>
                <a:off x="2071652" y="1562405"/>
                <a:ext cx="626040" cy="499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972B5E5-E26F-A22C-4B39-01AAD125B26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65532" y="1556285"/>
                  <a:ext cx="63828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B161B10-3B0D-465C-0EE8-1EB8A41681C8}"/>
                    </a:ext>
                  </a:extLst>
                </p14:cNvPr>
                <p14:cNvContentPartPr/>
                <p14:nvPr/>
              </p14:nvContentPartPr>
              <p14:xfrm>
                <a:off x="772052" y="1248125"/>
                <a:ext cx="52560" cy="270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B161B10-3B0D-465C-0EE8-1EB8A41681C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5932" y="1242005"/>
                  <a:ext cx="64800" cy="28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2D75FCD-605B-9576-DDD7-A9E20535CEB0}"/>
                  </a:ext>
                </a:extLst>
              </p14:cNvPr>
              <p14:cNvContentPartPr/>
              <p14:nvPr/>
            </p14:nvContentPartPr>
            <p14:xfrm>
              <a:off x="4643852" y="1075685"/>
              <a:ext cx="199440" cy="2318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2D75FCD-605B-9576-DDD7-A9E20535CEB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637732" y="1069565"/>
                <a:ext cx="21168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CA57C5C5-1DB9-29B6-583C-5DE7A92CA002}"/>
              </a:ext>
            </a:extLst>
          </p:cNvPr>
          <p:cNvGrpSpPr/>
          <p:nvPr/>
        </p:nvGrpSpPr>
        <p:grpSpPr>
          <a:xfrm>
            <a:off x="512492" y="3788645"/>
            <a:ext cx="5492520" cy="3008520"/>
            <a:chOff x="512492" y="3788645"/>
            <a:chExt cx="5492520" cy="30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2928845-2A30-7B7D-2091-2438EF0BB463}"/>
                    </a:ext>
                  </a:extLst>
                </p14:cNvPr>
                <p14:cNvContentPartPr/>
                <p14:nvPr/>
              </p14:nvContentPartPr>
              <p14:xfrm>
                <a:off x="4091972" y="3788645"/>
                <a:ext cx="577800" cy="724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2928845-2A30-7B7D-2091-2438EF0BB46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085852" y="3782525"/>
                  <a:ext cx="590040" cy="7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1FB149A-834A-8B8D-C75F-F735C38DA76B}"/>
                    </a:ext>
                  </a:extLst>
                </p14:cNvPr>
                <p14:cNvContentPartPr/>
                <p14:nvPr/>
              </p14:nvContentPartPr>
              <p14:xfrm>
                <a:off x="5278892" y="4071245"/>
                <a:ext cx="640080" cy="42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1FB149A-834A-8B8D-C75F-F735C38DA76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72772" y="4065125"/>
                  <a:ext cx="6523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E4D0C19-2DC4-7FEC-9D41-375C3FEDBA03}"/>
                    </a:ext>
                  </a:extLst>
                </p14:cNvPr>
                <p14:cNvContentPartPr/>
                <p14:nvPr/>
              </p14:nvContentPartPr>
              <p14:xfrm>
                <a:off x="5591372" y="4277885"/>
                <a:ext cx="413640" cy="41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E4D0C19-2DC4-7FEC-9D41-375C3FEDBA0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85252" y="4271765"/>
                  <a:ext cx="4258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9E10CB7-67AA-762A-D590-DF2642B6CD3B}"/>
                    </a:ext>
                  </a:extLst>
                </p14:cNvPr>
                <p14:cNvContentPartPr/>
                <p14:nvPr/>
              </p14:nvContentPartPr>
              <p14:xfrm>
                <a:off x="4403372" y="3805205"/>
                <a:ext cx="170640" cy="809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9E10CB7-67AA-762A-D590-DF2642B6CD3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97252" y="3799085"/>
                  <a:ext cx="182880" cy="82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631002F-62FE-5A0C-1097-0923635DC881}"/>
                    </a:ext>
                  </a:extLst>
                </p14:cNvPr>
                <p14:cNvContentPartPr/>
                <p14:nvPr/>
              </p14:nvContentPartPr>
              <p14:xfrm>
                <a:off x="4240652" y="4549685"/>
                <a:ext cx="232560" cy="494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631002F-62FE-5A0C-1097-0923635DC88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34532" y="4543565"/>
                  <a:ext cx="24480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8AEFDFB-94DD-8E6E-6A8A-621142975A06}"/>
                    </a:ext>
                  </a:extLst>
                </p14:cNvPr>
                <p14:cNvContentPartPr/>
                <p14:nvPr/>
              </p14:nvContentPartPr>
              <p14:xfrm>
                <a:off x="4539812" y="4870805"/>
                <a:ext cx="264240" cy="196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8AEFDFB-94DD-8E6E-6A8A-621142975A0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33692" y="4864685"/>
                  <a:ext cx="276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AAA3702-8565-D906-B1A1-96E30AC30F74}"/>
                    </a:ext>
                  </a:extLst>
                </p14:cNvPr>
                <p14:cNvContentPartPr/>
                <p14:nvPr/>
              </p14:nvContentPartPr>
              <p14:xfrm>
                <a:off x="5301572" y="4811765"/>
                <a:ext cx="499680" cy="9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AAA3702-8565-D906-B1A1-96E30AC30F7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95452" y="4805645"/>
                  <a:ext cx="5119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26DD1BC-DB8F-2EB9-E365-FBF73BC59B80}"/>
                    </a:ext>
                  </a:extLst>
                </p14:cNvPr>
                <p14:cNvContentPartPr/>
                <p14:nvPr/>
              </p14:nvContentPartPr>
              <p14:xfrm>
                <a:off x="5457812" y="4924085"/>
                <a:ext cx="209520" cy="19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26DD1BC-DB8F-2EB9-E365-FBF73BC59B8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51692" y="4917965"/>
                  <a:ext cx="2217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9B8DCD4-FB63-0960-1373-6963500600F9}"/>
                    </a:ext>
                  </a:extLst>
                </p14:cNvPr>
                <p14:cNvContentPartPr/>
                <p14:nvPr/>
              </p14:nvContentPartPr>
              <p14:xfrm>
                <a:off x="3187652" y="5833085"/>
                <a:ext cx="96480" cy="496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9B8DCD4-FB63-0960-1373-6963500600F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181532" y="5826965"/>
                  <a:ext cx="10872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A6B894E-B203-099F-C905-9AD50B15EA34}"/>
                    </a:ext>
                  </a:extLst>
                </p14:cNvPr>
                <p14:cNvContentPartPr/>
                <p14:nvPr/>
              </p14:nvContentPartPr>
              <p14:xfrm>
                <a:off x="3531092" y="6084365"/>
                <a:ext cx="137160" cy="26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A6B894E-B203-099F-C905-9AD50B15EA3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24972" y="6078245"/>
                  <a:ext cx="149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A8B80C1-AE15-4FDD-DAAC-86CBBC5141B6}"/>
                    </a:ext>
                  </a:extLst>
                </p14:cNvPr>
                <p14:cNvContentPartPr/>
                <p14:nvPr/>
              </p14:nvContentPartPr>
              <p14:xfrm>
                <a:off x="3888572" y="5859005"/>
                <a:ext cx="179280" cy="479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A8B80C1-AE15-4FDD-DAAC-86CBBC5141B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82452" y="5852885"/>
                  <a:ext cx="19152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7845F50-E5B1-32A3-7F19-E16079AEFD6C}"/>
                    </a:ext>
                  </a:extLst>
                </p14:cNvPr>
                <p14:cNvContentPartPr/>
                <p14:nvPr/>
              </p14:nvContentPartPr>
              <p14:xfrm>
                <a:off x="4320572" y="6138365"/>
                <a:ext cx="23760" cy="214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7845F50-E5B1-32A3-7F19-E16079AEFD6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14452" y="6132245"/>
                  <a:ext cx="360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0B6A9A0-F115-B562-C9DB-BC1D8F6FC5DB}"/>
                    </a:ext>
                  </a:extLst>
                </p14:cNvPr>
                <p14:cNvContentPartPr/>
                <p14:nvPr/>
              </p14:nvContentPartPr>
              <p14:xfrm>
                <a:off x="3069212" y="5646965"/>
                <a:ext cx="537840" cy="821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0B6A9A0-F115-B562-C9DB-BC1D8F6FC5D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63092" y="5640845"/>
                  <a:ext cx="550080" cy="83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996BCE3-CB91-369D-A15B-6F2790262A13}"/>
                    </a:ext>
                  </a:extLst>
                </p14:cNvPr>
                <p14:cNvContentPartPr/>
                <p14:nvPr/>
              </p14:nvContentPartPr>
              <p14:xfrm>
                <a:off x="4288172" y="5644805"/>
                <a:ext cx="326160" cy="826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996BCE3-CB91-369D-A15B-6F2790262A1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82052" y="5638685"/>
                  <a:ext cx="338400" cy="8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156814F-BE9D-16DC-DA6E-89558E3575DB}"/>
                    </a:ext>
                  </a:extLst>
                </p14:cNvPr>
                <p14:cNvContentPartPr/>
                <p14:nvPr/>
              </p14:nvContentPartPr>
              <p14:xfrm>
                <a:off x="3257492" y="6436445"/>
                <a:ext cx="1486440" cy="149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156814F-BE9D-16DC-DA6E-89558E3575D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251372" y="6430325"/>
                  <a:ext cx="14986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B0819B7-ACAD-2424-B960-61616CF04724}"/>
                    </a:ext>
                  </a:extLst>
                </p14:cNvPr>
                <p14:cNvContentPartPr/>
                <p14:nvPr/>
              </p14:nvContentPartPr>
              <p14:xfrm>
                <a:off x="2179292" y="4804565"/>
                <a:ext cx="19080" cy="33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B0819B7-ACAD-2424-B960-61616CF0472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73172" y="4798445"/>
                  <a:ext cx="31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08C2BA6-5920-AE84-91A6-E691B9A11477}"/>
                    </a:ext>
                  </a:extLst>
                </p14:cNvPr>
                <p14:cNvContentPartPr/>
                <p14:nvPr/>
              </p14:nvContentPartPr>
              <p14:xfrm>
                <a:off x="4129772" y="6585485"/>
                <a:ext cx="23400" cy="68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08C2BA6-5920-AE84-91A6-E691B9A1147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3652" y="6579365"/>
                  <a:ext cx="356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3E5738D-6850-C0B9-1508-9D4509652AD1}"/>
                    </a:ext>
                  </a:extLst>
                </p14:cNvPr>
                <p14:cNvContentPartPr/>
                <p14:nvPr/>
              </p14:nvContentPartPr>
              <p14:xfrm>
                <a:off x="3571052" y="3809525"/>
                <a:ext cx="243720" cy="697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3E5738D-6850-C0B9-1508-9D4509652AD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564932" y="3803405"/>
                  <a:ext cx="255960" cy="7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027D5A3-F405-91B4-C100-5C3EDFD33B77}"/>
                    </a:ext>
                  </a:extLst>
                </p14:cNvPr>
                <p14:cNvContentPartPr/>
                <p14:nvPr/>
              </p14:nvContentPartPr>
              <p14:xfrm>
                <a:off x="1344812" y="3809525"/>
                <a:ext cx="76680" cy="521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027D5A3-F405-91B4-C100-5C3EDFD33B7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338692" y="3803405"/>
                  <a:ext cx="8892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69D80E7-D53A-6E64-4451-31CAE52B5323}"/>
                    </a:ext>
                  </a:extLst>
                </p14:cNvPr>
                <p14:cNvContentPartPr/>
                <p14:nvPr/>
              </p14:nvContentPartPr>
              <p14:xfrm>
                <a:off x="2024492" y="3798725"/>
                <a:ext cx="66240" cy="464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69D80E7-D53A-6E64-4451-31CAE52B532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018372" y="3792605"/>
                  <a:ext cx="7848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1074DD0-BF23-B570-DB86-7885357D01A2}"/>
                    </a:ext>
                  </a:extLst>
                </p14:cNvPr>
                <p14:cNvContentPartPr/>
                <p14:nvPr/>
              </p14:nvContentPartPr>
              <p14:xfrm>
                <a:off x="2664932" y="3896645"/>
                <a:ext cx="438480" cy="467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1074DD0-BF23-B570-DB86-7885357D01A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658812" y="3890525"/>
                  <a:ext cx="45072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A167E09-7293-E7AE-EB61-34EE4904586F}"/>
                    </a:ext>
                  </a:extLst>
                </p14:cNvPr>
                <p14:cNvContentPartPr/>
                <p14:nvPr/>
              </p14:nvContentPartPr>
              <p14:xfrm>
                <a:off x="1135292" y="4586765"/>
                <a:ext cx="238680" cy="479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A167E09-7293-E7AE-EB61-34EE4904586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9172" y="4580645"/>
                  <a:ext cx="25092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D2C48BF-4BB2-5AE4-9BC2-F64CCC8EBC39}"/>
                    </a:ext>
                  </a:extLst>
                </p14:cNvPr>
                <p14:cNvContentPartPr/>
                <p14:nvPr/>
              </p14:nvContentPartPr>
              <p14:xfrm>
                <a:off x="1542092" y="4938125"/>
                <a:ext cx="36720" cy="172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D2C48BF-4BB2-5AE4-9BC2-F64CCC8EBC3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535972" y="4932005"/>
                  <a:ext cx="48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A86645D-6924-1F02-506D-E00D994DC965}"/>
                    </a:ext>
                  </a:extLst>
                </p14:cNvPr>
                <p14:cNvContentPartPr/>
                <p14:nvPr/>
              </p14:nvContentPartPr>
              <p14:xfrm>
                <a:off x="1730372" y="4786565"/>
                <a:ext cx="19800" cy="30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A86645D-6924-1F02-506D-E00D994DC96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724252" y="4780445"/>
                  <a:ext cx="320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823A050-ED1A-8D70-9249-89828C66A2E7}"/>
                    </a:ext>
                  </a:extLst>
                </p14:cNvPr>
                <p14:cNvContentPartPr/>
                <p14:nvPr/>
              </p14:nvContentPartPr>
              <p14:xfrm>
                <a:off x="1838012" y="4494245"/>
                <a:ext cx="298800" cy="514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823A050-ED1A-8D70-9249-89828C66A2E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831892" y="4488125"/>
                  <a:ext cx="31104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574897A-B1F1-B54E-FCA2-3466FCE3473B}"/>
                    </a:ext>
                  </a:extLst>
                </p14:cNvPr>
                <p14:cNvContentPartPr/>
                <p14:nvPr/>
              </p14:nvContentPartPr>
              <p14:xfrm>
                <a:off x="2339852" y="4811405"/>
                <a:ext cx="54360" cy="224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574897A-B1F1-B54E-FCA2-3466FCE3473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333732" y="4805285"/>
                  <a:ext cx="666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597EC10-4403-192C-4291-404805106335}"/>
                    </a:ext>
                  </a:extLst>
                </p14:cNvPr>
                <p14:cNvContentPartPr/>
                <p14:nvPr/>
              </p14:nvContentPartPr>
              <p14:xfrm>
                <a:off x="2761052" y="4561925"/>
                <a:ext cx="209520" cy="485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597EC10-4403-192C-4291-4048051063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754932" y="4555805"/>
                  <a:ext cx="22176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4B6F670-94D2-C970-E995-4547C9B5093B}"/>
                    </a:ext>
                  </a:extLst>
                </p14:cNvPr>
                <p14:cNvContentPartPr/>
                <p14:nvPr/>
              </p14:nvContentPartPr>
              <p14:xfrm>
                <a:off x="3074252" y="4952885"/>
                <a:ext cx="145800" cy="99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4B6F670-94D2-C970-E995-4547C9B5093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068132" y="4946765"/>
                  <a:ext cx="158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8DDE3F6-D8B9-93A6-42C8-3C5F2F2B2070}"/>
                    </a:ext>
                  </a:extLst>
                </p14:cNvPr>
                <p14:cNvContentPartPr/>
                <p14:nvPr/>
              </p14:nvContentPartPr>
              <p14:xfrm>
                <a:off x="3488972" y="4639325"/>
                <a:ext cx="278640" cy="437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8DDE3F6-D8B9-93A6-42C8-3C5F2F2B207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482852" y="4633205"/>
                  <a:ext cx="29088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51033A-B7F5-40FD-614C-17DB6137E35C}"/>
                    </a:ext>
                  </a:extLst>
                </p14:cNvPr>
                <p14:cNvContentPartPr/>
                <p14:nvPr/>
              </p14:nvContentPartPr>
              <p14:xfrm>
                <a:off x="3888572" y="4923725"/>
                <a:ext cx="25200" cy="133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51033A-B7F5-40FD-614C-17DB6137E35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882452" y="4917605"/>
                  <a:ext cx="37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BAD3D59-9A5F-5038-EB5D-F075A2F9B793}"/>
                    </a:ext>
                  </a:extLst>
                </p14:cNvPr>
                <p14:cNvContentPartPr/>
                <p14:nvPr/>
              </p14:nvContentPartPr>
              <p14:xfrm>
                <a:off x="1020452" y="5079965"/>
                <a:ext cx="826920" cy="182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BAD3D59-9A5F-5038-EB5D-F075A2F9B79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14332" y="5073845"/>
                  <a:ext cx="8391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4A3C488-12E4-DC9F-03AF-60B093EEDB9D}"/>
                    </a:ext>
                  </a:extLst>
                </p14:cNvPr>
                <p14:cNvContentPartPr/>
                <p14:nvPr/>
              </p14:nvContentPartPr>
              <p14:xfrm>
                <a:off x="1426892" y="4073045"/>
                <a:ext cx="17640" cy="19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4A3C488-12E4-DC9F-03AF-60B093EEDB9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420772" y="4066925"/>
                  <a:ext cx="29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041E754-2ABA-D449-37B9-6B9FE4687871}"/>
                    </a:ext>
                  </a:extLst>
                </p14:cNvPr>
                <p14:cNvContentPartPr/>
                <p14:nvPr/>
              </p14:nvContentPartPr>
              <p14:xfrm>
                <a:off x="2648012" y="5125685"/>
                <a:ext cx="701640" cy="118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041E754-2ABA-D449-37B9-6B9FE468787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41892" y="5119565"/>
                  <a:ext cx="713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B99BB2B-53D5-98C4-150A-8938CFD21E33}"/>
                    </a:ext>
                  </a:extLst>
                </p14:cNvPr>
                <p14:cNvContentPartPr/>
                <p14:nvPr/>
              </p14:nvContentPartPr>
              <p14:xfrm>
                <a:off x="1552532" y="5932445"/>
                <a:ext cx="339120" cy="493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B99BB2B-53D5-98C4-150A-8938CFD21E3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546412" y="5926325"/>
                  <a:ext cx="35136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CC9E1E8-E289-F782-2799-67121F518CBC}"/>
                    </a:ext>
                  </a:extLst>
                </p14:cNvPr>
                <p14:cNvContentPartPr/>
                <p14:nvPr/>
              </p14:nvContentPartPr>
              <p14:xfrm>
                <a:off x="2010092" y="6320525"/>
                <a:ext cx="41040" cy="129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CC9E1E8-E289-F782-2799-67121F518CB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003972" y="6314405"/>
                  <a:ext cx="532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298AF9F-B20E-0788-4325-377C3C8B3C61}"/>
                    </a:ext>
                  </a:extLst>
                </p14:cNvPr>
                <p14:cNvContentPartPr/>
                <p14:nvPr/>
              </p14:nvContentPartPr>
              <p14:xfrm>
                <a:off x="2616332" y="6100925"/>
                <a:ext cx="39600" cy="61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298AF9F-B20E-0788-4325-377C3C8B3C6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610212" y="6094805"/>
                  <a:ext cx="518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55D1707-6DD7-69B2-A356-F030AF620459}"/>
                    </a:ext>
                  </a:extLst>
                </p14:cNvPr>
                <p14:cNvContentPartPr/>
                <p14:nvPr/>
              </p14:nvContentPartPr>
              <p14:xfrm>
                <a:off x="1327532" y="5667125"/>
                <a:ext cx="109440" cy="788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55D1707-6DD7-69B2-A356-F030AF62045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321412" y="5661005"/>
                  <a:ext cx="121680" cy="8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A7A50C5-EA60-0149-54EA-255593BA912F}"/>
                    </a:ext>
                  </a:extLst>
                </p14:cNvPr>
                <p14:cNvContentPartPr/>
                <p14:nvPr/>
              </p14:nvContentPartPr>
              <p14:xfrm>
                <a:off x="1109732" y="5687645"/>
                <a:ext cx="69840" cy="672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A7A50C5-EA60-0149-54EA-255593BA912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03612" y="5681525"/>
                  <a:ext cx="82080" cy="6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1C5147B-42A2-AE68-A4D4-088DEEA388F4}"/>
                    </a:ext>
                  </a:extLst>
                </p14:cNvPr>
                <p14:cNvContentPartPr/>
                <p14:nvPr/>
              </p14:nvContentPartPr>
              <p14:xfrm>
                <a:off x="512492" y="5444285"/>
                <a:ext cx="1070640" cy="235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1C5147B-42A2-AE68-A4D4-088DEEA388F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6372" y="5438165"/>
                  <a:ext cx="10828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48C7DB8-8B46-50E0-A84F-C8C0F6EC4C27}"/>
                    </a:ext>
                  </a:extLst>
                </p14:cNvPr>
                <p14:cNvContentPartPr/>
                <p14:nvPr/>
              </p14:nvContentPartPr>
              <p14:xfrm>
                <a:off x="2008292" y="5615645"/>
                <a:ext cx="174600" cy="286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48C7DB8-8B46-50E0-A84F-C8C0F6EC4C2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002172" y="5609525"/>
                  <a:ext cx="1868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C5DC9F6-2A21-5412-E181-AE525509BCE4}"/>
                    </a:ext>
                  </a:extLst>
                </p14:cNvPr>
                <p14:cNvContentPartPr/>
                <p14:nvPr/>
              </p14:nvContentPartPr>
              <p14:xfrm>
                <a:off x="2036372" y="5648765"/>
                <a:ext cx="311400" cy="226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C5DC9F6-2A21-5412-E181-AE525509BCE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30252" y="5642645"/>
                  <a:ext cx="3236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D0071CF-4645-BE2E-D159-6867014665EF}"/>
                    </a:ext>
                  </a:extLst>
                </p14:cNvPr>
                <p14:cNvContentPartPr/>
                <p14:nvPr/>
              </p14:nvContentPartPr>
              <p14:xfrm>
                <a:off x="2133212" y="5689805"/>
                <a:ext cx="13680" cy="37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D0071CF-4645-BE2E-D159-6867014665E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127092" y="5683685"/>
                  <a:ext cx="25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51A504C-1424-5463-C83C-0117ACE60326}"/>
                    </a:ext>
                  </a:extLst>
                </p14:cNvPr>
                <p14:cNvContentPartPr/>
                <p14:nvPr/>
              </p14:nvContentPartPr>
              <p14:xfrm>
                <a:off x="1583132" y="6419165"/>
                <a:ext cx="695880" cy="2458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51A504C-1424-5463-C83C-0117ACE6032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577012" y="6413045"/>
                  <a:ext cx="708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1405623-9470-E1A7-E835-09AC6AF1C21D}"/>
                    </a:ext>
                  </a:extLst>
                </p14:cNvPr>
                <p14:cNvContentPartPr/>
                <p14:nvPr/>
              </p14:nvContentPartPr>
              <p14:xfrm>
                <a:off x="2148332" y="5722205"/>
                <a:ext cx="360" cy="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1405623-9470-E1A7-E835-09AC6AF1C21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142212" y="571608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18E41F0-B3BB-E7D8-6162-084DB4E4A921}"/>
                    </a:ext>
                  </a:extLst>
                </p14:cNvPr>
                <p14:cNvContentPartPr/>
                <p14:nvPr/>
              </p14:nvContentPartPr>
              <p14:xfrm>
                <a:off x="1771412" y="6061685"/>
                <a:ext cx="1080" cy="57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18E41F0-B3BB-E7D8-6162-084DB4E4A92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765292" y="6055565"/>
                  <a:ext cx="13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879FF4E-4440-5FE0-D49B-9D99E4B3AB12}"/>
                    </a:ext>
                  </a:extLst>
                </p14:cNvPr>
                <p14:cNvContentPartPr/>
                <p14:nvPr/>
              </p14:nvContentPartPr>
              <p14:xfrm>
                <a:off x="2275052" y="5690525"/>
                <a:ext cx="5040" cy="43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879FF4E-4440-5FE0-D49B-9D99E4B3AB1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268932" y="5684405"/>
                  <a:ext cx="172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0591793-4C17-3A51-B4E4-175A273162DF}"/>
                    </a:ext>
                  </a:extLst>
                </p14:cNvPr>
                <p14:cNvContentPartPr/>
                <p14:nvPr/>
              </p14:nvContentPartPr>
              <p14:xfrm>
                <a:off x="1949972" y="6702485"/>
                <a:ext cx="39960" cy="94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0591793-4C17-3A51-B4E4-175A273162D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943852" y="6696365"/>
                  <a:ext cx="52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A178CA5-B975-55D9-5992-169BBD71141D}"/>
                    </a:ext>
                  </a:extLst>
                </p14:cNvPr>
                <p14:cNvContentPartPr/>
                <p14:nvPr/>
              </p14:nvContentPartPr>
              <p14:xfrm>
                <a:off x="4597412" y="5388125"/>
                <a:ext cx="65880" cy="294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A178CA5-B975-55D9-5992-169BBD71141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591292" y="5382005"/>
                  <a:ext cx="781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D41960D-1459-8EF7-C567-138F88828FB5}"/>
                    </a:ext>
                  </a:extLst>
                </p14:cNvPr>
                <p14:cNvContentPartPr/>
                <p14:nvPr/>
              </p14:nvContentPartPr>
              <p14:xfrm>
                <a:off x="4811252" y="5492165"/>
                <a:ext cx="178200" cy="25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D41960D-1459-8EF7-C567-138F88828FB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805132" y="5486045"/>
                  <a:ext cx="190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236D8AB-4DC3-02C2-2730-C518FA37D6A4}"/>
                    </a:ext>
                  </a:extLst>
                </p14:cNvPr>
                <p14:cNvContentPartPr/>
                <p14:nvPr/>
              </p14:nvContentPartPr>
              <p14:xfrm>
                <a:off x="5065412" y="5296325"/>
                <a:ext cx="129960" cy="340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236D8AB-4DC3-02C2-2730-C518FA37D6A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059292" y="5290205"/>
                  <a:ext cx="1422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B4B06A7-49DD-CB32-21C5-F051A2EBCC87}"/>
                    </a:ext>
                  </a:extLst>
                </p14:cNvPr>
                <p14:cNvContentPartPr/>
                <p14:nvPr/>
              </p14:nvContentPartPr>
              <p14:xfrm>
                <a:off x="5059292" y="5330165"/>
                <a:ext cx="303840" cy="3441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B4B06A7-49DD-CB32-21C5-F051A2EBCC8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053172" y="5324045"/>
                  <a:ext cx="3160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1645748-B461-9F1A-F8BE-080EC277EA52}"/>
                    </a:ext>
                  </a:extLst>
                </p14:cNvPr>
                <p14:cNvContentPartPr/>
                <p14:nvPr/>
              </p14:nvContentPartPr>
              <p14:xfrm>
                <a:off x="4687772" y="5431325"/>
                <a:ext cx="1080" cy="16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1645748-B461-9F1A-F8BE-080EC277EA5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681652" y="5425205"/>
                  <a:ext cx="13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55C8F9F-982F-EB28-7F14-1A4A228F8AA7}"/>
                    </a:ext>
                  </a:extLst>
                </p14:cNvPr>
                <p14:cNvContentPartPr/>
                <p14:nvPr/>
              </p14:nvContentPartPr>
              <p14:xfrm>
                <a:off x="4165412" y="5607365"/>
                <a:ext cx="91800" cy="28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55C8F9F-982F-EB28-7F14-1A4A228F8AA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159292" y="5601245"/>
                  <a:ext cx="1040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0360199-FED4-4570-D343-CE8E783D9B44}"/>
                    </a:ext>
                  </a:extLst>
                </p14:cNvPr>
                <p14:cNvContentPartPr/>
                <p14:nvPr/>
              </p14:nvContentPartPr>
              <p14:xfrm>
                <a:off x="3122852" y="5901485"/>
                <a:ext cx="102960" cy="124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0360199-FED4-4570-D343-CE8E783D9B4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116732" y="5895365"/>
                  <a:ext cx="1152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45E90F4-DB74-F45C-B36A-D0D06A63915C}"/>
                    </a:ext>
                  </a:extLst>
                </p14:cNvPr>
                <p14:cNvContentPartPr/>
                <p14:nvPr/>
              </p14:nvContentPartPr>
              <p14:xfrm>
                <a:off x="3848612" y="6330965"/>
                <a:ext cx="3600" cy="5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45E90F4-DB74-F45C-B36A-D0D06A63915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842492" y="6324845"/>
                  <a:ext cx="158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B128384-6DDF-E4F8-077E-44F093B27E0A}"/>
                    </a:ext>
                  </a:extLst>
                </p14:cNvPr>
                <p14:cNvContentPartPr/>
                <p14:nvPr/>
              </p14:nvContentPartPr>
              <p14:xfrm>
                <a:off x="3877772" y="6335285"/>
                <a:ext cx="12960" cy="338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B128384-6DDF-E4F8-077E-44F093B27E0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871652" y="6329165"/>
                  <a:ext cx="25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92A1165-3997-E6F4-EA6C-BD8C9EDF71FB}"/>
                    </a:ext>
                  </a:extLst>
                </p14:cNvPr>
                <p14:cNvContentPartPr/>
                <p14:nvPr/>
              </p14:nvContentPartPr>
              <p14:xfrm>
                <a:off x="3900452" y="6432125"/>
                <a:ext cx="41400" cy="40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92A1165-3997-E6F4-EA6C-BD8C9EDF71F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894332" y="6426005"/>
                  <a:ext cx="53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952047D-9A4F-19A4-B800-3F56B14F51BC}"/>
                    </a:ext>
                  </a:extLst>
                </p14:cNvPr>
                <p14:cNvContentPartPr/>
                <p14:nvPr/>
              </p14:nvContentPartPr>
              <p14:xfrm>
                <a:off x="3913412" y="6409085"/>
                <a:ext cx="14400" cy="7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952047D-9A4F-19A4-B800-3F56B14F51B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907292" y="6402965"/>
                  <a:ext cx="2664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70A95175-49EE-9380-E68D-CF1A541FDE6D}"/>
                  </a:ext>
                </a:extLst>
              </p14:cNvPr>
              <p14:cNvContentPartPr/>
              <p14:nvPr/>
            </p14:nvContentPartPr>
            <p14:xfrm>
              <a:off x="3911612" y="96485"/>
              <a:ext cx="927000" cy="11646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70A95175-49EE-9380-E68D-CF1A541FDE6D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3905492" y="90365"/>
                <a:ext cx="939240" cy="117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1912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E51CD-3ABC-D33C-3717-AF09813F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D2F4D87-38C3-07DA-5192-55F8A11A04E3}"/>
              </a:ext>
            </a:extLst>
          </p:cNvPr>
          <p:cNvGrpSpPr/>
          <p:nvPr/>
        </p:nvGrpSpPr>
        <p:grpSpPr>
          <a:xfrm>
            <a:off x="543452" y="46805"/>
            <a:ext cx="9881280" cy="6643440"/>
            <a:chOff x="543452" y="46805"/>
            <a:chExt cx="9881280" cy="66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CE1984E-0612-87CB-D1AD-D4912AC1A058}"/>
                    </a:ext>
                  </a:extLst>
                </p14:cNvPr>
                <p14:cNvContentPartPr/>
                <p14:nvPr/>
              </p14:nvContentPartPr>
              <p14:xfrm>
                <a:off x="3642692" y="109085"/>
                <a:ext cx="202320" cy="300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CE1984E-0612-87CB-D1AD-D4912AC1A05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36572" y="102965"/>
                  <a:ext cx="2145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8A4917B-9DA9-AD88-331D-30EBF72DEA01}"/>
                    </a:ext>
                  </a:extLst>
                </p14:cNvPr>
                <p14:cNvContentPartPr/>
                <p14:nvPr/>
              </p14:nvContentPartPr>
              <p14:xfrm>
                <a:off x="3373052" y="210605"/>
                <a:ext cx="215640" cy="311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8A4917B-9DA9-AD88-331D-30EBF72DEA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66932" y="204485"/>
                  <a:ext cx="22788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1FE5ABC-EC6E-6137-7277-776655095AD7}"/>
                    </a:ext>
                  </a:extLst>
                </p14:cNvPr>
                <p14:cNvContentPartPr/>
                <p14:nvPr/>
              </p14:nvContentPartPr>
              <p14:xfrm>
                <a:off x="3146252" y="46805"/>
                <a:ext cx="199440" cy="419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1FE5ABC-EC6E-6137-7277-776655095A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40132" y="40685"/>
                  <a:ext cx="21168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5A5238D-F698-1D1C-EDBA-D0E6D0CF1548}"/>
                    </a:ext>
                  </a:extLst>
                </p14:cNvPr>
                <p14:cNvContentPartPr/>
                <p14:nvPr/>
              </p14:nvContentPartPr>
              <p14:xfrm>
                <a:off x="2977412" y="163445"/>
                <a:ext cx="15480" cy="248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5A5238D-F698-1D1C-EDBA-D0E6D0CF154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71292" y="157325"/>
                  <a:ext cx="277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E8D3505-A794-6231-BAC6-BAABB5ECB3CC}"/>
                    </a:ext>
                  </a:extLst>
                </p14:cNvPr>
                <p14:cNvContentPartPr/>
                <p14:nvPr/>
              </p14:nvContentPartPr>
              <p14:xfrm>
                <a:off x="2228972" y="276845"/>
                <a:ext cx="673560" cy="108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E8D3505-A794-6231-BAC6-BAABB5ECB3C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22852" y="270725"/>
                  <a:ext cx="6858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06E57A0-528F-65D5-5723-72F798D66F75}"/>
                    </a:ext>
                  </a:extLst>
                </p14:cNvPr>
                <p14:cNvContentPartPr/>
                <p14:nvPr/>
              </p14:nvContentPartPr>
              <p14:xfrm>
                <a:off x="3119612" y="685445"/>
                <a:ext cx="133920" cy="87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06E57A0-528F-65D5-5723-72F798D66F7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13492" y="679325"/>
                  <a:ext cx="1461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92188BA-2B3C-4238-95DD-3DFBB11C22E1}"/>
                    </a:ext>
                  </a:extLst>
                </p14:cNvPr>
                <p14:cNvContentPartPr/>
                <p14:nvPr/>
              </p14:nvContentPartPr>
              <p14:xfrm>
                <a:off x="3006572" y="513005"/>
                <a:ext cx="24120" cy="227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92188BA-2B3C-4238-95DD-3DFBB11C22E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00452" y="506885"/>
                  <a:ext cx="363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AF51C6F-48AE-D719-91D3-CEA839229BA2}"/>
                    </a:ext>
                  </a:extLst>
                </p14:cNvPr>
                <p14:cNvContentPartPr/>
                <p14:nvPr/>
              </p14:nvContentPartPr>
              <p14:xfrm>
                <a:off x="2906492" y="473045"/>
                <a:ext cx="8280" cy="69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AF51C6F-48AE-D719-91D3-CEA839229BA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00372" y="466925"/>
                  <a:ext cx="20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41A8931-E009-51E4-4F7F-FAF7820AD0A3}"/>
                    </a:ext>
                  </a:extLst>
                </p14:cNvPr>
                <p14:cNvContentPartPr/>
                <p14:nvPr/>
              </p14:nvContentPartPr>
              <p14:xfrm>
                <a:off x="2571692" y="457565"/>
                <a:ext cx="288360" cy="232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41A8931-E009-51E4-4F7F-FAF7820AD0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65572" y="451445"/>
                  <a:ext cx="3006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C7B91B7-DA99-95C4-FC8C-7D7325885353}"/>
                    </a:ext>
                  </a:extLst>
                </p14:cNvPr>
                <p14:cNvContentPartPr/>
                <p14:nvPr/>
              </p14:nvContentPartPr>
              <p14:xfrm>
                <a:off x="2555132" y="482045"/>
                <a:ext cx="17640" cy="72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C7B91B7-DA99-95C4-FC8C-7D73258853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49012" y="475925"/>
                  <a:ext cx="298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FEFAC70-B539-687F-1723-92115CAEF998}"/>
                    </a:ext>
                  </a:extLst>
                </p14:cNvPr>
                <p14:cNvContentPartPr/>
                <p14:nvPr/>
              </p14:nvContentPartPr>
              <p14:xfrm>
                <a:off x="2418332" y="514805"/>
                <a:ext cx="54360" cy="64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FEFAC70-B539-687F-1723-92115CAEF99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12212" y="508685"/>
                  <a:ext cx="66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7ACBEBF-39AB-A47A-E31B-451C633637CB}"/>
                    </a:ext>
                  </a:extLst>
                </p14:cNvPr>
                <p14:cNvContentPartPr/>
                <p14:nvPr/>
              </p14:nvContentPartPr>
              <p14:xfrm>
                <a:off x="2154092" y="291605"/>
                <a:ext cx="168840" cy="372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7ACBEBF-39AB-A47A-E31B-451C633637C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7972" y="285485"/>
                  <a:ext cx="18108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93E982F-1214-B1FF-80AD-2F0E7553EBBE}"/>
                    </a:ext>
                  </a:extLst>
                </p14:cNvPr>
                <p14:cNvContentPartPr/>
                <p14:nvPr/>
              </p14:nvContentPartPr>
              <p14:xfrm>
                <a:off x="1578092" y="489245"/>
                <a:ext cx="167040" cy="197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93E982F-1214-B1FF-80AD-2F0E7553EB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71972" y="483125"/>
                  <a:ext cx="1792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27EB7DF-E0D1-A489-47A3-4F52F3A23092}"/>
                    </a:ext>
                  </a:extLst>
                </p14:cNvPr>
                <p14:cNvContentPartPr/>
                <p14:nvPr/>
              </p14:nvContentPartPr>
              <p14:xfrm>
                <a:off x="1301612" y="429125"/>
                <a:ext cx="225360" cy="248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27EB7DF-E0D1-A489-47A3-4F52F3A2309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95492" y="423005"/>
                  <a:ext cx="2376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706802F-D225-4552-F4E1-A9EE458E7942}"/>
                    </a:ext>
                  </a:extLst>
                </p14:cNvPr>
                <p14:cNvContentPartPr/>
                <p14:nvPr/>
              </p14:nvContentPartPr>
              <p14:xfrm>
                <a:off x="1167332" y="450725"/>
                <a:ext cx="168120" cy="162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706802F-D225-4552-F4E1-A9EE458E794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61212" y="444605"/>
                  <a:ext cx="180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E6F531F-F6CB-3BB7-815C-58B6099A28A4}"/>
                    </a:ext>
                  </a:extLst>
                </p14:cNvPr>
                <p14:cNvContentPartPr/>
                <p14:nvPr/>
              </p14:nvContentPartPr>
              <p14:xfrm>
                <a:off x="1057172" y="350285"/>
                <a:ext cx="92880" cy="288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E6F531F-F6CB-3BB7-815C-58B6099A28A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1052" y="344165"/>
                  <a:ext cx="1051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A42582A-81D7-1782-509C-3C9B65B4DCFE}"/>
                    </a:ext>
                  </a:extLst>
                </p14:cNvPr>
                <p14:cNvContentPartPr/>
                <p14:nvPr/>
              </p14:nvContentPartPr>
              <p14:xfrm>
                <a:off x="543452" y="372965"/>
                <a:ext cx="475200" cy="16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A42582A-81D7-1782-509C-3C9B65B4DCF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7332" y="366845"/>
                  <a:ext cx="4874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D97DA16-47A8-68E6-F484-7CF0D9C9BA2B}"/>
                    </a:ext>
                  </a:extLst>
                </p14:cNvPr>
                <p14:cNvContentPartPr/>
                <p14:nvPr/>
              </p14:nvContentPartPr>
              <p14:xfrm>
                <a:off x="660092" y="121685"/>
                <a:ext cx="30600" cy="78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D97DA16-47A8-68E6-F484-7CF0D9C9BA2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3972" y="115565"/>
                  <a:ext cx="42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66B2389-AD87-4E44-BBA9-22E9686F027C}"/>
                    </a:ext>
                  </a:extLst>
                </p14:cNvPr>
                <p14:cNvContentPartPr/>
                <p14:nvPr/>
              </p14:nvContentPartPr>
              <p14:xfrm>
                <a:off x="653252" y="261725"/>
                <a:ext cx="111600" cy="30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66B2389-AD87-4E44-BBA9-22E9686F027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7132" y="255605"/>
                  <a:ext cx="1238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897A39D-3662-365C-3B32-DCDBE48DF7B7}"/>
                    </a:ext>
                  </a:extLst>
                </p14:cNvPr>
                <p14:cNvContentPartPr/>
                <p14:nvPr/>
              </p14:nvContentPartPr>
              <p14:xfrm>
                <a:off x="1740092" y="153365"/>
                <a:ext cx="100440" cy="74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897A39D-3662-365C-3B32-DCDBE48DF7B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33972" y="147245"/>
                  <a:ext cx="112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590178C-DE17-87DE-6047-6E3698404888}"/>
                    </a:ext>
                  </a:extLst>
                </p14:cNvPr>
                <p14:cNvContentPartPr/>
                <p14:nvPr/>
              </p14:nvContentPartPr>
              <p14:xfrm>
                <a:off x="1761692" y="231485"/>
                <a:ext cx="114480" cy="106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590178C-DE17-87DE-6047-6E369840488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55572" y="225365"/>
                  <a:ext cx="1267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93154DE-C197-94BB-EC92-E5A80F261E96}"/>
                    </a:ext>
                  </a:extLst>
                </p14:cNvPr>
                <p14:cNvContentPartPr/>
                <p14:nvPr/>
              </p14:nvContentPartPr>
              <p14:xfrm>
                <a:off x="1565852" y="1160645"/>
                <a:ext cx="2134800" cy="81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93154DE-C197-94BB-EC92-E5A80F261E9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59732" y="1154525"/>
                  <a:ext cx="21470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0BBBD5E-70A6-0A25-2026-BB56EE76AC52}"/>
                    </a:ext>
                  </a:extLst>
                </p14:cNvPr>
                <p14:cNvContentPartPr/>
                <p14:nvPr/>
              </p14:nvContentPartPr>
              <p14:xfrm>
                <a:off x="1429052" y="1056965"/>
                <a:ext cx="244440" cy="4132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0BBBD5E-70A6-0A25-2026-BB56EE76AC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22932" y="1050845"/>
                  <a:ext cx="256680" cy="41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C10197B-A3EC-4C32-29DE-BB178EB70EDD}"/>
                    </a:ext>
                  </a:extLst>
                </p14:cNvPr>
                <p14:cNvContentPartPr/>
                <p14:nvPr/>
              </p14:nvContentPartPr>
              <p14:xfrm>
                <a:off x="1919012" y="1218605"/>
                <a:ext cx="2039760" cy="4333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C10197B-A3EC-4C32-29DE-BB178EB70ED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12892" y="1212485"/>
                  <a:ext cx="2052000" cy="434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4A33D9D-6BDC-6C79-53C2-952CFE8FEEEC}"/>
                    </a:ext>
                  </a:extLst>
                </p14:cNvPr>
                <p14:cNvContentPartPr/>
                <p14:nvPr/>
              </p14:nvContentPartPr>
              <p14:xfrm>
                <a:off x="3128252" y="1196285"/>
                <a:ext cx="10800" cy="15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4A33D9D-6BDC-6C79-53C2-952CFE8FEEE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22132" y="1190165"/>
                  <a:ext cx="230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57BC2CD-819C-3DB4-1D1E-59928885D200}"/>
                    </a:ext>
                  </a:extLst>
                </p14:cNvPr>
                <p14:cNvContentPartPr/>
                <p14:nvPr/>
              </p14:nvContentPartPr>
              <p14:xfrm>
                <a:off x="3141572" y="1217165"/>
                <a:ext cx="309600" cy="427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57BC2CD-819C-3DB4-1D1E-59928885D20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35452" y="1211045"/>
                  <a:ext cx="321840" cy="42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206F482-B9E7-24E2-29BF-2F3CBCE77D7F}"/>
                    </a:ext>
                  </a:extLst>
                </p14:cNvPr>
                <p14:cNvContentPartPr/>
                <p14:nvPr/>
              </p14:nvContentPartPr>
              <p14:xfrm>
                <a:off x="3405092" y="1576085"/>
                <a:ext cx="29160" cy="255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206F482-B9E7-24E2-29BF-2F3CBCE77D7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98972" y="1569965"/>
                  <a:ext cx="414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4F221B5-1AB1-EA72-FAAE-25A1773C0C6D}"/>
                    </a:ext>
                  </a:extLst>
                </p14:cNvPr>
                <p14:cNvContentPartPr/>
                <p14:nvPr/>
              </p14:nvContentPartPr>
              <p14:xfrm>
                <a:off x="3327332" y="2018885"/>
                <a:ext cx="360000" cy="361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4F221B5-1AB1-EA72-FAAE-25A1773C0C6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21212" y="2012765"/>
                  <a:ext cx="3722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442B189-8D89-21EE-19F1-BCBFDD6A40A6}"/>
                    </a:ext>
                  </a:extLst>
                </p14:cNvPr>
                <p14:cNvContentPartPr/>
                <p14:nvPr/>
              </p14:nvContentPartPr>
              <p14:xfrm>
                <a:off x="3403652" y="2530085"/>
                <a:ext cx="222840" cy="333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442B189-8D89-21EE-19F1-BCBFDD6A40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97532" y="2523965"/>
                  <a:ext cx="2350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FACBFF4-FE49-3638-EB67-102BB2369FC4}"/>
                    </a:ext>
                  </a:extLst>
                </p14:cNvPr>
                <p14:cNvContentPartPr/>
                <p14:nvPr/>
              </p14:nvContentPartPr>
              <p14:xfrm>
                <a:off x="3402572" y="2988725"/>
                <a:ext cx="179280" cy="157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FACBFF4-FE49-3638-EB67-102BB2369FC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96452" y="2982605"/>
                  <a:ext cx="191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73599F0-3E68-032F-9AA8-58F8112B6D17}"/>
                    </a:ext>
                  </a:extLst>
                </p14:cNvPr>
                <p14:cNvContentPartPr/>
                <p14:nvPr/>
              </p14:nvContentPartPr>
              <p14:xfrm>
                <a:off x="3567452" y="3294005"/>
                <a:ext cx="46440" cy="437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73599F0-3E68-032F-9AA8-58F8112B6D1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561332" y="3287885"/>
                  <a:ext cx="5868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93F258B-880F-A188-EA2A-5DBC6E7B9E13}"/>
                    </a:ext>
                  </a:extLst>
                </p14:cNvPr>
                <p14:cNvContentPartPr/>
                <p14:nvPr/>
              </p14:nvContentPartPr>
              <p14:xfrm>
                <a:off x="3594812" y="3884405"/>
                <a:ext cx="44280" cy="271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93F258B-880F-A188-EA2A-5DBC6E7B9E1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88692" y="3878285"/>
                  <a:ext cx="565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ADE8C3B-DF5D-8E54-342F-1EF3DA08DD6C}"/>
                    </a:ext>
                  </a:extLst>
                </p14:cNvPr>
                <p14:cNvContentPartPr/>
                <p14:nvPr/>
              </p14:nvContentPartPr>
              <p14:xfrm>
                <a:off x="3563132" y="4434125"/>
                <a:ext cx="177120" cy="293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ADE8C3B-DF5D-8E54-342F-1EF3DA08DD6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57012" y="4428005"/>
                  <a:ext cx="1893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E247D55-CA20-9AAA-6E9A-3AEACB2785DA}"/>
                    </a:ext>
                  </a:extLst>
                </p14:cNvPr>
                <p14:cNvContentPartPr/>
                <p14:nvPr/>
              </p14:nvContentPartPr>
              <p14:xfrm>
                <a:off x="3514892" y="4977725"/>
                <a:ext cx="295200" cy="304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E247D55-CA20-9AAA-6E9A-3AEACB2785D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08772" y="4971605"/>
                  <a:ext cx="3074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AA823E-385E-6F23-4B17-77C9B232099C}"/>
                    </a:ext>
                  </a:extLst>
                </p14:cNvPr>
                <p14:cNvContentPartPr/>
                <p14:nvPr/>
              </p14:nvContentPartPr>
              <p14:xfrm>
                <a:off x="1026212" y="1818005"/>
                <a:ext cx="2953440" cy="61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2AA823E-385E-6F23-4B17-77C9B232099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0092" y="1811885"/>
                  <a:ext cx="29656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99D5DB4-5D7D-A912-46CE-E67F5B4FBAF4}"/>
                    </a:ext>
                  </a:extLst>
                </p14:cNvPr>
                <p14:cNvContentPartPr/>
                <p14:nvPr/>
              </p14:nvContentPartPr>
              <p14:xfrm>
                <a:off x="1446332" y="1299245"/>
                <a:ext cx="2587320" cy="97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9D5DB4-5D7D-A912-46CE-E67F5B4FBAF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40212" y="1293125"/>
                  <a:ext cx="2599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8AE3A98-51FE-87D5-A104-28C74CA5F1D7}"/>
                    </a:ext>
                  </a:extLst>
                </p14:cNvPr>
                <p14:cNvContentPartPr/>
                <p14:nvPr/>
              </p14:nvContentPartPr>
              <p14:xfrm>
                <a:off x="1954292" y="933125"/>
                <a:ext cx="124200" cy="3767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8AE3A98-51FE-87D5-A104-28C74CA5F1D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48172" y="927005"/>
                  <a:ext cx="136440" cy="37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4DC2FD0-BA5E-49A9-976C-8B6DD0A430D8}"/>
                    </a:ext>
                  </a:extLst>
                </p14:cNvPr>
                <p14:cNvContentPartPr/>
                <p14:nvPr/>
              </p14:nvContentPartPr>
              <p14:xfrm>
                <a:off x="2100812" y="4961885"/>
                <a:ext cx="27360" cy="309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4DC2FD0-BA5E-49A9-976C-8B6DD0A430D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94692" y="4955765"/>
                  <a:ext cx="396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A32654A-05AE-17AA-ADFF-2C4D60EDE95A}"/>
                    </a:ext>
                  </a:extLst>
                </p14:cNvPr>
                <p14:cNvContentPartPr/>
                <p14:nvPr/>
              </p14:nvContentPartPr>
              <p14:xfrm>
                <a:off x="2399972" y="954005"/>
                <a:ext cx="466920" cy="4541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A32654A-05AE-17AA-ADFF-2C4D60EDE95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93852" y="947885"/>
                  <a:ext cx="479160" cy="45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E173112-8AA2-2A49-D197-1FECA90DA5F5}"/>
                    </a:ext>
                  </a:extLst>
                </p14:cNvPr>
                <p14:cNvContentPartPr/>
                <p14:nvPr/>
              </p14:nvContentPartPr>
              <p14:xfrm>
                <a:off x="2855732" y="919085"/>
                <a:ext cx="290160" cy="4639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E173112-8AA2-2A49-D197-1FECA90DA5F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49612" y="912965"/>
                  <a:ext cx="302400" cy="46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6637E34-F3DC-B0DB-BAE0-B1C4DC1247FD}"/>
                    </a:ext>
                  </a:extLst>
                </p14:cNvPr>
                <p14:cNvContentPartPr/>
                <p14:nvPr/>
              </p14:nvContentPartPr>
              <p14:xfrm>
                <a:off x="1682132" y="795605"/>
                <a:ext cx="271800" cy="209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6637E34-F3DC-B0DB-BAE0-B1C4DC1247F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76012" y="789485"/>
                  <a:ext cx="2840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7C8373A-3CEA-F231-F51C-2892753951F8}"/>
                    </a:ext>
                  </a:extLst>
                </p14:cNvPr>
                <p14:cNvContentPartPr/>
                <p14:nvPr/>
              </p14:nvContentPartPr>
              <p14:xfrm>
                <a:off x="1470812" y="827285"/>
                <a:ext cx="238320" cy="169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7C8373A-3CEA-F231-F51C-2892753951F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64692" y="821165"/>
                  <a:ext cx="2505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3F9F895-EA66-F153-4718-8394D806B7B2}"/>
                    </a:ext>
                  </a:extLst>
                </p14:cNvPr>
                <p14:cNvContentPartPr/>
                <p14:nvPr/>
              </p14:nvContentPartPr>
              <p14:xfrm>
                <a:off x="1481252" y="736925"/>
                <a:ext cx="24480" cy="64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3F9F895-EA66-F153-4718-8394D806B7B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475132" y="730805"/>
                  <a:ext cx="36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C1CF6EB-5509-F3D9-D497-E8F02628F32C}"/>
                    </a:ext>
                  </a:extLst>
                </p14:cNvPr>
                <p14:cNvContentPartPr/>
                <p14:nvPr/>
              </p14:nvContentPartPr>
              <p14:xfrm>
                <a:off x="1123052" y="746285"/>
                <a:ext cx="316800" cy="170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C1CF6EB-5509-F3D9-D497-E8F02628F32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16932" y="740165"/>
                  <a:ext cx="329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51D9A73-E5D5-7CE0-BA95-FC251330778F}"/>
                    </a:ext>
                  </a:extLst>
                </p14:cNvPr>
                <p14:cNvContentPartPr/>
                <p14:nvPr/>
              </p14:nvContentPartPr>
              <p14:xfrm>
                <a:off x="1143572" y="900005"/>
                <a:ext cx="24840" cy="111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51D9A73-E5D5-7CE0-BA95-FC251330778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37452" y="893885"/>
                  <a:ext cx="370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9D793AC-81D6-758B-614B-4F9939786A01}"/>
                    </a:ext>
                  </a:extLst>
                </p14:cNvPr>
                <p14:cNvContentPartPr/>
                <p14:nvPr/>
              </p14:nvContentPartPr>
              <p14:xfrm>
                <a:off x="1782572" y="1473485"/>
                <a:ext cx="72360" cy="317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9D793AC-81D6-758B-614B-4F9939786A0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76452" y="1467365"/>
                  <a:ext cx="846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A4AF72A-A637-7A0A-EF89-1980F94DFE60}"/>
                    </a:ext>
                  </a:extLst>
                </p14:cNvPr>
                <p14:cNvContentPartPr/>
                <p14:nvPr/>
              </p14:nvContentPartPr>
              <p14:xfrm>
                <a:off x="1674932" y="2085485"/>
                <a:ext cx="299880" cy="287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A4AF72A-A637-7A0A-EF89-1980F94DFE6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68812" y="2079365"/>
                  <a:ext cx="3121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7681802-9846-69F1-0220-80B9A315211C}"/>
                    </a:ext>
                  </a:extLst>
                </p14:cNvPr>
                <p14:cNvContentPartPr/>
                <p14:nvPr/>
              </p14:nvContentPartPr>
              <p14:xfrm>
                <a:off x="1785452" y="2601005"/>
                <a:ext cx="193680" cy="272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7681802-9846-69F1-0220-80B9A315211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79332" y="2594885"/>
                  <a:ext cx="2059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1B5F039-3478-1DAB-8E1D-916C4EE69423}"/>
                    </a:ext>
                  </a:extLst>
                </p14:cNvPr>
                <p14:cNvContentPartPr/>
                <p14:nvPr/>
              </p14:nvContentPartPr>
              <p14:xfrm>
                <a:off x="1847732" y="2934005"/>
                <a:ext cx="93960" cy="390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1B5F039-3478-1DAB-8E1D-916C4EE6942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41612" y="2927885"/>
                  <a:ext cx="10620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36E0BD4-AAE3-1711-E294-FC4B38F16839}"/>
                    </a:ext>
                  </a:extLst>
                </p14:cNvPr>
                <p14:cNvContentPartPr/>
                <p14:nvPr/>
              </p14:nvContentPartPr>
              <p14:xfrm>
                <a:off x="960332" y="622445"/>
                <a:ext cx="1113120" cy="497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36E0BD4-AAE3-1711-E294-FC4B38F1683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54212" y="616325"/>
                  <a:ext cx="112536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0423698-56B0-9B32-45FF-D7744395C44B}"/>
                    </a:ext>
                  </a:extLst>
                </p14:cNvPr>
                <p14:cNvContentPartPr/>
                <p14:nvPr/>
              </p14:nvContentPartPr>
              <p14:xfrm>
                <a:off x="2295932" y="727205"/>
                <a:ext cx="280080" cy="362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0423698-56B0-9B32-45FF-D7744395C44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89812" y="721085"/>
                  <a:ext cx="2923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1D86D19-D1F2-FC9B-D6E9-E0C40725B020}"/>
                    </a:ext>
                  </a:extLst>
                </p14:cNvPr>
                <p14:cNvContentPartPr/>
                <p14:nvPr/>
              </p14:nvContentPartPr>
              <p14:xfrm>
                <a:off x="2790932" y="737285"/>
                <a:ext cx="187920" cy="317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1D86D19-D1F2-FC9B-D6E9-E0C40725B02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84812" y="731165"/>
                  <a:ext cx="2001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5462416-DA88-5ECD-4DA4-4F8F641DF249}"/>
                    </a:ext>
                  </a:extLst>
                </p14:cNvPr>
                <p14:cNvContentPartPr/>
                <p14:nvPr/>
              </p14:nvContentPartPr>
              <p14:xfrm>
                <a:off x="3224012" y="626045"/>
                <a:ext cx="570240" cy="489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5462416-DA88-5ECD-4DA4-4F8F641DF24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17892" y="619925"/>
                  <a:ext cx="58248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99A4B97-87B5-85FC-E6F9-2EDD1270FBBB}"/>
                    </a:ext>
                  </a:extLst>
                </p14:cNvPr>
                <p14:cNvContentPartPr/>
                <p14:nvPr/>
              </p14:nvContentPartPr>
              <p14:xfrm>
                <a:off x="4538012" y="2930045"/>
                <a:ext cx="758520" cy="48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99A4B97-87B5-85FC-E6F9-2EDD1270FBB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31892" y="2923925"/>
                  <a:ext cx="7707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059F3DD-1C89-6DC4-5E49-83645F3F969A}"/>
                    </a:ext>
                  </a:extLst>
                </p14:cNvPr>
                <p14:cNvContentPartPr/>
                <p14:nvPr/>
              </p14:nvContentPartPr>
              <p14:xfrm>
                <a:off x="4494092" y="3029405"/>
                <a:ext cx="958320" cy="96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059F3DD-1C89-6DC4-5E49-83645F3F969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87972" y="3023285"/>
                  <a:ext cx="9705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1ED5C72-72F9-48AF-7C58-E0A7FE9DCC32}"/>
                    </a:ext>
                  </a:extLst>
                </p14:cNvPr>
                <p14:cNvContentPartPr/>
                <p14:nvPr/>
              </p14:nvContentPartPr>
              <p14:xfrm>
                <a:off x="5140292" y="2626205"/>
                <a:ext cx="807840" cy="885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1ED5C72-72F9-48AF-7C58-E0A7FE9DCC3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34172" y="2620085"/>
                  <a:ext cx="820080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E9977FA-EF06-C7D1-1493-5FEBACE394FC}"/>
                    </a:ext>
                  </a:extLst>
                </p14:cNvPr>
                <p14:cNvContentPartPr/>
                <p14:nvPr/>
              </p14:nvContentPartPr>
              <p14:xfrm>
                <a:off x="7685852" y="1303205"/>
                <a:ext cx="540000" cy="352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E9977FA-EF06-C7D1-1493-5FEBACE394F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679732" y="1297085"/>
                  <a:ext cx="5522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20F57AF-DB14-152F-2D7B-473CBF66DA36}"/>
                    </a:ext>
                  </a:extLst>
                </p14:cNvPr>
                <p14:cNvContentPartPr/>
                <p14:nvPr/>
              </p14:nvContentPartPr>
              <p14:xfrm>
                <a:off x="7238012" y="1380965"/>
                <a:ext cx="495720" cy="236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20F57AF-DB14-152F-2D7B-473CBF66DA3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31892" y="1374845"/>
                  <a:ext cx="5079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3052AB8-2451-0424-0C84-3D149BE215A8}"/>
                    </a:ext>
                  </a:extLst>
                </p14:cNvPr>
                <p14:cNvContentPartPr/>
                <p14:nvPr/>
              </p14:nvContentPartPr>
              <p14:xfrm>
                <a:off x="7280132" y="1282685"/>
                <a:ext cx="16560" cy="52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3052AB8-2451-0424-0C84-3D149BE215A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74012" y="1276565"/>
                  <a:ext cx="28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DCEA96F-AC4D-17E5-E551-42B5B79CB925}"/>
                    </a:ext>
                  </a:extLst>
                </p14:cNvPr>
                <p14:cNvContentPartPr/>
                <p14:nvPr/>
              </p14:nvContentPartPr>
              <p14:xfrm>
                <a:off x="6748052" y="1241645"/>
                <a:ext cx="423360" cy="214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DCEA96F-AC4D-17E5-E551-42B5B79CB92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41932" y="1235525"/>
                  <a:ext cx="435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1B85CE3-6349-03A0-EDD0-BBDA2521D186}"/>
                    </a:ext>
                  </a:extLst>
                </p14:cNvPr>
                <p14:cNvContentPartPr/>
                <p14:nvPr/>
              </p14:nvContentPartPr>
              <p14:xfrm>
                <a:off x="6727532" y="1432805"/>
                <a:ext cx="83160" cy="228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1B85CE3-6349-03A0-EDD0-BBDA2521D18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21412" y="1426685"/>
                  <a:ext cx="954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DA82162-0819-59D7-FE76-43E974E6BE3E}"/>
                    </a:ext>
                  </a:extLst>
                </p14:cNvPr>
                <p14:cNvContentPartPr/>
                <p14:nvPr/>
              </p14:nvContentPartPr>
              <p14:xfrm>
                <a:off x="8379932" y="923405"/>
                <a:ext cx="515520" cy="5513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DA82162-0819-59D7-FE76-43E974E6BE3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73812" y="917285"/>
                  <a:ext cx="527760" cy="55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9FF6AE3-9752-F089-A760-914FA42DA731}"/>
                    </a:ext>
                  </a:extLst>
                </p14:cNvPr>
                <p14:cNvContentPartPr/>
                <p14:nvPr/>
              </p14:nvContentPartPr>
              <p14:xfrm>
                <a:off x="7090412" y="605165"/>
                <a:ext cx="398520" cy="346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9FF6AE3-9752-F089-A760-914FA42DA73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84292" y="599045"/>
                  <a:ext cx="4107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A9E7532-E82D-68CB-8076-2A9B05E035CA}"/>
                    </a:ext>
                  </a:extLst>
                </p14:cNvPr>
                <p14:cNvContentPartPr/>
                <p14:nvPr/>
              </p14:nvContentPartPr>
              <p14:xfrm>
                <a:off x="7081772" y="603365"/>
                <a:ext cx="482760" cy="452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A9E7532-E82D-68CB-8076-2A9B05E035C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75652" y="597245"/>
                  <a:ext cx="49500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75FB2B5-F8CE-16E4-430C-392DEDEA898C}"/>
                    </a:ext>
                  </a:extLst>
                </p14:cNvPr>
                <p14:cNvContentPartPr/>
                <p14:nvPr/>
              </p14:nvContentPartPr>
              <p14:xfrm>
                <a:off x="7690532" y="897125"/>
                <a:ext cx="66960" cy="241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75FB2B5-F8CE-16E4-430C-392DEDEA898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684412" y="891005"/>
                  <a:ext cx="792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3BC4F2-0107-FD61-C60E-879770175308}"/>
                    </a:ext>
                  </a:extLst>
                </p14:cNvPr>
                <p14:cNvContentPartPr/>
                <p14:nvPr/>
              </p14:nvContentPartPr>
              <p14:xfrm>
                <a:off x="9282812" y="312845"/>
                <a:ext cx="930960" cy="762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3BC4F2-0107-FD61-C60E-87977017530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276692" y="306725"/>
                  <a:ext cx="94320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8F81FF5-6165-9827-6772-2268877E80A6}"/>
                    </a:ext>
                  </a:extLst>
                </p14:cNvPr>
                <p14:cNvContentPartPr/>
                <p14:nvPr/>
              </p14:nvContentPartPr>
              <p14:xfrm>
                <a:off x="9412412" y="1377365"/>
                <a:ext cx="126360" cy="479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8F81FF5-6165-9827-6772-2268877E80A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406292" y="1371245"/>
                  <a:ext cx="13860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0E1A7F9-9122-4010-4A42-48308E1ACD48}"/>
                    </a:ext>
                  </a:extLst>
                </p14:cNvPr>
                <p14:cNvContentPartPr/>
                <p14:nvPr/>
              </p14:nvContentPartPr>
              <p14:xfrm>
                <a:off x="9538412" y="1492205"/>
                <a:ext cx="4680" cy="3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0E1A7F9-9122-4010-4A42-48308E1ACD4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532292" y="1486085"/>
                  <a:ext cx="169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AD9FC26-EDE3-407E-484D-E629D5E01A69}"/>
                    </a:ext>
                  </a:extLst>
                </p14:cNvPr>
                <p14:cNvContentPartPr/>
                <p14:nvPr/>
              </p14:nvContentPartPr>
              <p14:xfrm>
                <a:off x="9752612" y="1296725"/>
                <a:ext cx="408600" cy="491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AD9FC26-EDE3-407E-484D-E629D5E01A6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46492" y="1290605"/>
                  <a:ext cx="42084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57B00AB-8AD5-3361-FE21-5A44E05DE3B1}"/>
                    </a:ext>
                  </a:extLst>
                </p14:cNvPr>
                <p14:cNvContentPartPr/>
                <p14:nvPr/>
              </p14:nvContentPartPr>
              <p14:xfrm>
                <a:off x="9215132" y="1410845"/>
                <a:ext cx="390600" cy="410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57B00AB-8AD5-3361-FE21-5A44E05DE3B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209012" y="1404725"/>
                  <a:ext cx="40284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395391-99A3-470D-6C30-9F9CF26EC595}"/>
                    </a:ext>
                  </a:extLst>
                </p14:cNvPr>
                <p14:cNvContentPartPr/>
                <p14:nvPr/>
              </p14:nvContentPartPr>
              <p14:xfrm>
                <a:off x="9093092" y="1105925"/>
                <a:ext cx="181800" cy="577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395391-99A3-470D-6C30-9F9CF26EC59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086972" y="1099805"/>
                  <a:ext cx="19404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621BFDF-29F3-02BD-D2A8-094B71B73884}"/>
                    </a:ext>
                  </a:extLst>
                </p14:cNvPr>
                <p14:cNvContentPartPr/>
                <p14:nvPr/>
              </p14:nvContentPartPr>
              <p14:xfrm>
                <a:off x="7432052" y="1982525"/>
                <a:ext cx="167040" cy="541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621BFDF-29F3-02BD-D2A8-094B71B7388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25932" y="1976405"/>
                  <a:ext cx="17928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7CDA8F8-B2BA-8AF1-5136-77ED64EAF240}"/>
                    </a:ext>
                  </a:extLst>
                </p14:cNvPr>
                <p14:cNvContentPartPr/>
                <p14:nvPr/>
              </p14:nvContentPartPr>
              <p14:xfrm>
                <a:off x="9519332" y="2037245"/>
                <a:ext cx="55080" cy="583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7CDA8F8-B2BA-8AF1-5136-77ED64EAF24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513212" y="2031125"/>
                  <a:ext cx="6732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6A77099-190A-7698-27B7-29A989B8EDB2}"/>
                    </a:ext>
                  </a:extLst>
                </p14:cNvPr>
                <p14:cNvContentPartPr/>
                <p14:nvPr/>
              </p14:nvContentPartPr>
              <p14:xfrm>
                <a:off x="9263372" y="2877845"/>
                <a:ext cx="628200" cy="535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6A77099-190A-7698-27B7-29A989B8EDB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257252" y="2871725"/>
                  <a:ext cx="64044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FF1ECCC-662B-4430-1710-5F5F80F94484}"/>
                    </a:ext>
                  </a:extLst>
                </p14:cNvPr>
                <p14:cNvContentPartPr/>
                <p14:nvPr/>
              </p14:nvContentPartPr>
              <p14:xfrm>
                <a:off x="7505852" y="2945525"/>
                <a:ext cx="61920" cy="631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FF1ECCC-662B-4430-1710-5F5F80F9448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499732" y="2939405"/>
                  <a:ext cx="74160" cy="6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AEBDF86-9D54-224E-EAFC-396103E87B9C}"/>
                    </a:ext>
                  </a:extLst>
                </p14:cNvPr>
                <p14:cNvContentPartPr/>
                <p14:nvPr/>
              </p14:nvContentPartPr>
              <p14:xfrm>
                <a:off x="7250612" y="3817445"/>
                <a:ext cx="521280" cy="571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AEBDF86-9D54-224E-EAFC-396103E87B9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244492" y="3811325"/>
                  <a:ext cx="53352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BC08446-151B-449E-99D0-377B087DE586}"/>
                    </a:ext>
                  </a:extLst>
                </p14:cNvPr>
                <p14:cNvContentPartPr/>
                <p14:nvPr/>
              </p14:nvContentPartPr>
              <p14:xfrm>
                <a:off x="9619052" y="3745445"/>
                <a:ext cx="169200" cy="648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BC08446-151B-449E-99D0-377B087DE58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612932" y="3739325"/>
                  <a:ext cx="181440" cy="6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7E5FDF1-8820-889D-52EC-A05D391DAF50}"/>
                    </a:ext>
                  </a:extLst>
                </p14:cNvPr>
                <p14:cNvContentPartPr/>
                <p14:nvPr/>
              </p14:nvContentPartPr>
              <p14:xfrm>
                <a:off x="7589372" y="4763525"/>
                <a:ext cx="10800" cy="261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7E5FDF1-8820-889D-52EC-A05D391DAF5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83252" y="4757405"/>
                  <a:ext cx="230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78AD5D6-82B4-05A8-E1F3-219D1C8A14BD}"/>
                    </a:ext>
                  </a:extLst>
                </p14:cNvPr>
                <p14:cNvContentPartPr/>
                <p14:nvPr/>
              </p14:nvContentPartPr>
              <p14:xfrm>
                <a:off x="7669652" y="5663885"/>
                <a:ext cx="19800" cy="96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78AD5D6-82B4-05A8-E1F3-219D1C8A14B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663532" y="5657765"/>
                  <a:ext cx="32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093E882-240A-04C8-99FC-20A823EBD1C5}"/>
                    </a:ext>
                  </a:extLst>
                </p14:cNvPr>
                <p14:cNvContentPartPr/>
                <p14:nvPr/>
              </p14:nvContentPartPr>
              <p14:xfrm>
                <a:off x="9968972" y="4888805"/>
                <a:ext cx="22680" cy="352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093E882-240A-04C8-99FC-20A823EBD1C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962852" y="4882685"/>
                  <a:ext cx="349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5DB9073-555C-B6A0-1641-4505FEC4BA87}"/>
                    </a:ext>
                  </a:extLst>
                </p14:cNvPr>
                <p14:cNvContentPartPr/>
                <p14:nvPr/>
              </p14:nvContentPartPr>
              <p14:xfrm>
                <a:off x="9911732" y="5780165"/>
                <a:ext cx="50040" cy="420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5DB9073-555C-B6A0-1641-4505FEC4BA8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905612" y="5774045"/>
                  <a:ext cx="6228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10E7A85-A245-B835-C6DB-6279EC2F5822}"/>
                    </a:ext>
                  </a:extLst>
                </p14:cNvPr>
                <p14:cNvContentPartPr/>
                <p14:nvPr/>
              </p14:nvContentPartPr>
              <p14:xfrm>
                <a:off x="6734012" y="2393285"/>
                <a:ext cx="3456360" cy="358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10E7A85-A245-B835-C6DB-6279EC2F582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727892" y="2387165"/>
                  <a:ext cx="34686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2563C7A-651A-7946-5BFC-86C76A56D037}"/>
                    </a:ext>
                  </a:extLst>
                </p14:cNvPr>
                <p14:cNvContentPartPr/>
                <p14:nvPr/>
              </p14:nvContentPartPr>
              <p14:xfrm>
                <a:off x="6884492" y="3451685"/>
                <a:ext cx="3470400" cy="127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2563C7A-651A-7946-5BFC-86C76A56D03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878372" y="3445565"/>
                  <a:ext cx="3482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C75A0F6-3B19-5541-0CF5-B48C546F8554}"/>
                    </a:ext>
                  </a:extLst>
                </p14:cNvPr>
                <p14:cNvContentPartPr/>
                <p14:nvPr/>
              </p14:nvContentPartPr>
              <p14:xfrm>
                <a:off x="6872612" y="4326125"/>
                <a:ext cx="3535920" cy="89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C75A0F6-3B19-5541-0CF5-B48C546F855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866492" y="4320005"/>
                  <a:ext cx="3548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124E4ED-FF2B-0362-151E-04301D85FB35}"/>
                    </a:ext>
                  </a:extLst>
                </p14:cNvPr>
                <p14:cNvContentPartPr/>
                <p14:nvPr/>
              </p14:nvContentPartPr>
              <p14:xfrm>
                <a:off x="6784412" y="5268245"/>
                <a:ext cx="3640320" cy="79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124E4ED-FF2B-0362-151E-04301D85FB3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778292" y="5262125"/>
                  <a:ext cx="36525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4330E04-2403-0EE8-2B8B-EC14F06B2AB0}"/>
                    </a:ext>
                  </a:extLst>
                </p14:cNvPr>
                <p14:cNvContentPartPr/>
                <p14:nvPr/>
              </p14:nvContentPartPr>
              <p14:xfrm>
                <a:off x="7099052" y="6079325"/>
                <a:ext cx="3191400" cy="112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4330E04-2403-0EE8-2B8B-EC14F06B2AB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092932" y="6073205"/>
                  <a:ext cx="3203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52764C0-DA9D-F36B-2616-1061DADC2642}"/>
                    </a:ext>
                  </a:extLst>
                </p14:cNvPr>
                <p14:cNvContentPartPr/>
                <p14:nvPr/>
              </p14:nvContentPartPr>
              <p14:xfrm>
                <a:off x="6467612" y="290165"/>
                <a:ext cx="1917720" cy="6400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52764C0-DA9D-F36B-2616-1061DADC264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61492" y="284045"/>
                  <a:ext cx="1929960" cy="6412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7102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00DDE-2736-36A4-D91E-0B17CB618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8C322AC0-97F3-3AEB-1017-D03910FBF1AA}"/>
                  </a:ext>
                </a:extLst>
              </p14:cNvPr>
              <p14:cNvContentPartPr/>
              <p14:nvPr/>
            </p14:nvContentPartPr>
            <p14:xfrm>
              <a:off x="11534612" y="776506"/>
              <a:ext cx="340920" cy="2505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8C322AC0-97F3-3AEB-1017-D03910FBF1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28492" y="770386"/>
                <a:ext cx="35316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B6243756-81C8-852E-C3C4-6DCDA041F74B}"/>
                  </a:ext>
                </a:extLst>
              </p14:cNvPr>
              <p14:cNvContentPartPr/>
              <p14:nvPr/>
            </p14:nvContentPartPr>
            <p14:xfrm>
              <a:off x="11122412" y="-7934"/>
              <a:ext cx="199440" cy="64908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B6243756-81C8-852E-C3C4-6DCDA041F7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16292" y="-14054"/>
                <a:ext cx="211680" cy="650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4F0DDCAD-A68F-D3FB-06BE-359638895E04}"/>
              </a:ext>
            </a:extLst>
          </p:cNvPr>
          <p:cNvGrpSpPr/>
          <p:nvPr/>
        </p:nvGrpSpPr>
        <p:grpSpPr>
          <a:xfrm>
            <a:off x="6028772" y="-106934"/>
            <a:ext cx="6494040" cy="7887960"/>
            <a:chOff x="6028772" y="-106934"/>
            <a:chExt cx="6494040" cy="788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9B1BC8D-A486-10E0-40E4-15E5E520623C}"/>
                    </a:ext>
                  </a:extLst>
                </p14:cNvPr>
                <p14:cNvContentPartPr/>
                <p14:nvPr/>
              </p14:nvContentPartPr>
              <p14:xfrm>
                <a:off x="7068812" y="268925"/>
                <a:ext cx="286560" cy="289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9B1BC8D-A486-10E0-40E4-15E5E520623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62692" y="262805"/>
                  <a:ext cx="2988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0C406BC-BA5E-83EF-FA64-724313D06EB1}"/>
                    </a:ext>
                  </a:extLst>
                </p14:cNvPr>
                <p14:cNvContentPartPr/>
                <p14:nvPr/>
              </p14:nvContentPartPr>
              <p14:xfrm>
                <a:off x="6829772" y="366125"/>
                <a:ext cx="213120" cy="149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0C406BC-BA5E-83EF-FA64-724313D06E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23652" y="360005"/>
                  <a:ext cx="225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AE5D0B6-CA68-6E58-3441-8BF712447B8C}"/>
                    </a:ext>
                  </a:extLst>
                </p14:cNvPr>
                <p14:cNvContentPartPr/>
                <p14:nvPr/>
              </p14:nvContentPartPr>
              <p14:xfrm>
                <a:off x="6579932" y="333005"/>
                <a:ext cx="213120" cy="222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AE5D0B6-CA68-6E58-3441-8BF712447B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73812" y="326885"/>
                  <a:ext cx="2253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1E1E5D6-D301-FA38-9C60-1B6FF2BD490C}"/>
                    </a:ext>
                  </a:extLst>
                </p14:cNvPr>
                <p14:cNvContentPartPr/>
                <p14:nvPr/>
              </p14:nvContentPartPr>
              <p14:xfrm>
                <a:off x="6561572" y="241205"/>
                <a:ext cx="11520" cy="6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1E1E5D6-D301-FA38-9C60-1B6FF2BD49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55452" y="235085"/>
                  <a:ext cx="237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CE0E811-AB62-DBD9-BF17-6A3007EF7E1A}"/>
                    </a:ext>
                  </a:extLst>
                </p14:cNvPr>
                <p14:cNvContentPartPr/>
                <p14:nvPr/>
              </p14:nvContentPartPr>
              <p14:xfrm>
                <a:off x="6857132" y="269645"/>
                <a:ext cx="28800" cy="60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CE0E811-AB62-DBD9-BF17-6A3007EF7E1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51012" y="263525"/>
                  <a:ext cx="41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7C2CCF8-3DCA-F6E4-969B-579B624AA69C}"/>
                    </a:ext>
                  </a:extLst>
                </p14:cNvPr>
                <p14:cNvContentPartPr/>
                <p14:nvPr/>
              </p14:nvContentPartPr>
              <p14:xfrm>
                <a:off x="6811412" y="213845"/>
                <a:ext cx="16560" cy="79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7C2CCF8-3DCA-F6E4-969B-579B624AA69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05292" y="207725"/>
                  <a:ext cx="288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A523577-57D0-7E65-1916-FDF71619ACD0}"/>
                    </a:ext>
                  </a:extLst>
                </p14:cNvPr>
                <p14:cNvContentPartPr/>
                <p14:nvPr/>
              </p14:nvContentPartPr>
              <p14:xfrm>
                <a:off x="6615212" y="415085"/>
                <a:ext cx="56160" cy="92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A523577-57D0-7E65-1916-FDF71619ACD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09092" y="408965"/>
                  <a:ext cx="68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343F829-3D3B-FEE6-DB76-F2831AB6448A}"/>
                    </a:ext>
                  </a:extLst>
                </p14:cNvPr>
                <p14:cNvContentPartPr/>
                <p14:nvPr/>
              </p14:nvContentPartPr>
              <p14:xfrm>
                <a:off x="7275812" y="159125"/>
                <a:ext cx="163440" cy="3699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343F829-3D3B-FEE6-DB76-F2831AB644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69692" y="153005"/>
                  <a:ext cx="175680" cy="37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B1A0836-9FA5-0CE3-CFBB-68A77ADF84DB}"/>
                    </a:ext>
                  </a:extLst>
                </p14:cNvPr>
                <p14:cNvContentPartPr/>
                <p14:nvPr/>
              </p14:nvContentPartPr>
              <p14:xfrm>
                <a:off x="8315852" y="304565"/>
                <a:ext cx="173160" cy="239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B1A0836-9FA5-0CE3-CFBB-68A77ADF84D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09732" y="298445"/>
                  <a:ext cx="1854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90F5A59-4E33-BA4A-D3A5-35D1BA9378BC}"/>
                    </a:ext>
                  </a:extLst>
                </p14:cNvPr>
                <p14:cNvContentPartPr/>
                <p14:nvPr/>
              </p14:nvContentPartPr>
              <p14:xfrm>
                <a:off x="8003372" y="308525"/>
                <a:ext cx="309600" cy="256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90F5A59-4E33-BA4A-D3A5-35D1BA9378B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97252" y="302405"/>
                  <a:ext cx="3218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63F164F-FA7A-636E-0B25-29146D98CBD6}"/>
                    </a:ext>
                  </a:extLst>
                </p14:cNvPr>
                <p14:cNvContentPartPr/>
                <p14:nvPr/>
              </p14:nvContentPartPr>
              <p14:xfrm>
                <a:off x="8042612" y="180725"/>
                <a:ext cx="34560" cy="114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63F164F-FA7A-636E-0B25-29146D98CB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36492" y="174605"/>
                  <a:ext cx="46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C12AFD5-7782-F309-35A4-309AA43EE349}"/>
                    </a:ext>
                  </a:extLst>
                </p14:cNvPr>
                <p14:cNvContentPartPr/>
                <p14:nvPr/>
              </p14:nvContentPartPr>
              <p14:xfrm>
                <a:off x="7653092" y="256685"/>
                <a:ext cx="197640" cy="542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C12AFD5-7782-F309-35A4-309AA43EE34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46972" y="250565"/>
                  <a:ext cx="20988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75F01AD-F193-26E6-3D1F-28878D16AC51}"/>
                    </a:ext>
                  </a:extLst>
                </p14:cNvPr>
                <p14:cNvContentPartPr/>
                <p14:nvPr/>
              </p14:nvContentPartPr>
              <p14:xfrm>
                <a:off x="8766932" y="90725"/>
                <a:ext cx="227520" cy="4426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75F01AD-F193-26E6-3D1F-28878D16AC5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760812" y="84605"/>
                  <a:ext cx="239760" cy="443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7839D3D-280D-3B95-E256-234CB393587E}"/>
                    </a:ext>
                  </a:extLst>
                </p14:cNvPr>
                <p14:cNvContentPartPr/>
                <p14:nvPr/>
              </p14:nvContentPartPr>
              <p14:xfrm>
                <a:off x="10047452" y="141845"/>
                <a:ext cx="210600" cy="381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7839D3D-280D-3B95-E256-234CB393587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41332" y="135725"/>
                  <a:ext cx="2228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3FA6C9F-D783-A600-52CB-B8BFB92BDF46}"/>
                    </a:ext>
                  </a:extLst>
                </p14:cNvPr>
                <p14:cNvContentPartPr/>
                <p14:nvPr/>
              </p14:nvContentPartPr>
              <p14:xfrm>
                <a:off x="9806252" y="298085"/>
                <a:ext cx="94680" cy="190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3FA6C9F-D783-A600-52CB-B8BFB92BDF4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800132" y="291965"/>
                  <a:ext cx="106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B9A6AE6-6987-39F4-2D91-3702D43FA4BC}"/>
                    </a:ext>
                  </a:extLst>
                </p14:cNvPr>
                <p14:cNvContentPartPr/>
                <p14:nvPr/>
              </p14:nvContentPartPr>
              <p14:xfrm>
                <a:off x="9514652" y="294845"/>
                <a:ext cx="173880" cy="198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B9A6AE6-6987-39F4-2D91-3702D43FA4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08532" y="288725"/>
                  <a:ext cx="186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1F0EF1E-63F6-6837-DDE0-3BECF1C24225}"/>
                    </a:ext>
                  </a:extLst>
                </p14:cNvPr>
                <p14:cNvContentPartPr/>
                <p14:nvPr/>
              </p14:nvContentPartPr>
              <p14:xfrm>
                <a:off x="9374612" y="167405"/>
                <a:ext cx="124200" cy="335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1F0EF1E-63F6-6837-DDE0-3BECF1C2422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68492" y="161285"/>
                  <a:ext cx="1364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EFD03CB-8541-B877-F137-AB9B206BC440}"/>
                    </a:ext>
                  </a:extLst>
                </p14:cNvPr>
                <p14:cNvContentPartPr/>
                <p14:nvPr/>
              </p14:nvContentPartPr>
              <p14:xfrm>
                <a:off x="9238892" y="200525"/>
                <a:ext cx="24120" cy="141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EFD03CB-8541-B877-F137-AB9B206BC44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232772" y="194405"/>
                  <a:ext cx="363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E48F02C-10DF-5D1D-9F34-60E264047F2F}"/>
                    </a:ext>
                  </a:extLst>
                </p14:cNvPr>
                <p14:cNvContentPartPr/>
                <p14:nvPr/>
              </p14:nvContentPartPr>
              <p14:xfrm>
                <a:off x="8995532" y="310325"/>
                <a:ext cx="164880" cy="115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E48F02C-10DF-5D1D-9F34-60E264047F2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89412" y="304205"/>
                  <a:ext cx="177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48A5F42-8D57-945C-DC2E-28D3274D4804}"/>
                    </a:ext>
                  </a:extLst>
                </p14:cNvPr>
                <p14:cNvContentPartPr/>
                <p14:nvPr/>
              </p14:nvContentPartPr>
              <p14:xfrm>
                <a:off x="10316012" y="63725"/>
                <a:ext cx="89280" cy="5494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48A5F42-8D57-945C-DC2E-28D3274D480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309892" y="57605"/>
                  <a:ext cx="101520" cy="55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5CF5A90-7319-5410-78E6-DCA41268671D}"/>
                    </a:ext>
                  </a:extLst>
                </p14:cNvPr>
                <p14:cNvContentPartPr/>
                <p14:nvPr/>
              </p14:nvContentPartPr>
              <p14:xfrm>
                <a:off x="11048252" y="302765"/>
                <a:ext cx="29160" cy="3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CF5A90-7319-5410-78E6-DCA41268671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042132" y="296645"/>
                  <a:ext cx="414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194722A-3EEC-72B2-622A-91C71F5412EF}"/>
                    </a:ext>
                  </a:extLst>
                </p14:cNvPr>
                <p14:cNvContentPartPr/>
                <p14:nvPr/>
              </p14:nvContentPartPr>
              <p14:xfrm>
                <a:off x="11023052" y="246965"/>
                <a:ext cx="142920" cy="244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194722A-3EEC-72B2-622A-91C71F5412E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16932" y="240845"/>
                  <a:ext cx="1551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1B9C758-B759-59DB-AEFB-F01CFDDFA8FD}"/>
                    </a:ext>
                  </a:extLst>
                </p14:cNvPr>
                <p14:cNvContentPartPr/>
                <p14:nvPr/>
              </p14:nvContentPartPr>
              <p14:xfrm>
                <a:off x="11060852" y="426965"/>
                <a:ext cx="31680" cy="182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1B9C758-B759-59DB-AEFB-F01CFDDFA8F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054732" y="420845"/>
                  <a:ext cx="439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617E057-0E92-BD9A-1FF2-3B95431A382E}"/>
                    </a:ext>
                  </a:extLst>
                </p14:cNvPr>
                <p14:cNvContentPartPr/>
                <p14:nvPr/>
              </p14:nvContentPartPr>
              <p14:xfrm>
                <a:off x="10774652" y="300245"/>
                <a:ext cx="139320" cy="207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617E057-0E92-BD9A-1FF2-3B95431A382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768532" y="294125"/>
                  <a:ext cx="151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0F83341-4DD1-B05A-E7D5-586A6DE7197F}"/>
                    </a:ext>
                  </a:extLst>
                </p14:cNvPr>
                <p14:cNvContentPartPr/>
                <p14:nvPr/>
              </p14:nvContentPartPr>
              <p14:xfrm>
                <a:off x="10573412" y="356765"/>
                <a:ext cx="151920" cy="136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0F83341-4DD1-B05A-E7D5-586A6DE7197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567292" y="350645"/>
                  <a:ext cx="1641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1CBCDBD-DE53-62C9-D7F5-A15AD3DAA9BA}"/>
                    </a:ext>
                  </a:extLst>
                </p14:cNvPr>
                <p14:cNvContentPartPr/>
                <p14:nvPr/>
              </p14:nvContentPartPr>
              <p14:xfrm>
                <a:off x="11233652" y="-25195"/>
                <a:ext cx="154800" cy="5988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1CBCDBD-DE53-62C9-D7F5-A15AD3DAA9B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227532" y="-31315"/>
                  <a:ext cx="167040" cy="60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10F1C1B-0123-FA13-4283-0F453C251F61}"/>
                    </a:ext>
                  </a:extLst>
                </p14:cNvPr>
                <p14:cNvContentPartPr/>
                <p14:nvPr/>
              </p14:nvContentPartPr>
              <p14:xfrm>
                <a:off x="6028772" y="506866"/>
                <a:ext cx="5868360" cy="213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10F1C1B-0123-FA13-4283-0F453C251F6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22652" y="500746"/>
                  <a:ext cx="58806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5CF8329-A4E5-FCCE-5037-B471DBBB17F3}"/>
                    </a:ext>
                  </a:extLst>
                </p14:cNvPr>
                <p14:cNvContentPartPr/>
                <p14:nvPr/>
              </p14:nvContentPartPr>
              <p14:xfrm>
                <a:off x="6124172" y="995386"/>
                <a:ext cx="5837760" cy="232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5CF8329-A4E5-FCCE-5037-B471DBBB17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18052" y="989266"/>
                  <a:ext cx="58500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097AE85-C825-5092-2E52-4F607A8C1781}"/>
                    </a:ext>
                  </a:extLst>
                </p14:cNvPr>
                <p14:cNvContentPartPr/>
                <p14:nvPr/>
              </p14:nvContentPartPr>
              <p14:xfrm>
                <a:off x="6926612" y="684346"/>
                <a:ext cx="30960" cy="316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097AE85-C825-5092-2E52-4F607A8C17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20492" y="678226"/>
                  <a:ext cx="432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7EAEBFB-E7A5-B27E-4848-1F295323DB36}"/>
                    </a:ext>
                  </a:extLst>
                </p14:cNvPr>
                <p14:cNvContentPartPr/>
                <p14:nvPr/>
              </p14:nvContentPartPr>
              <p14:xfrm>
                <a:off x="7954412" y="680026"/>
                <a:ext cx="355680" cy="176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7EAEBFB-E7A5-B27E-4848-1F295323DB3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48292" y="673906"/>
                  <a:ext cx="3679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C3BCC6D-BDB0-EB78-E6FA-DE79862EBC76}"/>
                    </a:ext>
                  </a:extLst>
                </p14:cNvPr>
                <p14:cNvContentPartPr/>
                <p14:nvPr/>
              </p14:nvContentPartPr>
              <p14:xfrm>
                <a:off x="9507092" y="722146"/>
                <a:ext cx="58320" cy="2466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C3BCC6D-BDB0-EB78-E6FA-DE79862EBC7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00972" y="716026"/>
                  <a:ext cx="705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CCC3D4D-B150-160E-8DF9-5C2875F14308}"/>
                    </a:ext>
                  </a:extLst>
                </p14:cNvPr>
                <p14:cNvContentPartPr/>
                <p14:nvPr/>
              </p14:nvContentPartPr>
              <p14:xfrm>
                <a:off x="10556492" y="733306"/>
                <a:ext cx="356400" cy="272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CCC3D4D-B150-160E-8DF9-5C2875F1430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50372" y="727186"/>
                  <a:ext cx="3686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D96CC9F-430F-0D19-AB9A-0FA7DFDCBF69}"/>
                    </a:ext>
                  </a:extLst>
                </p14:cNvPr>
                <p14:cNvContentPartPr/>
                <p14:nvPr/>
              </p14:nvContentPartPr>
              <p14:xfrm>
                <a:off x="11718932" y="642226"/>
                <a:ext cx="492480" cy="64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D96CC9F-430F-0D19-AB9A-0FA7DFDCBF6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712812" y="636106"/>
                  <a:ext cx="504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989539D-585D-D677-CA8F-8E6675FA13DF}"/>
                    </a:ext>
                  </a:extLst>
                </p14:cNvPr>
                <p14:cNvContentPartPr/>
                <p14:nvPr/>
              </p14:nvContentPartPr>
              <p14:xfrm>
                <a:off x="11336972" y="1200226"/>
                <a:ext cx="21600" cy="12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989539D-585D-D677-CA8F-8E6675FA13D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330852" y="1194106"/>
                  <a:ext cx="338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55862E3-55F9-5C60-FB4F-694D30CD07A7}"/>
                    </a:ext>
                  </a:extLst>
                </p14:cNvPr>
                <p14:cNvContentPartPr/>
                <p14:nvPr/>
              </p14:nvContentPartPr>
              <p14:xfrm>
                <a:off x="11407892" y="1115266"/>
                <a:ext cx="1021320" cy="109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55862E3-55F9-5C60-FB4F-694D30CD07A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401772" y="1109146"/>
                  <a:ext cx="1033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A6E04E7-CC2E-184A-F5DA-B2658ADD54BD}"/>
                    </a:ext>
                  </a:extLst>
                </p14:cNvPr>
                <p14:cNvContentPartPr/>
                <p14:nvPr/>
              </p14:nvContentPartPr>
              <p14:xfrm>
                <a:off x="12093692" y="15466"/>
                <a:ext cx="252000" cy="7765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A6E04E7-CC2E-184A-F5DA-B2658ADD54B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087572" y="9346"/>
                  <a:ext cx="264240" cy="77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99418B6-F0C0-F279-19BC-16A93892760A}"/>
                    </a:ext>
                  </a:extLst>
                </p14:cNvPr>
                <p14:cNvContentPartPr/>
                <p14:nvPr/>
              </p14:nvContentPartPr>
              <p14:xfrm>
                <a:off x="11847092" y="70186"/>
                <a:ext cx="236520" cy="247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99418B6-F0C0-F279-19BC-16A93892760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840972" y="64066"/>
                  <a:ext cx="2487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DD653EB-84C6-70E8-02BA-14D7608634E4}"/>
                    </a:ext>
                  </a:extLst>
                </p14:cNvPr>
                <p14:cNvContentPartPr/>
                <p14:nvPr/>
              </p14:nvContentPartPr>
              <p14:xfrm>
                <a:off x="11569892" y="111226"/>
                <a:ext cx="247320" cy="201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DD653EB-84C6-70E8-02BA-14D7608634E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563772" y="105106"/>
                  <a:ext cx="2595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0DE70B6-3A54-EF84-96A8-ED30D0E58458}"/>
                    </a:ext>
                  </a:extLst>
                </p14:cNvPr>
                <p14:cNvContentPartPr/>
                <p14:nvPr/>
              </p14:nvContentPartPr>
              <p14:xfrm>
                <a:off x="11500412" y="1426"/>
                <a:ext cx="212760" cy="349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0DE70B6-3A54-EF84-96A8-ED30D0E5845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494292" y="-4694"/>
                  <a:ext cx="22500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EF7C1B8-E4D1-88AC-5CF4-52BBFC5CF499}"/>
                    </a:ext>
                  </a:extLst>
                </p14:cNvPr>
                <p14:cNvContentPartPr/>
                <p14:nvPr/>
              </p14:nvContentPartPr>
              <p14:xfrm>
                <a:off x="11370092" y="-106934"/>
                <a:ext cx="1078560" cy="960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EF7C1B8-E4D1-88AC-5CF4-52BBFC5CF49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363972" y="-113054"/>
                  <a:ext cx="1090800" cy="9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9449393-85F7-2316-7971-EF8131362DF9}"/>
                    </a:ext>
                  </a:extLst>
                </p14:cNvPr>
                <p14:cNvContentPartPr/>
                <p14:nvPr/>
              </p14:nvContentPartPr>
              <p14:xfrm>
                <a:off x="6697652" y="1268626"/>
                <a:ext cx="475200" cy="418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9449393-85F7-2316-7971-EF8131362DF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91532" y="1262506"/>
                  <a:ext cx="4874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E27059C-FA71-3362-145B-1C6DB08C1A65}"/>
                    </a:ext>
                  </a:extLst>
                </p14:cNvPr>
                <p14:cNvContentPartPr/>
                <p14:nvPr/>
              </p14:nvContentPartPr>
              <p14:xfrm>
                <a:off x="8217212" y="1254586"/>
                <a:ext cx="130680" cy="547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E27059C-FA71-3362-145B-1C6DB08C1A6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11092" y="1248466"/>
                  <a:ext cx="14292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5CB1AFD-6DBA-A4C2-A131-0F6452133D68}"/>
                    </a:ext>
                  </a:extLst>
                </p14:cNvPr>
                <p14:cNvContentPartPr/>
                <p14:nvPr/>
              </p14:nvContentPartPr>
              <p14:xfrm>
                <a:off x="9555332" y="1315066"/>
                <a:ext cx="36000" cy="612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5CB1AFD-6DBA-A4C2-A131-0F6452133D6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549212" y="1308946"/>
                  <a:ext cx="4824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6DD0D2F-55C5-8770-A58A-A0B6EF436B6E}"/>
                    </a:ext>
                  </a:extLst>
                </p14:cNvPr>
                <p14:cNvContentPartPr/>
                <p14:nvPr/>
              </p14:nvContentPartPr>
              <p14:xfrm>
                <a:off x="10770332" y="1465546"/>
                <a:ext cx="34560" cy="626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6DD0D2F-55C5-8770-A58A-A0B6EF436B6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764212" y="1459426"/>
                  <a:ext cx="4680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24A4D42-CA37-B855-CA9A-29861A2FD112}"/>
                    </a:ext>
                  </a:extLst>
                </p14:cNvPr>
                <p14:cNvContentPartPr/>
                <p14:nvPr/>
              </p14:nvContentPartPr>
              <p14:xfrm>
                <a:off x="11620292" y="1413346"/>
                <a:ext cx="33120" cy="829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24A4D42-CA37-B855-CA9A-29861A2FD11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614172" y="1407226"/>
                  <a:ext cx="45360" cy="84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EA3C7F2-53FC-F9D2-6877-90FE0C25AAD1}"/>
                    </a:ext>
                  </a:extLst>
                </p14:cNvPr>
                <p14:cNvContentPartPr/>
                <p14:nvPr/>
              </p14:nvContentPartPr>
              <p14:xfrm>
                <a:off x="6953612" y="1841386"/>
                <a:ext cx="144360" cy="8704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EA3C7F2-53FC-F9D2-6877-90FE0C25AAD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47492" y="1835266"/>
                  <a:ext cx="156600" cy="88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0F15D43-76DD-58BE-BC06-E087EADA3878}"/>
                    </a:ext>
                  </a:extLst>
                </p14:cNvPr>
                <p14:cNvContentPartPr/>
                <p14:nvPr/>
              </p14:nvContentPartPr>
              <p14:xfrm>
                <a:off x="7992572" y="2099506"/>
                <a:ext cx="280440" cy="371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0F15D43-76DD-58BE-BC06-E087EADA387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86452" y="2093386"/>
                  <a:ext cx="2926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5838B57-8E13-DD1D-4E71-06603DF4F7FF}"/>
                    </a:ext>
                  </a:extLst>
                </p14:cNvPr>
                <p14:cNvContentPartPr/>
                <p14:nvPr/>
              </p14:nvContentPartPr>
              <p14:xfrm>
                <a:off x="9315572" y="2152426"/>
                <a:ext cx="281520" cy="437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5838B57-8E13-DD1D-4E71-06603DF4F7F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309452" y="2146306"/>
                  <a:ext cx="29376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227CF45-F917-33AA-6852-398E2F156ADA}"/>
                    </a:ext>
                  </a:extLst>
                </p14:cNvPr>
                <p14:cNvContentPartPr/>
                <p14:nvPr/>
              </p14:nvContentPartPr>
              <p14:xfrm>
                <a:off x="10528052" y="2269066"/>
                <a:ext cx="308160" cy="371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227CF45-F917-33AA-6852-398E2F156AD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521932" y="2262946"/>
                  <a:ext cx="3204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F7A1C2B-CE4E-9E28-9906-2785AD8C2CD7}"/>
                    </a:ext>
                  </a:extLst>
                </p14:cNvPr>
                <p14:cNvContentPartPr/>
                <p14:nvPr/>
              </p14:nvContentPartPr>
              <p14:xfrm>
                <a:off x="11600852" y="2357986"/>
                <a:ext cx="33480" cy="508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F7A1C2B-CE4E-9E28-9906-2785AD8C2CD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594732" y="2351866"/>
                  <a:ext cx="4572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17F4386-5761-2F07-B816-E1F9D8CE8AC4}"/>
                    </a:ext>
                  </a:extLst>
                </p14:cNvPr>
                <p14:cNvContentPartPr/>
                <p14:nvPr/>
              </p14:nvContentPartPr>
              <p14:xfrm>
                <a:off x="6929852" y="2943706"/>
                <a:ext cx="19800" cy="7192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17F4386-5761-2F07-B816-E1F9D8CE8AC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923732" y="2937586"/>
                  <a:ext cx="32040" cy="7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7E74669-572E-E312-D0C9-3D8D667AD1C4}"/>
                    </a:ext>
                  </a:extLst>
                </p14:cNvPr>
                <p14:cNvContentPartPr/>
                <p14:nvPr/>
              </p14:nvContentPartPr>
              <p14:xfrm>
                <a:off x="8127932" y="2937946"/>
                <a:ext cx="55080" cy="768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7E74669-572E-E312-D0C9-3D8D667AD1C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21812" y="2931826"/>
                  <a:ext cx="6732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8AA018F-1271-44FA-6200-7F56F6DD59EC}"/>
                    </a:ext>
                  </a:extLst>
                </p14:cNvPr>
                <p14:cNvContentPartPr/>
                <p14:nvPr/>
              </p14:nvContentPartPr>
              <p14:xfrm>
                <a:off x="9335732" y="3016786"/>
                <a:ext cx="485640" cy="592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8AA018F-1271-44FA-6200-7F56F6DD59E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329612" y="3010666"/>
                  <a:ext cx="49788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1767A92-53FE-74E4-4104-9D9C3501E3B8}"/>
                    </a:ext>
                  </a:extLst>
                </p14:cNvPr>
                <p14:cNvContentPartPr/>
                <p14:nvPr/>
              </p14:nvContentPartPr>
              <p14:xfrm>
                <a:off x="10531292" y="3057466"/>
                <a:ext cx="560880" cy="687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1767A92-53FE-74E4-4104-9D9C3501E3B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525172" y="3051346"/>
                  <a:ext cx="57312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DB7D49A-5BEB-AC7C-8F33-645F33524BF0}"/>
                    </a:ext>
                  </a:extLst>
                </p14:cNvPr>
                <p14:cNvContentPartPr/>
                <p14:nvPr/>
              </p14:nvContentPartPr>
              <p14:xfrm>
                <a:off x="11551172" y="3145666"/>
                <a:ext cx="340920" cy="6116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DB7D49A-5BEB-AC7C-8F33-645F33524BF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545052" y="3139546"/>
                  <a:ext cx="35316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1E20D34-A5B4-521E-015F-5D40E03B74EB}"/>
                    </a:ext>
                  </a:extLst>
                </p14:cNvPr>
                <p14:cNvContentPartPr/>
                <p14:nvPr/>
              </p14:nvContentPartPr>
              <p14:xfrm>
                <a:off x="6092132" y="2680186"/>
                <a:ext cx="6234840" cy="311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1E20D34-A5B4-521E-015F-5D40E03B74E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086012" y="2674066"/>
                  <a:ext cx="624708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D751EC2-347C-E964-E12C-197E5EE652D6}"/>
                    </a:ext>
                  </a:extLst>
                </p14:cNvPr>
                <p14:cNvContentPartPr/>
                <p14:nvPr/>
              </p14:nvContentPartPr>
              <p14:xfrm>
                <a:off x="6343772" y="1958386"/>
                <a:ext cx="6001200" cy="324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D751EC2-347C-E964-E12C-197E5EE652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37652" y="1952266"/>
                  <a:ext cx="60134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70909F8-87C4-2279-2B7C-5A8B47FF903E}"/>
                    </a:ext>
                  </a:extLst>
                </p14:cNvPr>
                <p14:cNvContentPartPr/>
                <p14:nvPr/>
              </p14:nvContentPartPr>
              <p14:xfrm>
                <a:off x="6111572" y="3765586"/>
                <a:ext cx="6411240" cy="298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70909F8-87C4-2279-2B7C-5A8B47FF903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105452" y="3759466"/>
                  <a:ext cx="64234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E0D4F82-0F68-06AC-2CF9-171E2A38A64C}"/>
                    </a:ext>
                  </a:extLst>
                </p14:cNvPr>
                <p14:cNvContentPartPr/>
                <p14:nvPr/>
              </p14:nvContentPartPr>
              <p14:xfrm>
                <a:off x="7043972" y="-4334"/>
                <a:ext cx="52200" cy="2098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E0D4F82-0F68-06AC-2CF9-171E2A38A64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37852" y="-10454"/>
                  <a:ext cx="64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3A3C25A-5FD0-A628-9E26-70A08C04DA86}"/>
                    </a:ext>
                  </a:extLst>
                </p14:cNvPr>
                <p14:cNvContentPartPr/>
                <p14:nvPr/>
              </p14:nvContentPartPr>
              <p14:xfrm>
                <a:off x="7862612" y="-24494"/>
                <a:ext cx="641880" cy="1465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3A3C25A-5FD0-A628-9E26-70A08C04DA8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56492" y="-30614"/>
                  <a:ext cx="654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1AE5243-D978-50D9-AB3F-6E5F3E3BF5C8}"/>
                    </a:ext>
                  </a:extLst>
                </p14:cNvPr>
                <p14:cNvContentPartPr/>
                <p14:nvPr/>
              </p14:nvContentPartPr>
              <p14:xfrm>
                <a:off x="9193532" y="-43574"/>
                <a:ext cx="175680" cy="245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1AE5243-D978-50D9-AB3F-6E5F3E3BF5C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187412" y="-49694"/>
                  <a:ext cx="1879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F521C67-6197-35A5-948C-1A8BC936FD0C}"/>
                    </a:ext>
                  </a:extLst>
                </p14:cNvPr>
                <p14:cNvContentPartPr/>
                <p14:nvPr/>
              </p14:nvContentPartPr>
              <p14:xfrm>
                <a:off x="10679612" y="-40334"/>
                <a:ext cx="205560" cy="416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F521C67-6197-35A5-948C-1A8BC936FD0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73492" y="-46454"/>
                  <a:ext cx="217800" cy="42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CCDB80BD-4A4F-341E-6BBC-06D64BDD9214}"/>
              </a:ext>
            </a:extLst>
          </p:cNvPr>
          <p:cNvGrpSpPr/>
          <p:nvPr/>
        </p:nvGrpSpPr>
        <p:grpSpPr>
          <a:xfrm>
            <a:off x="964652" y="524165"/>
            <a:ext cx="4436280" cy="6567101"/>
            <a:chOff x="964652" y="524165"/>
            <a:chExt cx="4436280" cy="656710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626161A-648F-0DE6-CCE5-B3F526374B09}"/>
                    </a:ext>
                  </a:extLst>
                </p14:cNvPr>
                <p14:cNvContentPartPr/>
                <p14:nvPr/>
              </p14:nvContentPartPr>
              <p14:xfrm>
                <a:off x="2303132" y="612365"/>
                <a:ext cx="360" cy="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626161A-648F-0DE6-CCE5-B3F526374B0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97012" y="60624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B25DD2C-775F-AA2D-DB89-3088A3BDDACF}"/>
                    </a:ext>
                  </a:extLst>
                </p14:cNvPr>
                <p14:cNvContentPartPr/>
                <p14:nvPr/>
              </p14:nvContentPartPr>
              <p14:xfrm>
                <a:off x="1964012" y="566645"/>
                <a:ext cx="621000" cy="490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B25DD2C-775F-AA2D-DB89-3088A3BDDAC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957892" y="560525"/>
                  <a:ext cx="63324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22F87FF-4955-6E26-4533-B8167B8B1C8C}"/>
                    </a:ext>
                  </a:extLst>
                </p14:cNvPr>
                <p14:cNvContentPartPr/>
                <p14:nvPr/>
              </p14:nvContentPartPr>
              <p14:xfrm>
                <a:off x="1729292" y="712445"/>
                <a:ext cx="285840" cy="335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22F87FF-4955-6E26-4533-B8167B8B1C8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723172" y="706325"/>
                  <a:ext cx="29808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463C9FD-F753-CF52-1864-E8CDBCE8C6FB}"/>
                    </a:ext>
                  </a:extLst>
                </p14:cNvPr>
                <p14:cNvContentPartPr/>
                <p14:nvPr/>
              </p14:nvContentPartPr>
              <p14:xfrm>
                <a:off x="1694732" y="631445"/>
                <a:ext cx="19800" cy="139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463C9FD-F753-CF52-1864-E8CDBCE8C6F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688612" y="625325"/>
                  <a:ext cx="320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B04FB31-AD83-14B2-EC75-FF2B9E8D0D32}"/>
                    </a:ext>
                  </a:extLst>
                </p14:cNvPr>
                <p14:cNvContentPartPr/>
                <p14:nvPr/>
              </p14:nvContentPartPr>
              <p14:xfrm>
                <a:off x="1609052" y="605165"/>
                <a:ext cx="19080" cy="163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B04FB31-AD83-14B2-EC75-FF2B9E8D0D3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02932" y="599045"/>
                  <a:ext cx="31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9E82FC-F2EC-A60F-2BE2-C70F6CD728F9}"/>
                    </a:ext>
                  </a:extLst>
                </p14:cNvPr>
                <p14:cNvContentPartPr/>
                <p14:nvPr/>
              </p14:nvContentPartPr>
              <p14:xfrm>
                <a:off x="1170212" y="677165"/>
                <a:ext cx="203760" cy="200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9E82FC-F2EC-A60F-2BE2-C70F6CD728F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64092" y="671045"/>
                  <a:ext cx="2160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CADEC9B-2306-216B-6681-221A49A16999}"/>
                    </a:ext>
                  </a:extLst>
                </p14:cNvPr>
                <p14:cNvContentPartPr/>
                <p14:nvPr/>
              </p14:nvContentPartPr>
              <p14:xfrm>
                <a:off x="1218812" y="843125"/>
                <a:ext cx="86400" cy="152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CADEC9B-2306-216B-6681-221A49A1699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212692" y="837005"/>
                  <a:ext cx="986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39C1D9A-FBC9-0A64-A027-8CFCCF7FCEBE}"/>
                    </a:ext>
                  </a:extLst>
                </p14:cNvPr>
                <p14:cNvContentPartPr/>
                <p14:nvPr/>
              </p14:nvContentPartPr>
              <p14:xfrm>
                <a:off x="2994692" y="906845"/>
                <a:ext cx="335160" cy="10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39C1D9A-FBC9-0A64-A027-8CFCCF7FCEB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88572" y="900725"/>
                  <a:ext cx="3474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ECCC2FA-6A5E-6957-AC59-281B6AB7915D}"/>
                    </a:ext>
                  </a:extLst>
                </p14:cNvPr>
                <p14:cNvContentPartPr/>
                <p14:nvPr/>
              </p14:nvContentPartPr>
              <p14:xfrm>
                <a:off x="3125012" y="1432805"/>
                <a:ext cx="320400" cy="55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ECCC2FA-6A5E-6957-AC59-281B6AB7915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118892" y="1426685"/>
                  <a:ext cx="332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7D8B8EB-1186-0D54-BF05-59E64D382CB0}"/>
                    </a:ext>
                  </a:extLst>
                </p14:cNvPr>
                <p14:cNvContentPartPr/>
                <p14:nvPr/>
              </p14:nvContentPartPr>
              <p14:xfrm>
                <a:off x="2456132" y="1330205"/>
                <a:ext cx="449280" cy="375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7D8B8EB-1186-0D54-BF05-59E64D382CB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450012" y="1324085"/>
                  <a:ext cx="4615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E74EB74-2561-4A08-9176-73C4AE4F330B}"/>
                    </a:ext>
                  </a:extLst>
                </p14:cNvPr>
                <p14:cNvContentPartPr/>
                <p14:nvPr/>
              </p14:nvContentPartPr>
              <p14:xfrm>
                <a:off x="2087132" y="1388165"/>
                <a:ext cx="358560" cy="273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E74EB74-2561-4A08-9176-73C4AE4F330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81012" y="1382045"/>
                  <a:ext cx="3708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B42965E-FACC-B92B-EEA9-40A7F76820A6}"/>
                    </a:ext>
                  </a:extLst>
                </p14:cNvPr>
                <p14:cNvContentPartPr/>
                <p14:nvPr/>
              </p14:nvContentPartPr>
              <p14:xfrm>
                <a:off x="2159852" y="1270805"/>
                <a:ext cx="19440" cy="183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B42965E-FACC-B92B-EEA9-40A7F76820A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53732" y="1264685"/>
                  <a:ext cx="316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3B9FF52-9FD8-773F-BEBC-B33CD08FB2BC}"/>
                    </a:ext>
                  </a:extLst>
                </p14:cNvPr>
                <p14:cNvContentPartPr/>
                <p14:nvPr/>
              </p14:nvContentPartPr>
              <p14:xfrm>
                <a:off x="1668452" y="1362245"/>
                <a:ext cx="265680" cy="653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3B9FF52-9FD8-773F-BEBC-B33CD08FB2B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662332" y="1356125"/>
                  <a:ext cx="27792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A5A1189-896F-0D56-649B-25CAE9AB57E7}"/>
                    </a:ext>
                  </a:extLst>
                </p14:cNvPr>
                <p14:cNvContentPartPr/>
                <p14:nvPr/>
              </p14:nvContentPartPr>
              <p14:xfrm>
                <a:off x="3221132" y="2307245"/>
                <a:ext cx="539640" cy="25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A5A1189-896F-0D56-649B-25CAE9AB57E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215012" y="2301125"/>
                  <a:ext cx="551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84F04CE-EB51-628B-4AAA-7A191FA3F703}"/>
                    </a:ext>
                  </a:extLst>
                </p14:cNvPr>
                <p14:cNvContentPartPr/>
                <p14:nvPr/>
              </p14:nvContentPartPr>
              <p14:xfrm>
                <a:off x="2757812" y="1909805"/>
                <a:ext cx="431280" cy="484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84F04CE-EB51-628B-4AAA-7A191FA3F70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751692" y="1903685"/>
                  <a:ext cx="44352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33CDE1D-A26C-C745-1ED2-E354DD3D5A6B}"/>
                    </a:ext>
                  </a:extLst>
                </p14:cNvPr>
                <p14:cNvContentPartPr/>
                <p14:nvPr/>
              </p14:nvContentPartPr>
              <p14:xfrm>
                <a:off x="2416172" y="2141645"/>
                <a:ext cx="209880" cy="275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33CDE1D-A26C-C745-1ED2-E354DD3D5A6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410052" y="2135525"/>
                  <a:ext cx="2221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796ED4F-1BF7-B44D-50C3-9806258572BE}"/>
                    </a:ext>
                  </a:extLst>
                </p14:cNvPr>
                <p14:cNvContentPartPr/>
                <p14:nvPr/>
              </p14:nvContentPartPr>
              <p14:xfrm>
                <a:off x="2198012" y="2135165"/>
                <a:ext cx="141120" cy="193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796ED4F-1BF7-B44D-50C3-9806258572B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191892" y="2129045"/>
                  <a:ext cx="153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F870E54-C74B-6DDD-EEF9-34F285469CA0}"/>
                    </a:ext>
                  </a:extLst>
                </p14:cNvPr>
                <p14:cNvContentPartPr/>
                <p14:nvPr/>
              </p14:nvContentPartPr>
              <p14:xfrm>
                <a:off x="1855652" y="2088005"/>
                <a:ext cx="225000" cy="315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F870E54-C74B-6DDD-EEF9-34F285469CA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849532" y="2081885"/>
                  <a:ext cx="2372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3CE9F3E-4111-6F79-E450-36C7BCFFF481}"/>
                    </a:ext>
                  </a:extLst>
                </p14:cNvPr>
                <p14:cNvContentPartPr/>
                <p14:nvPr/>
              </p14:nvContentPartPr>
              <p14:xfrm>
                <a:off x="1783292" y="2071805"/>
                <a:ext cx="15120" cy="48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3CE9F3E-4111-6F79-E450-36C7BCFFF48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777172" y="2065685"/>
                  <a:ext cx="273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D12408-20DE-7EF0-7CAE-895D27D67349}"/>
                    </a:ext>
                  </a:extLst>
                </p14:cNvPr>
                <p14:cNvContentPartPr/>
                <p14:nvPr/>
              </p14:nvContentPartPr>
              <p14:xfrm>
                <a:off x="964652" y="2109965"/>
                <a:ext cx="636840" cy="144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D12408-20DE-7EF0-7CAE-895D27D6734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8532" y="2103845"/>
                  <a:ext cx="6490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6A8A867-8FA4-6174-81F9-139FC2CC3407}"/>
                    </a:ext>
                  </a:extLst>
                </p14:cNvPr>
                <p14:cNvContentPartPr/>
                <p14:nvPr/>
              </p14:nvContentPartPr>
              <p14:xfrm>
                <a:off x="3495452" y="2870645"/>
                <a:ext cx="348480" cy="55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6A8A867-8FA4-6174-81F9-139FC2CC340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489332" y="2864525"/>
                  <a:ext cx="360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377347D-4DD5-FB77-FEDF-F8C333F11AA6}"/>
                    </a:ext>
                  </a:extLst>
                </p14:cNvPr>
                <p14:cNvContentPartPr/>
                <p14:nvPr/>
              </p14:nvContentPartPr>
              <p14:xfrm>
                <a:off x="2623172" y="2748965"/>
                <a:ext cx="536760" cy="308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377347D-4DD5-FB77-FEDF-F8C333F11AA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617052" y="2742845"/>
                  <a:ext cx="5490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4012D3B-5E3D-CBFD-CD5F-A68A85B748B9}"/>
                    </a:ext>
                  </a:extLst>
                </p14:cNvPr>
                <p14:cNvContentPartPr/>
                <p14:nvPr/>
              </p14:nvContentPartPr>
              <p14:xfrm>
                <a:off x="2092532" y="2739605"/>
                <a:ext cx="491760" cy="239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4012D3B-5E3D-CBFD-CD5F-A68A85B748B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086412" y="2733485"/>
                  <a:ext cx="504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F6D3956-2E6E-597A-4D22-968A792AB44C}"/>
                    </a:ext>
                  </a:extLst>
                </p14:cNvPr>
                <p14:cNvContentPartPr/>
                <p14:nvPr/>
              </p14:nvContentPartPr>
              <p14:xfrm>
                <a:off x="2122412" y="2625125"/>
                <a:ext cx="110160" cy="157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F6D3956-2E6E-597A-4D22-968A792AB44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16292" y="2619005"/>
                  <a:ext cx="1224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A89479B-4939-C48C-390C-FA540B23A2CF}"/>
                    </a:ext>
                  </a:extLst>
                </p14:cNvPr>
                <p14:cNvContentPartPr/>
                <p14:nvPr/>
              </p14:nvContentPartPr>
              <p14:xfrm>
                <a:off x="1079852" y="2773085"/>
                <a:ext cx="893160" cy="120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A89479B-4939-C48C-390C-FA540B23A2C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73732" y="2766965"/>
                  <a:ext cx="905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8CA8DD4-DC47-1836-CA28-D9DBCAB8AF3D}"/>
                    </a:ext>
                  </a:extLst>
                </p14:cNvPr>
                <p14:cNvContentPartPr/>
                <p14:nvPr/>
              </p14:nvContentPartPr>
              <p14:xfrm>
                <a:off x="3740972" y="3689285"/>
                <a:ext cx="227520" cy="54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8CA8DD4-DC47-1836-CA28-D9DBCAB8AF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734852" y="3683165"/>
                  <a:ext cx="2397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8E79AF8-166E-2E88-3655-2C2F4438144F}"/>
                    </a:ext>
                  </a:extLst>
                </p14:cNvPr>
                <p14:cNvContentPartPr/>
                <p14:nvPr/>
              </p14:nvContentPartPr>
              <p14:xfrm>
                <a:off x="3072452" y="3577325"/>
                <a:ext cx="500040" cy="30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8E79AF8-166E-2E88-3655-2C2F4438144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66332" y="3571205"/>
                  <a:ext cx="5122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39CC6B6-697F-6EB8-E1E9-AD959229F82A}"/>
                    </a:ext>
                  </a:extLst>
                </p14:cNvPr>
                <p14:cNvContentPartPr/>
                <p14:nvPr/>
              </p14:nvContentPartPr>
              <p14:xfrm>
                <a:off x="3056972" y="3396605"/>
                <a:ext cx="402480" cy="509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39CC6B6-697F-6EB8-E1E9-AD959229F82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50852" y="3390485"/>
                  <a:ext cx="41472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B31F05-E19B-4CC6-11CC-DD0488E33631}"/>
                    </a:ext>
                  </a:extLst>
                </p14:cNvPr>
                <p14:cNvContentPartPr/>
                <p14:nvPr/>
              </p14:nvContentPartPr>
              <p14:xfrm>
                <a:off x="2940692" y="3665885"/>
                <a:ext cx="270360" cy="494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B31F05-E19B-4CC6-11CC-DD0488E3363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934572" y="3659765"/>
                  <a:ext cx="28260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8889D85-BEDA-BC8D-C1F5-6B757C0A6D49}"/>
                    </a:ext>
                  </a:extLst>
                </p14:cNvPr>
                <p14:cNvContentPartPr/>
                <p14:nvPr/>
              </p14:nvContentPartPr>
              <p14:xfrm>
                <a:off x="2390612" y="3391205"/>
                <a:ext cx="468360" cy="467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8889D85-BEDA-BC8D-C1F5-6B757C0A6D4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384492" y="3385085"/>
                  <a:ext cx="48060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B5E9259-C9CF-A0D0-7486-BEE61712D8D5}"/>
                    </a:ext>
                  </a:extLst>
                </p14:cNvPr>
                <p14:cNvContentPartPr/>
                <p14:nvPr/>
              </p14:nvContentPartPr>
              <p14:xfrm>
                <a:off x="1951772" y="3513965"/>
                <a:ext cx="411120" cy="353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B5E9259-C9CF-A0D0-7486-BEE61712D8D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945652" y="3507845"/>
                  <a:ext cx="4233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C0DCEE1-BCA0-DB81-4FE1-84E9970B621B}"/>
                    </a:ext>
                  </a:extLst>
                </p14:cNvPr>
                <p14:cNvContentPartPr/>
                <p14:nvPr/>
              </p14:nvContentPartPr>
              <p14:xfrm>
                <a:off x="3595532" y="533165"/>
                <a:ext cx="189720" cy="379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C0DCEE1-BCA0-DB81-4FE1-84E9970B621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589412" y="527045"/>
                  <a:ext cx="20196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9BFD615-99CB-B27D-3BD0-C9EB97D0CB90}"/>
                    </a:ext>
                  </a:extLst>
                </p14:cNvPr>
                <p14:cNvContentPartPr/>
                <p14:nvPr/>
              </p14:nvContentPartPr>
              <p14:xfrm>
                <a:off x="3450452" y="524165"/>
                <a:ext cx="432000" cy="418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9BFD615-99CB-B27D-3BD0-C9EB97D0CB9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444332" y="518045"/>
                  <a:ext cx="4442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7EC0236-1858-8A21-B8C3-987D75E5A24E}"/>
                    </a:ext>
                  </a:extLst>
                </p14:cNvPr>
                <p14:cNvContentPartPr/>
                <p14:nvPr/>
              </p14:nvContentPartPr>
              <p14:xfrm>
                <a:off x="3989732" y="766085"/>
                <a:ext cx="30600" cy="207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7EC0236-1858-8A21-B8C3-987D75E5A24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83612" y="759965"/>
                  <a:ext cx="428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96BE518-8FE6-CD08-0749-A6C9D707F5E7}"/>
                    </a:ext>
                  </a:extLst>
                </p14:cNvPr>
                <p14:cNvContentPartPr/>
                <p14:nvPr/>
              </p14:nvContentPartPr>
              <p14:xfrm>
                <a:off x="3720452" y="1267205"/>
                <a:ext cx="179280" cy="290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96BE518-8FE6-CD08-0749-A6C9D707F5E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714332" y="1261085"/>
                  <a:ext cx="1915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7DD692A-DD8E-1AAA-C52D-6CDCD34372B3}"/>
                    </a:ext>
                  </a:extLst>
                </p14:cNvPr>
                <p14:cNvContentPartPr/>
                <p14:nvPr/>
              </p14:nvContentPartPr>
              <p14:xfrm>
                <a:off x="3637652" y="1293485"/>
                <a:ext cx="255600" cy="426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7DD692A-DD8E-1AAA-C52D-6CDCD34372B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31532" y="1287365"/>
                  <a:ext cx="2678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3940BAC-ECA6-1D5C-B349-F8172E3CC44A}"/>
                    </a:ext>
                  </a:extLst>
                </p14:cNvPr>
                <p14:cNvContentPartPr/>
                <p14:nvPr/>
              </p14:nvContentPartPr>
              <p14:xfrm>
                <a:off x="4032572" y="1470605"/>
                <a:ext cx="552240" cy="281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3940BAC-ECA6-1D5C-B349-F8172E3CC44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26452" y="1464485"/>
                  <a:ext cx="5644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34BCF86-BFDB-DA2B-4463-06FA3BA75DE4}"/>
                    </a:ext>
                  </a:extLst>
                </p14:cNvPr>
                <p14:cNvContentPartPr/>
                <p14:nvPr/>
              </p14:nvContentPartPr>
              <p14:xfrm>
                <a:off x="3839972" y="2080805"/>
                <a:ext cx="127800" cy="371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34BCF86-BFDB-DA2B-4463-06FA3BA75DE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833852" y="2074685"/>
                  <a:ext cx="14004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D6243E4-63BF-040E-A58D-1EAC6053E6CD}"/>
                    </a:ext>
                  </a:extLst>
                </p14:cNvPr>
                <p14:cNvContentPartPr/>
                <p14:nvPr/>
              </p14:nvContentPartPr>
              <p14:xfrm>
                <a:off x="3740252" y="2129045"/>
                <a:ext cx="457920" cy="295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D6243E4-63BF-040E-A58D-1EAC6053E6C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734132" y="2122925"/>
                  <a:ext cx="4701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634A51-3A10-76FB-4704-D320397C42B1}"/>
                    </a:ext>
                  </a:extLst>
                </p14:cNvPr>
                <p14:cNvContentPartPr/>
                <p14:nvPr/>
              </p14:nvContentPartPr>
              <p14:xfrm>
                <a:off x="4124732" y="2283125"/>
                <a:ext cx="207000" cy="318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634A51-3A10-76FB-4704-D320397C42B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118612" y="2277005"/>
                  <a:ext cx="2192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6417821-DA21-34A4-146A-BD31D915533A}"/>
                    </a:ext>
                  </a:extLst>
                </p14:cNvPr>
                <p14:cNvContentPartPr/>
                <p14:nvPr/>
              </p14:nvContentPartPr>
              <p14:xfrm>
                <a:off x="3986492" y="2741045"/>
                <a:ext cx="191880" cy="265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6417821-DA21-34A4-146A-BD31D915533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80372" y="2734925"/>
                  <a:ext cx="2041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1E5589B-7587-2CBA-F04C-7319081FA3A6}"/>
                    </a:ext>
                  </a:extLst>
                </p14:cNvPr>
                <p14:cNvContentPartPr/>
                <p14:nvPr/>
              </p14:nvContentPartPr>
              <p14:xfrm>
                <a:off x="3911252" y="2838245"/>
                <a:ext cx="386640" cy="242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1E5589B-7587-2CBA-F04C-7319081FA3A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905132" y="2832125"/>
                  <a:ext cx="3988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B93212A-72F4-7F8D-9458-EC66115F8607}"/>
                    </a:ext>
                  </a:extLst>
                </p14:cNvPr>
                <p14:cNvContentPartPr/>
                <p14:nvPr/>
              </p14:nvContentPartPr>
              <p14:xfrm>
                <a:off x="4307252" y="2926085"/>
                <a:ext cx="139680" cy="249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B93212A-72F4-7F8D-9458-EC66115F860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301132" y="2919965"/>
                  <a:ext cx="1519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9424B0D-0186-A8FF-E913-C7B185605C93}"/>
                    </a:ext>
                  </a:extLst>
                </p14:cNvPr>
                <p14:cNvContentPartPr/>
                <p14:nvPr/>
              </p14:nvContentPartPr>
              <p14:xfrm>
                <a:off x="4137332" y="3483365"/>
                <a:ext cx="176040" cy="558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9424B0D-0186-A8FF-E913-C7B185605C9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131212" y="3477245"/>
                  <a:ext cx="18828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066DEB7-FFAE-58E6-C67D-AD7135CE5B58}"/>
                    </a:ext>
                  </a:extLst>
                </p14:cNvPr>
                <p14:cNvContentPartPr/>
                <p14:nvPr/>
              </p14:nvContentPartPr>
              <p14:xfrm>
                <a:off x="4063892" y="3585965"/>
                <a:ext cx="412200" cy="349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066DEB7-FFAE-58E6-C67D-AD7135CE5B5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057772" y="3579845"/>
                  <a:ext cx="4244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06D7B29-C990-7171-64AC-859B78B31A07}"/>
                    </a:ext>
                  </a:extLst>
                </p14:cNvPr>
                <p14:cNvContentPartPr/>
                <p14:nvPr/>
              </p14:nvContentPartPr>
              <p14:xfrm>
                <a:off x="4431812" y="3757325"/>
                <a:ext cx="258480" cy="484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06D7B29-C990-7171-64AC-859B78B31A0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25692" y="3751205"/>
                  <a:ext cx="27072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17E094E-98F6-5609-4CE8-BC0132AECCDD}"/>
                    </a:ext>
                  </a:extLst>
                </p14:cNvPr>
                <p14:cNvContentPartPr/>
                <p14:nvPr/>
              </p14:nvContentPartPr>
              <p14:xfrm>
                <a:off x="4330292" y="3794765"/>
                <a:ext cx="462960" cy="378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17E094E-98F6-5609-4CE8-BC0132AECCD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324172" y="3788645"/>
                  <a:ext cx="47520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F317553-4953-44BB-1D1A-E068BDEAE803}"/>
                    </a:ext>
                  </a:extLst>
                </p14:cNvPr>
                <p14:cNvContentPartPr/>
                <p14:nvPr/>
              </p14:nvContentPartPr>
              <p14:xfrm>
                <a:off x="3023852" y="4971586"/>
                <a:ext cx="378720" cy="2970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F317553-4953-44BB-1D1A-E068BDEAE80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017732" y="4965466"/>
                  <a:ext cx="3909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DFEA395-E5F9-3080-72D2-20199D990A0C}"/>
                    </a:ext>
                  </a:extLst>
                </p14:cNvPr>
                <p14:cNvContentPartPr/>
                <p14:nvPr/>
              </p14:nvContentPartPr>
              <p14:xfrm>
                <a:off x="2626052" y="5114866"/>
                <a:ext cx="342360" cy="149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DFEA395-E5F9-3080-72D2-20199D990A0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619932" y="5108746"/>
                  <a:ext cx="354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C45194C-D5DA-A89B-DBDB-180E57B22195}"/>
                    </a:ext>
                  </a:extLst>
                </p14:cNvPr>
                <p14:cNvContentPartPr/>
                <p14:nvPr/>
              </p14:nvContentPartPr>
              <p14:xfrm>
                <a:off x="2580332" y="4975906"/>
                <a:ext cx="33480" cy="84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C45194C-D5DA-A89B-DBDB-180E57B2219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574212" y="4969786"/>
                  <a:ext cx="457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A8371EA-F197-CAEE-B05F-2374196AE4FB}"/>
                    </a:ext>
                  </a:extLst>
                </p14:cNvPr>
                <p14:cNvContentPartPr/>
                <p14:nvPr/>
              </p14:nvContentPartPr>
              <p14:xfrm>
                <a:off x="2022692" y="4955746"/>
                <a:ext cx="459720" cy="269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A8371EA-F197-CAEE-B05F-2374196AE4F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016572" y="4949626"/>
                  <a:ext cx="4719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80F55F6-8D70-5BBC-FE56-6BDE055E121E}"/>
                    </a:ext>
                  </a:extLst>
                </p14:cNvPr>
                <p14:cNvContentPartPr/>
                <p14:nvPr/>
              </p14:nvContentPartPr>
              <p14:xfrm>
                <a:off x="2003972" y="5163826"/>
                <a:ext cx="61920" cy="201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80F55F6-8D70-5BBC-FE56-6BDE055E121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97852" y="5157706"/>
                  <a:ext cx="741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2B573D7-5295-F56F-6D92-EF4D6EB2E038}"/>
                    </a:ext>
                  </a:extLst>
                </p14:cNvPr>
                <p14:cNvContentPartPr/>
                <p14:nvPr/>
              </p14:nvContentPartPr>
              <p14:xfrm>
                <a:off x="3571772" y="4539226"/>
                <a:ext cx="266400" cy="23630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2B573D7-5295-F56F-6D92-EF4D6EB2E03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65652" y="4533106"/>
                  <a:ext cx="278640" cy="23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509D4A3-2E1B-010E-BAC3-CE2FB4C60F60}"/>
                    </a:ext>
                  </a:extLst>
                </p14:cNvPr>
                <p14:cNvContentPartPr/>
                <p14:nvPr/>
              </p14:nvContentPartPr>
              <p14:xfrm>
                <a:off x="4360532" y="4672426"/>
                <a:ext cx="355680" cy="241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509D4A3-2E1B-010E-BAC3-CE2FB4C60F6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354412" y="4666306"/>
                  <a:ext cx="3679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DDF6421-FE6A-4CCF-DEF1-702726B9A855}"/>
                    </a:ext>
                  </a:extLst>
                </p14:cNvPr>
                <p14:cNvContentPartPr/>
                <p14:nvPr/>
              </p14:nvContentPartPr>
              <p14:xfrm>
                <a:off x="4005932" y="4726786"/>
                <a:ext cx="309240" cy="2138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DDF6421-FE6A-4CCF-DEF1-702726B9A85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999812" y="4720666"/>
                  <a:ext cx="321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E5E0125-04AA-9092-1748-602FAB762FE2}"/>
                    </a:ext>
                  </a:extLst>
                </p14:cNvPr>
                <p14:cNvContentPartPr/>
                <p14:nvPr/>
              </p14:nvContentPartPr>
              <p14:xfrm>
                <a:off x="3899372" y="4546426"/>
                <a:ext cx="59760" cy="361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E5E0125-04AA-9092-1748-602FAB762FE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893252" y="4540306"/>
                  <a:ext cx="720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B35CF65-DEB9-1D0F-C401-AB8E02D81B99}"/>
                    </a:ext>
                  </a:extLst>
                </p14:cNvPr>
                <p14:cNvContentPartPr/>
                <p14:nvPr/>
              </p14:nvContentPartPr>
              <p14:xfrm>
                <a:off x="4806212" y="4421146"/>
                <a:ext cx="166320" cy="24062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B35CF65-DEB9-1D0F-C401-AB8E02D81B9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800092" y="4415026"/>
                  <a:ext cx="178560" cy="24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5DEEA79-EE16-6C60-B94A-A8A762A88177}"/>
                    </a:ext>
                  </a:extLst>
                </p14:cNvPr>
                <p14:cNvContentPartPr/>
                <p14:nvPr/>
              </p14:nvContentPartPr>
              <p14:xfrm>
                <a:off x="2794532" y="5439946"/>
                <a:ext cx="18720" cy="225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5DEEA79-EE16-6C60-B94A-A8A762A8817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788412" y="5433826"/>
                  <a:ext cx="309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A90169B-3BEE-04BA-AC33-B8F8F9EA329D}"/>
                    </a:ext>
                  </a:extLst>
                </p14:cNvPr>
                <p14:cNvContentPartPr/>
                <p14:nvPr/>
              </p14:nvContentPartPr>
              <p14:xfrm>
                <a:off x="2907212" y="5709226"/>
                <a:ext cx="67320" cy="3751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A90169B-3BEE-04BA-AC33-B8F8F9EA329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901092" y="5703106"/>
                  <a:ext cx="7956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2BB3515-079E-D3B5-73C2-C6FBFDA199EB}"/>
                    </a:ext>
                  </a:extLst>
                </p14:cNvPr>
                <p14:cNvContentPartPr/>
                <p14:nvPr/>
              </p14:nvContentPartPr>
              <p14:xfrm>
                <a:off x="3004412" y="6190906"/>
                <a:ext cx="76680" cy="196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2BB3515-079E-D3B5-73C2-C6FBFDA199E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998292" y="6184786"/>
                  <a:ext cx="889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1105B7F-8315-D426-1BEF-1E3E97BC6F89}"/>
                    </a:ext>
                  </a:extLst>
                </p14:cNvPr>
                <p14:cNvContentPartPr/>
                <p14:nvPr/>
              </p14:nvContentPartPr>
              <p14:xfrm>
                <a:off x="2954372" y="6473506"/>
                <a:ext cx="278280" cy="225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1105B7F-8315-D426-1BEF-1E3E97BC6F8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948252" y="6467386"/>
                  <a:ext cx="2905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9A23797-14AD-33C2-AF44-64D916E9EDAF}"/>
                    </a:ext>
                  </a:extLst>
                </p14:cNvPr>
                <p14:cNvContentPartPr/>
                <p14:nvPr/>
              </p14:nvContentPartPr>
              <p14:xfrm>
                <a:off x="4090172" y="5270746"/>
                <a:ext cx="230760" cy="2124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9A23797-14AD-33C2-AF44-64D916E9EDA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084052" y="5264626"/>
                  <a:ext cx="2430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3F0F548-A123-D8D8-500C-DCEA2C1EAF1A}"/>
                    </a:ext>
                  </a:extLst>
                </p14:cNvPr>
                <p14:cNvContentPartPr/>
                <p14:nvPr/>
              </p14:nvContentPartPr>
              <p14:xfrm>
                <a:off x="4117172" y="5637586"/>
                <a:ext cx="38880" cy="294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3F0F548-A123-D8D8-500C-DCEA2C1EAF1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111052" y="5631466"/>
                  <a:ext cx="511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67AEB6E-5F66-5358-F299-7BC51323125D}"/>
                    </a:ext>
                  </a:extLst>
                </p14:cNvPr>
                <p14:cNvContentPartPr/>
                <p14:nvPr/>
              </p14:nvContentPartPr>
              <p14:xfrm>
                <a:off x="3908012" y="6057346"/>
                <a:ext cx="214200" cy="228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67AEB6E-5F66-5358-F299-7BC51323125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901892" y="6051226"/>
                  <a:ext cx="2264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94D0DCD-A9DA-169B-CFD6-8A448BE0DD25}"/>
                    </a:ext>
                  </a:extLst>
                </p14:cNvPr>
                <p14:cNvContentPartPr/>
                <p14:nvPr/>
              </p14:nvContentPartPr>
              <p14:xfrm>
                <a:off x="4014572" y="6347866"/>
                <a:ext cx="70560" cy="307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94D0DCD-A9DA-169B-CFD6-8A448BE0DD2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008452" y="6341746"/>
                  <a:ext cx="828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F14514D-F10D-A056-1DEB-003B497564D6}"/>
                    </a:ext>
                  </a:extLst>
                </p14:cNvPr>
                <p14:cNvContentPartPr/>
                <p14:nvPr/>
              </p14:nvContentPartPr>
              <p14:xfrm>
                <a:off x="3496532" y="4582786"/>
                <a:ext cx="279360" cy="2473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F14514D-F10D-A056-1DEB-003B497564D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490412" y="4576666"/>
                  <a:ext cx="291600" cy="24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36F6388-B26A-8AA5-A233-48FE038FE49C}"/>
                    </a:ext>
                  </a:extLst>
                </p14:cNvPr>
                <p14:cNvContentPartPr/>
                <p14:nvPr/>
              </p14:nvContentPartPr>
              <p14:xfrm>
                <a:off x="1953932" y="4620946"/>
                <a:ext cx="1625040" cy="23029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36F6388-B26A-8AA5-A233-48FE038FE49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947812" y="4614826"/>
                  <a:ext cx="1637280" cy="23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18B41E8-7DFB-0537-65F6-9E1E3CFFCC6D}"/>
                    </a:ext>
                  </a:extLst>
                </p14:cNvPr>
                <p14:cNvContentPartPr/>
                <p14:nvPr/>
              </p14:nvContentPartPr>
              <p14:xfrm>
                <a:off x="2658812" y="4185346"/>
                <a:ext cx="61920" cy="3704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18B41E8-7DFB-0537-65F6-9E1E3CFFCC6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652692" y="4179226"/>
                  <a:ext cx="741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77EA536-5AB0-4B97-DDF1-30E227ABB1D5}"/>
                    </a:ext>
                  </a:extLst>
                </p14:cNvPr>
                <p14:cNvContentPartPr/>
                <p14:nvPr/>
              </p14:nvContentPartPr>
              <p14:xfrm>
                <a:off x="5242172" y="4957546"/>
                <a:ext cx="4680" cy="43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77EA536-5AB0-4B97-DDF1-30E227ABB1D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236052" y="4951426"/>
                  <a:ext cx="169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4F5F960-5043-EB88-F23B-B09B44E87E17}"/>
                    </a:ext>
                  </a:extLst>
                </p14:cNvPr>
                <p14:cNvContentPartPr/>
                <p14:nvPr/>
              </p14:nvContentPartPr>
              <p14:xfrm>
                <a:off x="1523012" y="5057626"/>
                <a:ext cx="3877920" cy="361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4F5F960-5043-EB88-F23B-B09B44E87E1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16892" y="5051506"/>
                  <a:ext cx="3890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5FEE86D-60F6-25A8-6717-E8ECE2D4F0BC}"/>
                    </a:ext>
                  </a:extLst>
                </p14:cNvPr>
                <p14:cNvContentPartPr/>
                <p14:nvPr/>
              </p14:nvContentPartPr>
              <p14:xfrm>
                <a:off x="4823492" y="4043146"/>
                <a:ext cx="141480" cy="26352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5FEE86D-60F6-25A8-6717-E8ECE2D4F0B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817372" y="4037026"/>
                  <a:ext cx="153720" cy="264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2DF1DD6-7C21-3C26-4EDE-C6F93293B0A4}"/>
                    </a:ext>
                  </a:extLst>
                </p14:cNvPr>
                <p14:cNvContentPartPr/>
                <p14:nvPr/>
              </p14:nvContentPartPr>
              <p14:xfrm>
                <a:off x="1700132" y="4234666"/>
                <a:ext cx="3241800" cy="28566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2DF1DD6-7C21-3C26-4EDE-C6F93293B0A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694012" y="4228546"/>
                  <a:ext cx="3254040" cy="286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24585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C8F2B-9F15-851E-EEE5-C58E8EECF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EA2533B-0DED-7D8A-5A19-95406364AAE9}"/>
                  </a:ext>
                </a:extLst>
              </p14:cNvPr>
              <p14:cNvContentPartPr/>
              <p14:nvPr/>
            </p14:nvContentPartPr>
            <p14:xfrm>
              <a:off x="805532" y="131045"/>
              <a:ext cx="4968360" cy="66974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EA2533B-0DED-7D8A-5A19-95406364AA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9412" y="124925"/>
                <a:ext cx="4980600" cy="67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F489D88-090C-FA58-A5E9-4798B7E3FAE3}"/>
                  </a:ext>
                </a:extLst>
              </p14:cNvPr>
              <p14:cNvContentPartPr/>
              <p14:nvPr/>
            </p14:nvContentPartPr>
            <p14:xfrm>
              <a:off x="1949252" y="1258925"/>
              <a:ext cx="4247640" cy="1152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F489D88-090C-FA58-A5E9-4798B7E3FA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3132" y="1252805"/>
                <a:ext cx="4259880" cy="12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AE5EC93F-4FCE-8BE6-961E-713A94F217AF}"/>
              </a:ext>
            </a:extLst>
          </p:cNvPr>
          <p:cNvGrpSpPr/>
          <p:nvPr/>
        </p:nvGrpSpPr>
        <p:grpSpPr>
          <a:xfrm>
            <a:off x="1372172" y="270725"/>
            <a:ext cx="3384720" cy="6402960"/>
            <a:chOff x="1372172" y="270725"/>
            <a:chExt cx="3384720" cy="640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7645E3C-C7A2-D811-EDFF-15E59A56F7FB}"/>
                    </a:ext>
                  </a:extLst>
                </p14:cNvPr>
                <p14:cNvContentPartPr/>
                <p14:nvPr/>
              </p14:nvContentPartPr>
              <p14:xfrm>
                <a:off x="2549012" y="470525"/>
                <a:ext cx="98280" cy="1684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7645E3C-C7A2-D811-EDFF-15E59A56F7F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42892" y="464405"/>
                  <a:ext cx="110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DFE932F-FBAB-2B08-3B00-DDCA65C9AD28}"/>
                    </a:ext>
                  </a:extLst>
                </p14:cNvPr>
                <p14:cNvContentPartPr/>
                <p14:nvPr/>
              </p14:nvContentPartPr>
              <p14:xfrm>
                <a:off x="2434892" y="355685"/>
                <a:ext cx="72720" cy="384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DFE932F-FBAB-2B08-3B00-DDCA65C9AD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28772" y="349565"/>
                  <a:ext cx="8496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761ED72-D65F-9C0E-33E8-766C064B24B6}"/>
                    </a:ext>
                  </a:extLst>
                </p14:cNvPr>
                <p14:cNvContentPartPr/>
                <p14:nvPr/>
              </p14:nvContentPartPr>
              <p14:xfrm>
                <a:off x="2360372" y="379445"/>
                <a:ext cx="64080" cy="304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761ED72-D65F-9C0E-33E8-766C064B24B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54252" y="373325"/>
                  <a:ext cx="763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B3C9CAA-902B-A9CE-EB4B-6EC0D6FC3677}"/>
                    </a:ext>
                  </a:extLst>
                </p14:cNvPr>
                <p14:cNvContentPartPr/>
                <p14:nvPr/>
              </p14:nvContentPartPr>
              <p14:xfrm>
                <a:off x="2064452" y="499325"/>
                <a:ext cx="277560" cy="196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B3C9CAA-902B-A9CE-EB4B-6EC0D6FC36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58332" y="493205"/>
                  <a:ext cx="289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9253217-A4D7-763E-7C76-DF1CBA0B2500}"/>
                    </a:ext>
                  </a:extLst>
                </p14:cNvPr>
                <p14:cNvContentPartPr/>
                <p14:nvPr/>
              </p14:nvContentPartPr>
              <p14:xfrm>
                <a:off x="1783292" y="501845"/>
                <a:ext cx="187200" cy="427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9253217-A4D7-763E-7C76-DF1CBA0B250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77172" y="495725"/>
                  <a:ext cx="1994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121FD60-8103-F0D4-B1E6-4C663E84BDE6}"/>
                    </a:ext>
                  </a:extLst>
                </p14:cNvPr>
                <p14:cNvContentPartPr/>
                <p14:nvPr/>
              </p14:nvContentPartPr>
              <p14:xfrm>
                <a:off x="2442092" y="948605"/>
                <a:ext cx="165600" cy="141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121FD60-8103-F0D4-B1E6-4C663E84BDE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35972" y="942485"/>
                  <a:ext cx="1778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C10817-DDA2-962B-0A51-A061466EA2A9}"/>
                    </a:ext>
                  </a:extLst>
                </p14:cNvPr>
                <p14:cNvContentPartPr/>
                <p14:nvPr/>
              </p14:nvContentPartPr>
              <p14:xfrm>
                <a:off x="2461892" y="1078205"/>
                <a:ext cx="10080" cy="83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C10817-DDA2-962B-0A51-A061466EA2A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55772" y="1072085"/>
                  <a:ext cx="22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02E855C-4BFB-D103-D82E-E5A2237D5D39}"/>
                    </a:ext>
                  </a:extLst>
                </p14:cNvPr>
                <p14:cNvContentPartPr/>
                <p14:nvPr/>
              </p14:nvContentPartPr>
              <p14:xfrm>
                <a:off x="2179292" y="907925"/>
                <a:ext cx="257760" cy="358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02E855C-4BFB-D103-D82E-E5A2237D5D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73172" y="901805"/>
                  <a:ext cx="2700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347A40D-E6D5-EA74-1786-0DE16E330B35}"/>
                    </a:ext>
                  </a:extLst>
                </p14:cNvPr>
                <p14:cNvContentPartPr/>
                <p14:nvPr/>
              </p14:nvContentPartPr>
              <p14:xfrm>
                <a:off x="1857452" y="993605"/>
                <a:ext cx="216000" cy="244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347A40D-E6D5-EA74-1786-0DE16E330B3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51332" y="987485"/>
                  <a:ext cx="2282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CCD5D43-BC19-4409-0EA3-07CC1B77DF69}"/>
                    </a:ext>
                  </a:extLst>
                </p14:cNvPr>
                <p14:cNvContentPartPr/>
                <p14:nvPr/>
              </p14:nvContentPartPr>
              <p14:xfrm>
                <a:off x="1722812" y="990725"/>
                <a:ext cx="158760" cy="184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CCD5D43-BC19-4409-0EA3-07CC1B77DF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16692" y="984605"/>
                  <a:ext cx="1710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DBF8DB3-F11C-DD81-1CD5-2F1136D6F5CD}"/>
                    </a:ext>
                  </a:extLst>
                </p14:cNvPr>
                <p14:cNvContentPartPr/>
                <p14:nvPr/>
              </p14:nvContentPartPr>
              <p14:xfrm>
                <a:off x="1657292" y="954725"/>
                <a:ext cx="11520" cy="191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DBF8DB3-F11C-DD81-1CD5-2F1136D6F5C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51172" y="948605"/>
                  <a:ext cx="23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1181E05-BEF9-7211-2664-54379F96799A}"/>
                    </a:ext>
                  </a:extLst>
                </p14:cNvPr>
                <p14:cNvContentPartPr/>
                <p14:nvPr/>
              </p14:nvContentPartPr>
              <p14:xfrm>
                <a:off x="1372172" y="804605"/>
                <a:ext cx="193320" cy="414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1181E05-BEF9-7211-2664-54379F96799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66052" y="798485"/>
                  <a:ext cx="2055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CDF214C-3D42-4139-2EBD-2B808595DD0D}"/>
                    </a:ext>
                  </a:extLst>
                </p14:cNvPr>
                <p14:cNvContentPartPr/>
                <p14:nvPr/>
              </p14:nvContentPartPr>
              <p14:xfrm>
                <a:off x="1524812" y="1348565"/>
                <a:ext cx="1360440" cy="68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CDF214C-3D42-4139-2EBD-2B808595DD0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18692" y="1342445"/>
                  <a:ext cx="13726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495A8D4-3291-FD6E-6F14-34E67B16208A}"/>
                    </a:ext>
                  </a:extLst>
                </p14:cNvPr>
                <p14:cNvContentPartPr/>
                <p14:nvPr/>
              </p14:nvContentPartPr>
              <p14:xfrm>
                <a:off x="1940612" y="1891085"/>
                <a:ext cx="531360" cy="41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495A8D4-3291-FD6E-6F14-34E67B1620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34492" y="1884965"/>
                  <a:ext cx="5436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96896F1-CFB5-89A5-03DB-7AD585A2E3A1}"/>
                    </a:ext>
                  </a:extLst>
                </p14:cNvPr>
                <p14:cNvContentPartPr/>
                <p14:nvPr/>
              </p14:nvContentPartPr>
              <p14:xfrm>
                <a:off x="1992092" y="2295365"/>
                <a:ext cx="389160" cy="14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96896F1-CFB5-89A5-03DB-7AD585A2E3A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85972" y="2289245"/>
                  <a:ext cx="4014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54346C-824E-FD49-EDF3-8A48397E1E30}"/>
                    </a:ext>
                  </a:extLst>
                </p14:cNvPr>
                <p14:cNvContentPartPr/>
                <p14:nvPr/>
              </p14:nvContentPartPr>
              <p14:xfrm>
                <a:off x="1980212" y="2760845"/>
                <a:ext cx="433800" cy="9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D54346C-824E-FD49-EDF3-8A48397E1E3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74092" y="2754725"/>
                  <a:ext cx="446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25AE9BB-2A59-E15C-C2D9-A45E66BF8373}"/>
                    </a:ext>
                  </a:extLst>
                </p14:cNvPr>
                <p14:cNvContentPartPr/>
                <p14:nvPr/>
              </p14:nvContentPartPr>
              <p14:xfrm>
                <a:off x="1773572" y="3180605"/>
                <a:ext cx="703440" cy="512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25AE9BB-2A59-E15C-C2D9-A45E66BF83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67452" y="3174485"/>
                  <a:ext cx="71568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015BAF9-EE86-3C14-8193-994D7F326293}"/>
                    </a:ext>
                  </a:extLst>
                </p14:cNvPr>
                <p14:cNvContentPartPr/>
                <p14:nvPr/>
              </p14:nvContentPartPr>
              <p14:xfrm>
                <a:off x="1753052" y="4183565"/>
                <a:ext cx="645120" cy="501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15BAF9-EE86-3C14-8193-994D7F32629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46932" y="4177445"/>
                  <a:ext cx="65736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B330D3B-6503-A0B6-26C9-F58AE3C7A66D}"/>
                    </a:ext>
                  </a:extLst>
                </p14:cNvPr>
                <p14:cNvContentPartPr/>
                <p14:nvPr/>
              </p14:nvContentPartPr>
              <p14:xfrm>
                <a:off x="1725332" y="5037125"/>
                <a:ext cx="782280" cy="116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B330D3B-6503-A0B6-26C9-F58AE3C7A66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19212" y="5031005"/>
                  <a:ext cx="794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B679D60-65C3-952E-72F5-212E637765DC}"/>
                    </a:ext>
                  </a:extLst>
                </p14:cNvPr>
                <p14:cNvContentPartPr/>
                <p14:nvPr/>
              </p14:nvContentPartPr>
              <p14:xfrm>
                <a:off x="1619492" y="5411165"/>
                <a:ext cx="689400" cy="124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B679D60-65C3-952E-72F5-212E637765D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13372" y="5405045"/>
                  <a:ext cx="701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759B822-886A-8B7D-B850-A669B5A0CF19}"/>
                    </a:ext>
                  </a:extLst>
                </p14:cNvPr>
                <p14:cNvContentPartPr/>
                <p14:nvPr/>
              </p14:nvContentPartPr>
              <p14:xfrm>
                <a:off x="2011532" y="5788805"/>
                <a:ext cx="268920" cy="111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759B822-886A-8B7D-B850-A669B5A0CF1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05412" y="5782685"/>
                  <a:ext cx="281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EE4DD25-EFFC-C3FF-7771-A3E9546A35E3}"/>
                    </a:ext>
                  </a:extLst>
                </p14:cNvPr>
                <p14:cNvContentPartPr/>
                <p14:nvPr/>
              </p14:nvContentPartPr>
              <p14:xfrm>
                <a:off x="3096572" y="270725"/>
                <a:ext cx="597240" cy="6402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EE4DD25-EFFC-C3FF-7771-A3E9546A35E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90452" y="264605"/>
                  <a:ext cx="609480" cy="64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58A5935-3818-26C3-6D84-16CF1B9AD907}"/>
                    </a:ext>
                  </a:extLst>
                </p14:cNvPr>
                <p14:cNvContentPartPr/>
                <p14:nvPr/>
              </p14:nvContentPartPr>
              <p14:xfrm>
                <a:off x="4451972" y="576365"/>
                <a:ext cx="304920" cy="322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58A5935-3818-26C3-6D84-16CF1B9AD90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45852" y="570245"/>
                  <a:ext cx="3171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F71E8C0-7AC3-E681-F0B9-4FA90AF0A506}"/>
                    </a:ext>
                  </a:extLst>
                </p14:cNvPr>
                <p14:cNvContentPartPr/>
                <p14:nvPr/>
              </p14:nvContentPartPr>
              <p14:xfrm>
                <a:off x="4347212" y="519845"/>
                <a:ext cx="48960" cy="149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F71E8C0-7AC3-E681-F0B9-4FA90AF0A5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41092" y="513725"/>
                  <a:ext cx="612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196E70A-E886-7BD5-7B83-62B6710ABFB1}"/>
                    </a:ext>
                  </a:extLst>
                </p14:cNvPr>
                <p14:cNvContentPartPr/>
                <p14:nvPr/>
              </p14:nvContentPartPr>
              <p14:xfrm>
                <a:off x="4187012" y="492485"/>
                <a:ext cx="7920" cy="270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196E70A-E886-7BD5-7B83-62B6710ABFB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80892" y="486365"/>
                  <a:ext cx="201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278A692-63C9-C97D-B81D-1CCB02987A33}"/>
                    </a:ext>
                  </a:extLst>
                </p14:cNvPr>
                <p14:cNvContentPartPr/>
                <p14:nvPr/>
              </p14:nvContentPartPr>
              <p14:xfrm>
                <a:off x="4025372" y="532085"/>
                <a:ext cx="38880" cy="443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278A692-63C9-C97D-B81D-1CCB02987A3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19252" y="525965"/>
                  <a:ext cx="5112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C45CAFB-0FA8-BBA8-A1B2-7A5F4C1F056F}"/>
                    </a:ext>
                  </a:extLst>
                </p14:cNvPr>
                <p14:cNvContentPartPr/>
                <p14:nvPr/>
              </p14:nvContentPartPr>
              <p14:xfrm>
                <a:off x="3800372" y="547205"/>
                <a:ext cx="186120" cy="559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C45CAFB-0FA8-BBA8-A1B2-7A5F4C1F056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94252" y="541085"/>
                  <a:ext cx="19836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53C4142-8291-25BC-0C0E-5D0B67B68943}"/>
                    </a:ext>
                  </a:extLst>
                </p14:cNvPr>
                <p14:cNvContentPartPr/>
                <p14:nvPr/>
              </p14:nvContentPartPr>
              <p14:xfrm>
                <a:off x="4178372" y="1524605"/>
                <a:ext cx="27000" cy="371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53C4142-8291-25BC-0C0E-5D0B67B6894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172252" y="1518485"/>
                  <a:ext cx="392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5442DD8-6BC1-0050-A493-84055F74FD20}"/>
                    </a:ext>
                  </a:extLst>
                </p14:cNvPr>
                <p14:cNvContentPartPr/>
                <p14:nvPr/>
              </p14:nvContentPartPr>
              <p14:xfrm>
                <a:off x="4029692" y="2059925"/>
                <a:ext cx="612360" cy="430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5442DD8-6BC1-0050-A493-84055F74FD2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23572" y="2053805"/>
                  <a:ext cx="62460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65EF296-5E04-4E79-B49A-324773BBDDBF}"/>
                    </a:ext>
                  </a:extLst>
                </p14:cNvPr>
                <p14:cNvContentPartPr/>
                <p14:nvPr/>
              </p14:nvContentPartPr>
              <p14:xfrm>
                <a:off x="4184852" y="2661125"/>
                <a:ext cx="36000" cy="442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65EF296-5E04-4E79-B49A-324773BBDDB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78732" y="2655005"/>
                  <a:ext cx="4824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2482404-FAF6-14DA-5F0C-6AAD113A52F2}"/>
                    </a:ext>
                  </a:extLst>
                </p14:cNvPr>
                <p14:cNvContentPartPr/>
                <p14:nvPr/>
              </p14:nvContentPartPr>
              <p14:xfrm>
                <a:off x="4181612" y="3078365"/>
                <a:ext cx="16560" cy="446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2482404-FAF6-14DA-5F0C-6AAD113A52F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75492" y="3072245"/>
                  <a:ext cx="2880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2AAEDB8-E17A-2FE2-116D-C42AD3AE93D3}"/>
                    </a:ext>
                  </a:extLst>
                </p14:cNvPr>
                <p14:cNvContentPartPr/>
                <p14:nvPr/>
              </p14:nvContentPartPr>
              <p14:xfrm>
                <a:off x="4091972" y="3772085"/>
                <a:ext cx="33120" cy="413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2AAEDB8-E17A-2FE2-116D-C42AD3AE93D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85852" y="3765965"/>
                  <a:ext cx="4536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C2E6A58-4DD5-0890-23C2-7658B9BD10A8}"/>
                    </a:ext>
                  </a:extLst>
                </p14:cNvPr>
                <p14:cNvContentPartPr/>
                <p14:nvPr/>
              </p14:nvContentPartPr>
              <p14:xfrm>
                <a:off x="4052012" y="4416845"/>
                <a:ext cx="573480" cy="380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C2E6A58-4DD5-0890-23C2-7658B9BD10A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045892" y="4410725"/>
                  <a:ext cx="5857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31A29E7-FDD1-2977-497D-DD7AE208838E}"/>
                    </a:ext>
                  </a:extLst>
                </p14:cNvPr>
                <p14:cNvContentPartPr/>
                <p14:nvPr/>
              </p14:nvContentPartPr>
              <p14:xfrm>
                <a:off x="4063172" y="4951085"/>
                <a:ext cx="464040" cy="360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31A29E7-FDD1-2977-497D-DD7AE208838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57052" y="4944965"/>
                  <a:ext cx="4762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36D585C-D1BA-765B-6DD3-8A98D5A609B3}"/>
                    </a:ext>
                  </a:extLst>
                </p14:cNvPr>
                <p14:cNvContentPartPr/>
                <p14:nvPr/>
              </p14:nvContentPartPr>
              <p14:xfrm>
                <a:off x="4292492" y="5501885"/>
                <a:ext cx="66960" cy="284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36D585C-D1BA-765B-6DD3-8A98D5A609B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86372" y="5495765"/>
                  <a:ext cx="792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B57568D-59A0-FD03-6496-A2F7262646F8}"/>
                    </a:ext>
                  </a:extLst>
                </p14:cNvPr>
                <p14:cNvContentPartPr/>
                <p14:nvPr/>
              </p14:nvContentPartPr>
              <p14:xfrm>
                <a:off x="4237412" y="6072845"/>
                <a:ext cx="335160" cy="394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B57568D-59A0-FD03-6496-A2F7262646F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31292" y="6066725"/>
                  <a:ext cx="3474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AE81BBC-F86B-A273-94D1-051F7A03A62E}"/>
                    </a:ext>
                  </a:extLst>
                </p14:cNvPr>
                <p14:cNvContentPartPr/>
                <p14:nvPr/>
              </p14:nvContentPartPr>
              <p14:xfrm>
                <a:off x="1497092" y="1301405"/>
                <a:ext cx="1569960" cy="5035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AE81BBC-F86B-A273-94D1-051F7A03A62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90972" y="1295285"/>
                  <a:ext cx="1582200" cy="504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9183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CD394-3308-D929-C23B-ECBB6811A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8C96308-994B-2E23-735A-EF4C96D211D5}"/>
                  </a:ext>
                </a:extLst>
              </p14:cNvPr>
              <p14:cNvContentPartPr/>
              <p14:nvPr/>
            </p14:nvContentPartPr>
            <p14:xfrm>
              <a:off x="1942772" y="987060"/>
              <a:ext cx="982440" cy="3836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8C96308-994B-2E23-735A-EF4C96D211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6652" y="980940"/>
                <a:ext cx="994680" cy="38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434B4D4-A676-14E2-8F61-737F63298AE9}"/>
                  </a:ext>
                </a:extLst>
              </p14:cNvPr>
              <p14:cNvContentPartPr/>
              <p14:nvPr/>
            </p14:nvContentPartPr>
            <p14:xfrm>
              <a:off x="647492" y="1090020"/>
              <a:ext cx="1084320" cy="7020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434B4D4-A676-14E2-8F61-737F63298A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1372" y="1083900"/>
                <a:ext cx="1096560" cy="71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B71A54EB-88B6-7C75-68E0-6B15F95DB076}"/>
                  </a:ext>
                </a:extLst>
              </p14:cNvPr>
              <p14:cNvContentPartPr/>
              <p14:nvPr/>
            </p14:nvContentPartPr>
            <p14:xfrm>
              <a:off x="630212" y="1030260"/>
              <a:ext cx="1152000" cy="7873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B71A54EB-88B6-7C75-68E0-6B15F95DB0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4092" y="1024140"/>
                <a:ext cx="1164240" cy="79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FBE7D6E9-31CE-A148-D5BE-97844E352BA0}"/>
                  </a:ext>
                </a:extLst>
              </p14:cNvPr>
              <p14:cNvContentPartPr/>
              <p14:nvPr/>
            </p14:nvContentPartPr>
            <p14:xfrm>
              <a:off x="1836572" y="944220"/>
              <a:ext cx="892800" cy="8992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FBE7D6E9-31CE-A148-D5BE-97844E352BA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30452" y="938100"/>
                <a:ext cx="905040" cy="91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0BCD0D37-9A27-2127-3E58-D6E30C96A946}"/>
              </a:ext>
            </a:extLst>
          </p:cNvPr>
          <p:cNvGrpSpPr/>
          <p:nvPr/>
        </p:nvGrpSpPr>
        <p:grpSpPr>
          <a:xfrm>
            <a:off x="32252" y="101460"/>
            <a:ext cx="12124080" cy="7223825"/>
            <a:chOff x="32252" y="101460"/>
            <a:chExt cx="12124080" cy="722382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C399B92-18CA-3B1F-D101-72161BA2CA01}"/>
                    </a:ext>
                  </a:extLst>
                </p14:cNvPr>
                <p14:cNvContentPartPr/>
                <p14:nvPr/>
              </p14:nvContentPartPr>
              <p14:xfrm>
                <a:off x="1074452" y="569525"/>
                <a:ext cx="277200" cy="205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C399B92-18CA-3B1F-D101-72161BA2CA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8332" y="563405"/>
                  <a:ext cx="2894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91370A5-90EF-1462-BBED-79C43C91C811}"/>
                    </a:ext>
                  </a:extLst>
                </p14:cNvPr>
                <p14:cNvContentPartPr/>
                <p14:nvPr/>
              </p14:nvContentPartPr>
              <p14:xfrm>
                <a:off x="1069412" y="560165"/>
                <a:ext cx="289800" cy="244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91370A5-90EF-1462-BBED-79C43C91C8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63292" y="554045"/>
                  <a:ext cx="3020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B33675F-BF81-311A-7687-AF80C04DFD9E}"/>
                    </a:ext>
                  </a:extLst>
                </p14:cNvPr>
                <p14:cNvContentPartPr/>
                <p14:nvPr/>
              </p14:nvContentPartPr>
              <p14:xfrm>
                <a:off x="1467572" y="727925"/>
                <a:ext cx="35280" cy="140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B33675F-BF81-311A-7687-AF80C04DFD9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61452" y="721805"/>
                  <a:ext cx="47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304D620-7BB3-23E0-9394-D74348B832AE}"/>
                    </a:ext>
                  </a:extLst>
                </p14:cNvPr>
                <p14:cNvContentPartPr/>
                <p14:nvPr/>
              </p14:nvContentPartPr>
              <p14:xfrm>
                <a:off x="1989932" y="507965"/>
                <a:ext cx="153720" cy="254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304D620-7BB3-23E0-9394-D74348B832A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83812" y="501845"/>
                  <a:ext cx="1659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6A10630-2E33-BD5E-96D9-EF7B6620B62F}"/>
                    </a:ext>
                  </a:extLst>
                </p14:cNvPr>
                <p14:cNvContentPartPr/>
                <p14:nvPr/>
              </p14:nvContentPartPr>
              <p14:xfrm>
                <a:off x="1957532" y="571325"/>
                <a:ext cx="327600" cy="242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6A10630-2E33-BD5E-96D9-EF7B6620B62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51412" y="565205"/>
                  <a:ext cx="3398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C56DB82-20BD-9414-519C-5D1231BCE7C2}"/>
                    </a:ext>
                  </a:extLst>
                </p14:cNvPr>
                <p14:cNvContentPartPr/>
                <p14:nvPr/>
              </p14:nvContentPartPr>
              <p14:xfrm>
                <a:off x="2392772" y="713165"/>
                <a:ext cx="262080" cy="167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C56DB82-20BD-9414-519C-5D1231BCE7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86652" y="707045"/>
                  <a:ext cx="2743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0F6CB76-31F4-EFA1-442E-BDAFBE7C38FF}"/>
                    </a:ext>
                  </a:extLst>
                </p14:cNvPr>
                <p14:cNvContentPartPr/>
                <p14:nvPr/>
              </p14:nvContentPartPr>
              <p14:xfrm>
                <a:off x="2948612" y="539645"/>
                <a:ext cx="178200" cy="300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0F6CB76-31F4-EFA1-442E-BDAFBE7C38F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42492" y="533525"/>
                  <a:ext cx="1904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029BA77-09DD-6C66-DB4D-9E2239A873A7}"/>
                    </a:ext>
                  </a:extLst>
                </p14:cNvPr>
                <p14:cNvContentPartPr/>
                <p14:nvPr/>
              </p14:nvContentPartPr>
              <p14:xfrm>
                <a:off x="2856812" y="564125"/>
                <a:ext cx="299880" cy="295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029BA77-09DD-6C66-DB4D-9E2239A873A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50692" y="558005"/>
                  <a:ext cx="3121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BC7985-ED00-2208-76FE-6829F621CB76}"/>
                    </a:ext>
                  </a:extLst>
                </p14:cNvPr>
                <p14:cNvContentPartPr/>
                <p14:nvPr/>
              </p14:nvContentPartPr>
              <p14:xfrm>
                <a:off x="3283412" y="662405"/>
                <a:ext cx="173520" cy="366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BC7985-ED00-2208-76FE-6829F621CB7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77292" y="656285"/>
                  <a:ext cx="1857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BEECC50-CCA0-AF9C-6EE9-095F54643A36}"/>
                    </a:ext>
                  </a:extLst>
                </p14:cNvPr>
                <p14:cNvContentPartPr/>
                <p14:nvPr/>
              </p14:nvContentPartPr>
              <p14:xfrm>
                <a:off x="3906572" y="580325"/>
                <a:ext cx="233640" cy="249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BEECC50-CCA0-AF9C-6EE9-095F54643A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0452" y="574205"/>
                  <a:ext cx="2458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805B0E3-CF90-DA94-1F8B-8918B7E68C09}"/>
                    </a:ext>
                  </a:extLst>
                </p14:cNvPr>
                <p14:cNvContentPartPr/>
                <p14:nvPr/>
              </p14:nvContentPartPr>
              <p14:xfrm>
                <a:off x="3864812" y="665285"/>
                <a:ext cx="368640" cy="325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805B0E3-CF90-DA94-1F8B-8918B7E68C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58692" y="659165"/>
                  <a:ext cx="3808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21A0162-F251-CAEA-6287-8DE262841EAA}"/>
                    </a:ext>
                  </a:extLst>
                </p14:cNvPr>
                <p14:cNvContentPartPr/>
                <p14:nvPr/>
              </p14:nvContentPartPr>
              <p14:xfrm>
                <a:off x="4371692" y="877325"/>
                <a:ext cx="196560" cy="349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21A0162-F251-CAEA-6287-8DE262841EA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65572" y="871205"/>
                  <a:ext cx="20880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06122AD-9F15-36F5-28D5-F72536341F3C}"/>
                    </a:ext>
                  </a:extLst>
                </p14:cNvPr>
                <p14:cNvContentPartPr/>
                <p14:nvPr/>
              </p14:nvContentPartPr>
              <p14:xfrm>
                <a:off x="4991612" y="390605"/>
                <a:ext cx="327240" cy="6195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06122AD-9F15-36F5-28D5-F72536341F3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85492" y="384485"/>
                  <a:ext cx="339480" cy="620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5D8AADC-1D8B-289B-32B2-9414819FFD19}"/>
                    </a:ext>
                  </a:extLst>
                </p14:cNvPr>
                <p14:cNvContentPartPr/>
                <p14:nvPr/>
              </p14:nvContentPartPr>
              <p14:xfrm>
                <a:off x="5262692" y="1485725"/>
                <a:ext cx="16560" cy="297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5D8AADC-1D8B-289B-32B2-9414819FFD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56572" y="1479605"/>
                  <a:ext cx="288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BBC42C5-9F57-588E-BF0E-844B1BA29F6C}"/>
                    </a:ext>
                  </a:extLst>
                </p14:cNvPr>
                <p14:cNvContentPartPr/>
                <p14:nvPr/>
              </p14:nvContentPartPr>
              <p14:xfrm>
                <a:off x="5332532" y="2056325"/>
                <a:ext cx="13680" cy="182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BBC42C5-9F57-588E-BF0E-844B1BA29F6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26412" y="2050205"/>
                  <a:ext cx="259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5E874FA-7120-880B-A37E-84661E4EC301}"/>
                    </a:ext>
                  </a:extLst>
                </p14:cNvPr>
                <p14:cNvContentPartPr/>
                <p14:nvPr/>
              </p14:nvContentPartPr>
              <p14:xfrm>
                <a:off x="5289692" y="2495165"/>
                <a:ext cx="58320" cy="596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5E874FA-7120-880B-A37E-84661E4EC30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83572" y="2489045"/>
                  <a:ext cx="7056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BBA5F20-8963-D228-95EC-ECA8DDBDEBD0}"/>
                    </a:ext>
                  </a:extLst>
                </p14:cNvPr>
                <p14:cNvContentPartPr/>
                <p14:nvPr/>
              </p14:nvContentPartPr>
              <p14:xfrm>
                <a:off x="5350172" y="3454565"/>
                <a:ext cx="291240" cy="285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BBA5F20-8963-D228-95EC-ECA8DDBDEBD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44052" y="3448445"/>
                  <a:ext cx="3034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4EB6218-9473-B9FE-B86D-2EC1A13E2572}"/>
                    </a:ext>
                  </a:extLst>
                </p14:cNvPr>
                <p14:cNvContentPartPr/>
                <p14:nvPr/>
              </p14:nvContentPartPr>
              <p14:xfrm>
                <a:off x="5415692" y="3970085"/>
                <a:ext cx="303120" cy="327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4EB6218-9473-B9FE-B86D-2EC1A13E257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09572" y="3963965"/>
                  <a:ext cx="3153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E0EABD5-FA32-75CF-293E-5BEA4CDFBA76}"/>
                    </a:ext>
                  </a:extLst>
                </p14:cNvPr>
                <p14:cNvContentPartPr/>
                <p14:nvPr/>
              </p14:nvContentPartPr>
              <p14:xfrm>
                <a:off x="5483732" y="4362125"/>
                <a:ext cx="273960" cy="257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E0EABD5-FA32-75CF-293E-5BEA4CDFBA7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77612" y="4356005"/>
                  <a:ext cx="2862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FBADC1B-E3EC-A9F4-6A24-16E6393FD827}"/>
                    </a:ext>
                  </a:extLst>
                </p14:cNvPr>
                <p14:cNvContentPartPr/>
                <p14:nvPr/>
              </p14:nvContentPartPr>
              <p14:xfrm>
                <a:off x="5495612" y="4840925"/>
                <a:ext cx="99000" cy="286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FBADC1B-E3EC-A9F4-6A24-16E6393FD82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89492" y="4834805"/>
                  <a:ext cx="1112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CD8FE84-703B-1AF5-F1D5-2270F878FFA3}"/>
                    </a:ext>
                  </a:extLst>
                </p14:cNvPr>
                <p14:cNvContentPartPr/>
                <p14:nvPr/>
              </p14:nvContentPartPr>
              <p14:xfrm>
                <a:off x="5489852" y="4854245"/>
                <a:ext cx="300960" cy="371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CD8FE84-703B-1AF5-F1D5-2270F878FF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83732" y="4848125"/>
                  <a:ext cx="3132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42C228D-FCCF-E664-71DF-28A71F5D701E}"/>
                    </a:ext>
                  </a:extLst>
                </p14:cNvPr>
                <p14:cNvContentPartPr/>
                <p14:nvPr/>
              </p14:nvContentPartPr>
              <p14:xfrm>
                <a:off x="5503172" y="5474885"/>
                <a:ext cx="29160" cy="24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42C228D-FCCF-E664-71DF-28A71F5D701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97052" y="5468765"/>
                  <a:ext cx="41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50C4B51-E08D-6DEC-C7A9-CE5050C800F6}"/>
                    </a:ext>
                  </a:extLst>
                </p14:cNvPr>
                <p14:cNvContentPartPr/>
                <p14:nvPr/>
              </p14:nvContentPartPr>
              <p14:xfrm>
                <a:off x="5461052" y="5485325"/>
                <a:ext cx="143280" cy="12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50C4B51-E08D-6DEC-C7A9-CE5050C800F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54932" y="5479205"/>
                  <a:ext cx="155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005358-6105-EB09-3A84-683B5CCCB32F}"/>
                    </a:ext>
                  </a:extLst>
                </p14:cNvPr>
                <p14:cNvContentPartPr/>
                <p14:nvPr/>
              </p14:nvContentPartPr>
              <p14:xfrm>
                <a:off x="5540972" y="5552285"/>
                <a:ext cx="5400" cy="19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E005358-6105-EB09-3A84-683B5CCCB32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34852" y="5546165"/>
                  <a:ext cx="176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08E879D-AFBC-4104-7F6D-0AE797592875}"/>
                    </a:ext>
                  </a:extLst>
                </p14:cNvPr>
                <p14:cNvContentPartPr/>
                <p14:nvPr/>
              </p14:nvContentPartPr>
              <p14:xfrm>
                <a:off x="5506052" y="5492165"/>
                <a:ext cx="115920" cy="283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08E879D-AFBC-4104-7F6D-0AE79759287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99932" y="5486045"/>
                  <a:ext cx="1281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8E73381-D2B1-B62F-B71D-2FDEBC6D9750}"/>
                    </a:ext>
                  </a:extLst>
                </p14:cNvPr>
                <p14:cNvContentPartPr/>
                <p14:nvPr/>
              </p14:nvContentPartPr>
              <p14:xfrm>
                <a:off x="5493452" y="5952965"/>
                <a:ext cx="168120" cy="236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8E73381-D2B1-B62F-B71D-2FDEBC6D975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87332" y="5946845"/>
                  <a:ext cx="180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436CC8D-0330-C457-B920-FC8126B2CA0E}"/>
                    </a:ext>
                  </a:extLst>
                </p14:cNvPr>
                <p14:cNvContentPartPr/>
                <p14:nvPr/>
              </p14:nvContentPartPr>
              <p14:xfrm>
                <a:off x="5543132" y="6231965"/>
                <a:ext cx="102960" cy="406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436CC8D-0330-C457-B920-FC8126B2CA0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37012" y="6225845"/>
                  <a:ext cx="11520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30A4453-3925-FFD6-F2D4-B68BB618363F}"/>
                    </a:ext>
                  </a:extLst>
                </p14:cNvPr>
                <p14:cNvContentPartPr/>
                <p14:nvPr/>
              </p14:nvContentPartPr>
              <p14:xfrm>
                <a:off x="541292" y="1801085"/>
                <a:ext cx="4992840" cy="99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30A4453-3925-FFD6-F2D4-B68BB618363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35172" y="1794965"/>
                  <a:ext cx="50050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EAC9729-3CE8-B16C-0D58-61035E9AB4AA}"/>
                    </a:ext>
                  </a:extLst>
                </p14:cNvPr>
                <p14:cNvContentPartPr/>
                <p14:nvPr/>
              </p14:nvContentPartPr>
              <p14:xfrm>
                <a:off x="644612" y="992885"/>
                <a:ext cx="4905720" cy="281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EAC9729-3CE8-B16C-0D58-61035E9AB4A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8492" y="986765"/>
                  <a:ext cx="4917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C480D7A-ED77-651A-21A1-C4602BEFBC1D}"/>
                    </a:ext>
                  </a:extLst>
                </p14:cNvPr>
                <p14:cNvContentPartPr/>
                <p14:nvPr/>
              </p14:nvContentPartPr>
              <p14:xfrm>
                <a:off x="1029452" y="1312205"/>
                <a:ext cx="5400" cy="3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C480D7A-ED77-651A-21A1-C4602BEFBC1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3332" y="1306085"/>
                  <a:ext cx="176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B546FDC-31CD-57F1-D324-A715133334B9}"/>
                    </a:ext>
                  </a:extLst>
                </p14:cNvPr>
                <p14:cNvContentPartPr/>
                <p14:nvPr/>
              </p14:nvContentPartPr>
              <p14:xfrm>
                <a:off x="801932" y="1244165"/>
                <a:ext cx="274320" cy="324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B546FDC-31CD-57F1-D324-A715133334B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5812" y="1238045"/>
                  <a:ext cx="2865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5F5DB7A-D49D-78AA-D1B2-E210DD6AFEB1}"/>
                    </a:ext>
                  </a:extLst>
                </p14:cNvPr>
                <p14:cNvContentPartPr/>
                <p14:nvPr/>
              </p14:nvContentPartPr>
              <p14:xfrm>
                <a:off x="1241492" y="1441805"/>
                <a:ext cx="21960" cy="132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5F5DB7A-D49D-78AA-D1B2-E210DD6AFEB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35372" y="1435685"/>
                  <a:ext cx="342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AB9B6A2-7568-27F9-9F4B-F5C0E3F37AEF}"/>
                    </a:ext>
                  </a:extLst>
                </p14:cNvPr>
                <p14:cNvContentPartPr/>
                <p14:nvPr/>
              </p14:nvContentPartPr>
              <p14:xfrm>
                <a:off x="1385492" y="1185125"/>
                <a:ext cx="97560" cy="391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AB9B6A2-7568-27F9-9F4B-F5C0E3F37AE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79372" y="1179005"/>
                  <a:ext cx="1098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778403E-33F0-322F-28F8-CCC530CEC2FE}"/>
                    </a:ext>
                  </a:extLst>
                </p14:cNvPr>
                <p14:cNvContentPartPr/>
                <p14:nvPr/>
              </p14:nvContentPartPr>
              <p14:xfrm>
                <a:off x="1956812" y="1279445"/>
                <a:ext cx="275040" cy="237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778403E-33F0-322F-28F8-CCC530CEC2F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50692" y="1273325"/>
                  <a:ext cx="2872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493ED7F-57B2-436B-2FF2-010DF98C4A5F}"/>
                    </a:ext>
                  </a:extLst>
                </p14:cNvPr>
                <p14:cNvContentPartPr/>
                <p14:nvPr/>
              </p14:nvContentPartPr>
              <p14:xfrm>
                <a:off x="2394572" y="1450085"/>
                <a:ext cx="38160" cy="114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493ED7F-57B2-436B-2FF2-010DF98C4A5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88452" y="1443965"/>
                  <a:ext cx="50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E4FD18E-67DD-1340-2F35-0B55A7621899}"/>
                    </a:ext>
                  </a:extLst>
                </p14:cNvPr>
                <p14:cNvContentPartPr/>
                <p14:nvPr/>
              </p14:nvContentPartPr>
              <p14:xfrm>
                <a:off x="2399252" y="1259645"/>
                <a:ext cx="545040" cy="372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E4FD18E-67DD-1340-2F35-0B55A762189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93132" y="1253525"/>
                  <a:ext cx="5572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6D2C6A0-645E-2996-59DC-49AD2BA72DAD}"/>
                    </a:ext>
                  </a:extLst>
                </p14:cNvPr>
                <p14:cNvContentPartPr/>
                <p14:nvPr/>
              </p14:nvContentPartPr>
              <p14:xfrm>
                <a:off x="3076772" y="1310765"/>
                <a:ext cx="219600" cy="272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6D2C6A0-645E-2996-59DC-49AD2BA72DA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70652" y="1304645"/>
                  <a:ext cx="2318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975A7A3-7A88-AC64-DD03-0682A5C51BE9}"/>
                    </a:ext>
                  </a:extLst>
                </p14:cNvPr>
                <p14:cNvContentPartPr/>
                <p14:nvPr/>
              </p14:nvContentPartPr>
              <p14:xfrm>
                <a:off x="3361892" y="1451165"/>
                <a:ext cx="33840" cy="119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975A7A3-7A88-AC64-DD03-0682A5C51BE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355772" y="1445045"/>
                  <a:ext cx="46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8B91607-06E0-384D-2E39-65DD9A68556C}"/>
                    </a:ext>
                  </a:extLst>
                </p14:cNvPr>
                <p14:cNvContentPartPr/>
                <p14:nvPr/>
              </p14:nvContentPartPr>
              <p14:xfrm>
                <a:off x="3445772" y="1329125"/>
                <a:ext cx="198360" cy="310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8B91607-06E0-384D-2E39-65DD9A68556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39652" y="1323005"/>
                  <a:ext cx="2106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C018DC1-C4AB-9F21-4D4C-E94E29159B61}"/>
                    </a:ext>
                  </a:extLst>
                </p14:cNvPr>
                <p14:cNvContentPartPr/>
                <p14:nvPr/>
              </p14:nvContentPartPr>
              <p14:xfrm>
                <a:off x="3986132" y="1334525"/>
                <a:ext cx="239040" cy="266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C018DC1-C4AB-9F21-4D4C-E94E29159B6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80012" y="1328405"/>
                  <a:ext cx="2512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94549C8-CA97-20B3-6CFB-E783C31F1079}"/>
                    </a:ext>
                  </a:extLst>
                </p14:cNvPr>
                <p14:cNvContentPartPr/>
                <p14:nvPr/>
              </p14:nvContentPartPr>
              <p14:xfrm>
                <a:off x="4342172" y="1557005"/>
                <a:ext cx="23760" cy="44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94549C8-CA97-20B3-6CFB-E783C31F107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36052" y="1550885"/>
                  <a:ext cx="360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04CD6A6-B232-514A-65EF-85A4C7669C91}"/>
                    </a:ext>
                  </a:extLst>
                </p14:cNvPr>
                <p14:cNvContentPartPr/>
                <p14:nvPr/>
              </p14:nvContentPartPr>
              <p14:xfrm>
                <a:off x="4461692" y="1311845"/>
                <a:ext cx="163800" cy="453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04CD6A6-B232-514A-65EF-85A4C7669C9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55572" y="1305725"/>
                  <a:ext cx="17604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B860A99-D1D6-9A33-2A5E-8800721621CF}"/>
                    </a:ext>
                  </a:extLst>
                </p14:cNvPr>
                <p14:cNvContentPartPr/>
                <p14:nvPr/>
              </p14:nvContentPartPr>
              <p14:xfrm>
                <a:off x="292532" y="2233445"/>
                <a:ext cx="5616720" cy="219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B860A99-D1D6-9A33-2A5E-8800721621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6412" y="2227325"/>
                  <a:ext cx="56289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9B9BECC-F060-14AD-15E7-A529EC3322D9}"/>
                    </a:ext>
                  </a:extLst>
                </p14:cNvPr>
                <p14:cNvContentPartPr/>
                <p14:nvPr/>
              </p14:nvContentPartPr>
              <p14:xfrm>
                <a:off x="980132" y="1953365"/>
                <a:ext cx="183960" cy="145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9B9BECC-F060-14AD-15E7-A529EC3322D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4012" y="1947245"/>
                  <a:ext cx="1962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0678C24-A99A-E6AE-8739-B39039A8225E}"/>
                    </a:ext>
                  </a:extLst>
                </p14:cNvPr>
                <p14:cNvContentPartPr/>
                <p14:nvPr/>
              </p14:nvContentPartPr>
              <p14:xfrm>
                <a:off x="1291892" y="2028245"/>
                <a:ext cx="15480" cy="135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0678C24-A99A-E6AE-8739-B39039A8225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85772" y="2022125"/>
                  <a:ext cx="27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9AE8A29-DF31-96FE-AA1A-B37C9E6B185E}"/>
                    </a:ext>
                  </a:extLst>
                </p14:cNvPr>
                <p14:cNvContentPartPr/>
                <p14:nvPr/>
              </p14:nvContentPartPr>
              <p14:xfrm>
                <a:off x="1434452" y="1891085"/>
                <a:ext cx="173880" cy="443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9AE8A29-DF31-96FE-AA1A-B37C9E6B185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28332" y="1884965"/>
                  <a:ext cx="18612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333223F-1346-52EF-AE10-C11AF0748A80}"/>
                    </a:ext>
                  </a:extLst>
                </p14:cNvPr>
                <p14:cNvContentPartPr/>
                <p14:nvPr/>
              </p14:nvContentPartPr>
              <p14:xfrm>
                <a:off x="952052" y="2539805"/>
                <a:ext cx="280080" cy="295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333223F-1346-52EF-AE10-C11AF0748A8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5932" y="2533685"/>
                  <a:ext cx="2923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4784311-5E34-6E5B-FC24-00CAE2999CFC}"/>
                    </a:ext>
                  </a:extLst>
                </p14:cNvPr>
                <p14:cNvContentPartPr/>
                <p14:nvPr/>
              </p14:nvContentPartPr>
              <p14:xfrm>
                <a:off x="1369652" y="2621165"/>
                <a:ext cx="40320" cy="117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4784311-5E34-6E5B-FC24-00CAE2999CF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63532" y="2615045"/>
                  <a:ext cx="525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DB813FE-F221-D262-A525-B47347406304}"/>
                    </a:ext>
                  </a:extLst>
                </p14:cNvPr>
                <p14:cNvContentPartPr/>
                <p14:nvPr/>
              </p14:nvContentPartPr>
              <p14:xfrm>
                <a:off x="1554692" y="2482205"/>
                <a:ext cx="249120" cy="316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DB813FE-F221-D262-A525-B4734740630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548572" y="2476085"/>
                  <a:ext cx="2613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A7B270E-4EF4-70F4-35E3-7423B7034EC6}"/>
                    </a:ext>
                  </a:extLst>
                </p14:cNvPr>
                <p14:cNvContentPartPr/>
                <p14:nvPr/>
              </p14:nvContentPartPr>
              <p14:xfrm>
                <a:off x="1096052" y="3116525"/>
                <a:ext cx="158760" cy="368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A7B270E-4EF4-70F4-35E3-7423B7034EC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89932" y="3110405"/>
                  <a:ext cx="1710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397FF55-E428-1DA8-F662-B3F9F7306867}"/>
                    </a:ext>
                  </a:extLst>
                </p14:cNvPr>
                <p14:cNvContentPartPr/>
                <p14:nvPr/>
              </p14:nvContentPartPr>
              <p14:xfrm>
                <a:off x="1039532" y="3106805"/>
                <a:ext cx="235800" cy="374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397FF55-E428-1DA8-F662-B3F9F730686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33412" y="3100685"/>
                  <a:ext cx="2480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084BDF3-F545-7E21-461C-3F7ACE11657A}"/>
                    </a:ext>
                  </a:extLst>
                </p14:cNvPr>
                <p14:cNvContentPartPr/>
                <p14:nvPr/>
              </p14:nvContentPartPr>
              <p14:xfrm>
                <a:off x="1458932" y="3300845"/>
                <a:ext cx="13680" cy="101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084BDF3-F545-7E21-461C-3F7ACE11657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452812" y="3294725"/>
                  <a:ext cx="259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0EC1AC8-AD54-D784-63BE-177248278C84}"/>
                    </a:ext>
                  </a:extLst>
                </p14:cNvPr>
                <p14:cNvContentPartPr/>
                <p14:nvPr/>
              </p14:nvContentPartPr>
              <p14:xfrm>
                <a:off x="1535252" y="3089525"/>
                <a:ext cx="179640" cy="424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0EC1AC8-AD54-D784-63BE-177248278C8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29132" y="3083405"/>
                  <a:ext cx="19188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9A14DB3-F2FE-40AC-C8C4-5438C12ECDAE}"/>
                    </a:ext>
                  </a:extLst>
                </p14:cNvPr>
                <p14:cNvContentPartPr/>
                <p14:nvPr/>
              </p14:nvContentPartPr>
              <p14:xfrm>
                <a:off x="1741172" y="987485"/>
                <a:ext cx="493560" cy="6337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9A14DB3-F2FE-40AC-C8C4-5438C12ECDA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35052" y="981365"/>
                  <a:ext cx="505800" cy="63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DCF9E37-B71A-59D2-56E2-E582E5E4D624}"/>
                    </a:ext>
                  </a:extLst>
                </p14:cNvPr>
                <p14:cNvContentPartPr/>
                <p14:nvPr/>
              </p14:nvContentPartPr>
              <p14:xfrm>
                <a:off x="2641532" y="318540"/>
                <a:ext cx="603000" cy="6034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DCF9E37-B71A-59D2-56E2-E582E5E4D62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635412" y="312420"/>
                  <a:ext cx="615240" cy="60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AEBE34D-81D1-8FBB-42FE-B4BC71D805EE}"/>
                    </a:ext>
                  </a:extLst>
                </p14:cNvPr>
                <p14:cNvContentPartPr/>
                <p14:nvPr/>
              </p14:nvContentPartPr>
              <p14:xfrm>
                <a:off x="3714332" y="437340"/>
                <a:ext cx="235800" cy="6409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AEBE34D-81D1-8FBB-42FE-B4BC71D805E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08212" y="431220"/>
                  <a:ext cx="248040" cy="64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EEBDF6A-BD41-C81A-5560-D5B7972F6453}"/>
                    </a:ext>
                  </a:extLst>
                </p14:cNvPr>
                <p14:cNvContentPartPr/>
                <p14:nvPr/>
              </p14:nvContentPartPr>
              <p14:xfrm>
                <a:off x="4722332" y="292620"/>
                <a:ext cx="163800" cy="4189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EEBDF6A-BD41-C81A-5560-D5B7972F645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16212" y="286500"/>
                  <a:ext cx="176040" cy="42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74B3066-99E3-4933-8B7E-D128C48755C3}"/>
                    </a:ext>
                  </a:extLst>
                </p14:cNvPr>
                <p14:cNvContentPartPr/>
                <p14:nvPr/>
              </p14:nvContentPartPr>
              <p14:xfrm>
                <a:off x="878612" y="1023780"/>
                <a:ext cx="41400" cy="26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74B3066-99E3-4933-8B7E-D128C48755C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2492" y="1017660"/>
                  <a:ext cx="53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FEA9777-735D-0556-AC21-F14BC4CE10E0}"/>
                    </a:ext>
                  </a:extLst>
                </p14:cNvPr>
                <p14:cNvContentPartPr/>
                <p14:nvPr/>
              </p14:nvContentPartPr>
              <p14:xfrm>
                <a:off x="956012" y="953580"/>
                <a:ext cx="965160" cy="1932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FEA9777-735D-0556-AC21-F14BC4CE10E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49892" y="947460"/>
                  <a:ext cx="977400" cy="19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53E5D61-2FB0-C820-FB3C-214331BF2AF8}"/>
                    </a:ext>
                  </a:extLst>
                </p14:cNvPr>
                <p14:cNvContentPartPr/>
                <p14:nvPr/>
              </p14:nvContentPartPr>
              <p14:xfrm>
                <a:off x="603932" y="980220"/>
                <a:ext cx="1235520" cy="3503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53E5D61-2FB0-C820-FB3C-214331BF2AF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97812" y="974100"/>
                  <a:ext cx="1247760" cy="35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E74757B-60B9-2929-D6E1-E2737934C44B}"/>
                    </a:ext>
                  </a:extLst>
                </p14:cNvPr>
                <p14:cNvContentPartPr/>
                <p14:nvPr/>
              </p14:nvContentPartPr>
              <p14:xfrm>
                <a:off x="633812" y="1097220"/>
                <a:ext cx="1040760" cy="647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E74757B-60B9-2929-D6E1-E2737934C44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7692" y="1091100"/>
                  <a:ext cx="105300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16D57CB-BA7F-94F9-8EF0-FF85BA4453A1}"/>
                    </a:ext>
                  </a:extLst>
                </p14:cNvPr>
                <p14:cNvContentPartPr/>
                <p14:nvPr/>
              </p14:nvContentPartPr>
              <p14:xfrm>
                <a:off x="6179252" y="3229860"/>
                <a:ext cx="466920" cy="517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16D57CB-BA7F-94F9-8EF0-FF85BA4453A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73132" y="3223740"/>
                  <a:ext cx="47916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6D42BD3-7A05-9018-AF2A-CCC63AF92F2A}"/>
                    </a:ext>
                  </a:extLst>
                </p14:cNvPr>
                <p14:cNvContentPartPr/>
                <p14:nvPr/>
              </p14:nvContentPartPr>
              <p14:xfrm>
                <a:off x="6231812" y="3333180"/>
                <a:ext cx="552960" cy="511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6D42BD3-7A05-9018-AF2A-CCC63AF92F2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25692" y="3327060"/>
                  <a:ext cx="56520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B0E955C-7C22-FCA8-B204-CD211AB20A33}"/>
                    </a:ext>
                  </a:extLst>
                </p14:cNvPr>
                <p14:cNvContentPartPr/>
                <p14:nvPr/>
              </p14:nvContentPartPr>
              <p14:xfrm>
                <a:off x="6774692" y="3728100"/>
                <a:ext cx="536760" cy="2592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B0E955C-7C22-FCA8-B204-CD211AB20A3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768572" y="3721980"/>
                  <a:ext cx="5490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7FE4DE9-6795-CF72-4AE1-40A46877B0AA}"/>
                    </a:ext>
                  </a:extLst>
                </p14:cNvPr>
                <p14:cNvContentPartPr/>
                <p14:nvPr/>
              </p14:nvContentPartPr>
              <p14:xfrm>
                <a:off x="7331252" y="3695340"/>
                <a:ext cx="4098240" cy="192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7FE4DE9-6795-CF72-4AE1-40A46877B0A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25132" y="3689220"/>
                  <a:ext cx="4110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1EF678F-646B-BF57-42C8-89C1451C00AC}"/>
                    </a:ext>
                  </a:extLst>
                </p14:cNvPr>
                <p14:cNvContentPartPr/>
                <p14:nvPr/>
              </p14:nvContentPartPr>
              <p14:xfrm>
                <a:off x="7460852" y="3164700"/>
                <a:ext cx="678960" cy="542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1EF678F-646B-BF57-42C8-89C1451C00A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54732" y="3158580"/>
                  <a:ext cx="69120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634864B-CADA-8450-D24C-3921A6ECBA6C}"/>
                    </a:ext>
                  </a:extLst>
                </p14:cNvPr>
                <p14:cNvContentPartPr/>
                <p14:nvPr/>
              </p14:nvContentPartPr>
              <p14:xfrm>
                <a:off x="8349332" y="2379900"/>
                <a:ext cx="654840" cy="1301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634864B-CADA-8450-D24C-3921A6ECBA6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343212" y="2373780"/>
                  <a:ext cx="667080" cy="13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A036911-A84B-94FC-B69D-DFA399BAF4A3}"/>
                    </a:ext>
                  </a:extLst>
                </p14:cNvPr>
                <p14:cNvContentPartPr/>
                <p14:nvPr/>
              </p14:nvContentPartPr>
              <p14:xfrm>
                <a:off x="9118292" y="3323820"/>
                <a:ext cx="402480" cy="418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A036911-A84B-94FC-B69D-DFA399BAF4A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112172" y="3317700"/>
                  <a:ext cx="41472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8C0D59E-56C8-2B92-725B-BF644DF009C4}"/>
                    </a:ext>
                  </a:extLst>
                </p14:cNvPr>
                <p14:cNvContentPartPr/>
                <p14:nvPr/>
              </p14:nvContentPartPr>
              <p14:xfrm>
                <a:off x="10002452" y="2566380"/>
                <a:ext cx="595440" cy="1307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8C0D59E-56C8-2B92-725B-BF644DF009C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996332" y="2560260"/>
                  <a:ext cx="607680" cy="13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64DE197-6F64-1B23-52B8-4D55254815A1}"/>
                    </a:ext>
                  </a:extLst>
                </p14:cNvPr>
                <p14:cNvContentPartPr/>
                <p14:nvPr/>
              </p14:nvContentPartPr>
              <p14:xfrm>
                <a:off x="6124172" y="4406340"/>
                <a:ext cx="546480" cy="643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64DE197-6F64-1B23-52B8-4D55254815A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118052" y="4400220"/>
                  <a:ext cx="558720" cy="6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97427F3-DB13-9FA3-51AE-858C038F4279}"/>
                    </a:ext>
                  </a:extLst>
                </p14:cNvPr>
                <p14:cNvContentPartPr/>
                <p14:nvPr/>
              </p14:nvContentPartPr>
              <p14:xfrm>
                <a:off x="6214892" y="4606140"/>
                <a:ext cx="524880" cy="482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97427F3-DB13-9FA3-51AE-858C038F427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08772" y="4600020"/>
                  <a:ext cx="53712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5862F41-DB83-5899-D47A-1A813EA2A78A}"/>
                    </a:ext>
                  </a:extLst>
                </p14:cNvPr>
                <p14:cNvContentPartPr/>
                <p14:nvPr/>
              </p14:nvContentPartPr>
              <p14:xfrm>
                <a:off x="6704852" y="5037060"/>
                <a:ext cx="300600" cy="389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5862F41-DB83-5899-D47A-1A813EA2A78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98732" y="5030940"/>
                  <a:ext cx="31284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B332556-2B37-C159-594B-2A89A52D07A3}"/>
                    </a:ext>
                  </a:extLst>
                </p14:cNvPr>
                <p14:cNvContentPartPr/>
                <p14:nvPr/>
              </p14:nvContentPartPr>
              <p14:xfrm>
                <a:off x="7304612" y="5111220"/>
                <a:ext cx="3915360" cy="168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B332556-2B37-C159-594B-2A89A52D07A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98492" y="5105100"/>
                  <a:ext cx="3927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B1766AE-F86F-4D36-DE3A-D22FBB34DDA7}"/>
                    </a:ext>
                  </a:extLst>
                </p14:cNvPr>
                <p14:cNvContentPartPr/>
                <p14:nvPr/>
              </p14:nvContentPartPr>
              <p14:xfrm>
                <a:off x="7585772" y="4755900"/>
                <a:ext cx="463320" cy="3589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B1766AE-F86F-4D36-DE3A-D22FBB34DDA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79652" y="4749780"/>
                  <a:ext cx="47556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180C6FA-DEBE-8BD3-0E11-232A232110B7}"/>
                    </a:ext>
                  </a:extLst>
                </p14:cNvPr>
                <p14:cNvContentPartPr/>
                <p14:nvPr/>
              </p14:nvContentPartPr>
              <p14:xfrm>
                <a:off x="8252492" y="4084500"/>
                <a:ext cx="658080" cy="1053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180C6FA-DEBE-8BD3-0E11-232A232110B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246372" y="4078380"/>
                  <a:ext cx="670320" cy="10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6DC7100-837A-3C6F-A89F-316698C1A992}"/>
                    </a:ext>
                  </a:extLst>
                </p14:cNvPr>
                <p14:cNvContentPartPr/>
                <p14:nvPr/>
              </p14:nvContentPartPr>
              <p14:xfrm>
                <a:off x="9106412" y="4703340"/>
                <a:ext cx="232920" cy="468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6DC7100-837A-3C6F-A89F-316698C1A99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00292" y="4697220"/>
                  <a:ext cx="24516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38707B9-8F38-9055-FEA6-E7C2A88A0B5B}"/>
                    </a:ext>
                  </a:extLst>
                </p14:cNvPr>
                <p14:cNvContentPartPr/>
                <p14:nvPr/>
              </p14:nvContentPartPr>
              <p14:xfrm>
                <a:off x="9754412" y="5121660"/>
                <a:ext cx="24120" cy="57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38707B9-8F38-9055-FEA6-E7C2A88A0B5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748292" y="5115540"/>
                  <a:ext cx="363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17A9CF9-C4AF-C2B4-3184-AB8A02FBE7A3}"/>
                    </a:ext>
                  </a:extLst>
                </p14:cNvPr>
                <p14:cNvContentPartPr/>
                <p14:nvPr/>
              </p14:nvContentPartPr>
              <p14:xfrm>
                <a:off x="9891572" y="3709020"/>
                <a:ext cx="914040" cy="18874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17A9CF9-C4AF-C2B4-3184-AB8A02FBE7A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885452" y="3702900"/>
                  <a:ext cx="926280" cy="18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4AC0698-9ED8-F483-34EA-5A06EE9BDA45}"/>
                    </a:ext>
                  </a:extLst>
                </p14:cNvPr>
                <p14:cNvContentPartPr/>
                <p14:nvPr/>
              </p14:nvContentPartPr>
              <p14:xfrm>
                <a:off x="1802372" y="6384540"/>
                <a:ext cx="102960" cy="1342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4AC0698-9ED8-F483-34EA-5A06EE9BDA4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796252" y="6378420"/>
                  <a:ext cx="1152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6159AB0-4C4C-C282-1BA5-1704F2EC8E25}"/>
                    </a:ext>
                  </a:extLst>
                </p14:cNvPr>
                <p14:cNvContentPartPr/>
                <p14:nvPr/>
              </p14:nvContentPartPr>
              <p14:xfrm>
                <a:off x="666212" y="1458300"/>
                <a:ext cx="1558080" cy="53150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6159AB0-4C4C-C282-1BA5-1704F2EC8E2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0092" y="1452180"/>
                  <a:ext cx="1570320" cy="53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2566B96-E9E7-C210-49CA-2740372BFC1F}"/>
                    </a:ext>
                  </a:extLst>
                </p14:cNvPr>
                <p14:cNvContentPartPr/>
                <p14:nvPr/>
              </p14:nvContentPartPr>
              <p14:xfrm>
                <a:off x="858812" y="750540"/>
                <a:ext cx="430200" cy="2916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2566B96-E9E7-C210-49CA-2740372BFC1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52692" y="744420"/>
                  <a:ext cx="4424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A75D718-AC92-8B44-78E9-109AD4DB49A8}"/>
                    </a:ext>
                  </a:extLst>
                </p14:cNvPr>
                <p14:cNvContentPartPr/>
                <p14:nvPr/>
              </p14:nvContentPartPr>
              <p14:xfrm>
                <a:off x="1800212" y="1654140"/>
                <a:ext cx="208440" cy="45856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A75D718-AC92-8B44-78E9-109AD4DB49A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794092" y="1648020"/>
                  <a:ext cx="220680" cy="45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21A0FF5-FE4D-C589-54C5-7C3EA0BBA155}"/>
                    </a:ext>
                  </a:extLst>
                </p14:cNvPr>
                <p14:cNvContentPartPr/>
                <p14:nvPr/>
              </p14:nvContentPartPr>
              <p14:xfrm>
                <a:off x="4971092" y="1260300"/>
                <a:ext cx="41040" cy="309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21A0FF5-FE4D-C589-54C5-7C3EA0BBA15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964972" y="1254180"/>
                  <a:ext cx="53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A44A85B-756C-0110-0AAF-88BEB6486FEA}"/>
                    </a:ext>
                  </a:extLst>
                </p14:cNvPr>
                <p14:cNvContentPartPr/>
                <p14:nvPr/>
              </p14:nvContentPartPr>
              <p14:xfrm>
                <a:off x="32252" y="915780"/>
                <a:ext cx="5801760" cy="2725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A44A85B-756C-0110-0AAF-88BEB6486FE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132" y="909660"/>
                  <a:ext cx="5814000" cy="27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FA5EEBF-26CF-3340-D669-B190F794A87C}"/>
                    </a:ext>
                  </a:extLst>
                </p14:cNvPr>
                <p14:cNvContentPartPr/>
                <p14:nvPr/>
              </p14:nvContentPartPr>
              <p14:xfrm>
                <a:off x="7078532" y="1549740"/>
                <a:ext cx="4297320" cy="225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FA5EEBF-26CF-3340-D669-B190F794A87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72412" y="1543620"/>
                  <a:ext cx="43095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818BC86-EF23-6B7E-2338-3C21D87D3B1C}"/>
                    </a:ext>
                  </a:extLst>
                </p14:cNvPr>
                <p14:cNvContentPartPr/>
                <p14:nvPr/>
              </p14:nvContentPartPr>
              <p14:xfrm>
                <a:off x="7316492" y="1572780"/>
                <a:ext cx="22680" cy="14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818BC86-EF23-6B7E-2338-3C21D87D3B1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310372" y="1566660"/>
                  <a:ext cx="34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4C21E67-EFF3-775C-5507-6368E3413EC6}"/>
                    </a:ext>
                  </a:extLst>
                </p14:cNvPr>
                <p14:cNvContentPartPr/>
                <p14:nvPr/>
              </p14:nvContentPartPr>
              <p14:xfrm>
                <a:off x="7188692" y="1559460"/>
                <a:ext cx="196920" cy="190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4C21E67-EFF3-775C-5507-6368E3413EC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82572" y="1553340"/>
                  <a:ext cx="209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A732146-5FEF-C066-919C-B292875D2F3F}"/>
                    </a:ext>
                  </a:extLst>
                </p14:cNvPr>
                <p14:cNvContentPartPr/>
                <p14:nvPr/>
              </p14:nvContentPartPr>
              <p14:xfrm>
                <a:off x="7589012" y="1646220"/>
                <a:ext cx="171720" cy="39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A732146-5FEF-C066-919C-B292875D2F3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582892" y="1640100"/>
                  <a:ext cx="183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A18BEE2-A6E5-566A-FB74-55A1DD172421}"/>
                    </a:ext>
                  </a:extLst>
                </p14:cNvPr>
                <p14:cNvContentPartPr/>
                <p14:nvPr/>
              </p14:nvContentPartPr>
              <p14:xfrm>
                <a:off x="7909052" y="1589700"/>
                <a:ext cx="105480" cy="187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A18BEE2-A6E5-566A-FB74-55A1DD17242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902932" y="1583580"/>
                  <a:ext cx="1177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C40192D-29FA-6E2A-C454-1DCD4BF3E4DB}"/>
                    </a:ext>
                  </a:extLst>
                </p14:cNvPr>
                <p14:cNvContentPartPr/>
                <p14:nvPr/>
              </p14:nvContentPartPr>
              <p14:xfrm>
                <a:off x="8127572" y="1709220"/>
                <a:ext cx="10800" cy="104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C40192D-29FA-6E2A-C454-1DCD4BF3E4D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121452" y="1703100"/>
                  <a:ext cx="230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C84A499-85ED-EE71-E753-6EEDBE85F8DC}"/>
                    </a:ext>
                  </a:extLst>
                </p14:cNvPr>
                <p14:cNvContentPartPr/>
                <p14:nvPr/>
              </p14:nvContentPartPr>
              <p14:xfrm>
                <a:off x="8204972" y="1619940"/>
                <a:ext cx="200880" cy="193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C84A499-85ED-EE71-E753-6EEDBE85F8D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198852" y="1613820"/>
                  <a:ext cx="2131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7BEB37D-5C1E-EFDD-FE8F-B808D0C82462}"/>
                    </a:ext>
                  </a:extLst>
                </p14:cNvPr>
                <p14:cNvContentPartPr/>
                <p14:nvPr/>
              </p14:nvContentPartPr>
              <p14:xfrm>
                <a:off x="8289932" y="1451100"/>
                <a:ext cx="5760" cy="21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7BEB37D-5C1E-EFDD-FE8F-B808D0C8246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83812" y="1444980"/>
                  <a:ext cx="18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7D4EA43-35C8-3600-A8BE-C405BB001F4B}"/>
                    </a:ext>
                  </a:extLst>
                </p14:cNvPr>
                <p14:cNvContentPartPr/>
                <p14:nvPr/>
              </p14:nvContentPartPr>
              <p14:xfrm>
                <a:off x="7094732" y="226740"/>
                <a:ext cx="1221840" cy="1367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7D4EA43-35C8-3600-A8BE-C405BB001F4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088612" y="220620"/>
                  <a:ext cx="1234080" cy="13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24A061A-B198-F5B7-BE6D-19FDF1F92A8D}"/>
                    </a:ext>
                  </a:extLst>
                </p14:cNvPr>
                <p14:cNvContentPartPr/>
                <p14:nvPr/>
              </p14:nvContentPartPr>
              <p14:xfrm>
                <a:off x="8310452" y="1414020"/>
                <a:ext cx="58680" cy="224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24A061A-B198-F5B7-BE6D-19FDF1F92A8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304332" y="1407900"/>
                  <a:ext cx="70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CA2514B-CABD-5783-48AE-08A17555B9C1}"/>
                    </a:ext>
                  </a:extLst>
                </p14:cNvPr>
                <p14:cNvContentPartPr/>
                <p14:nvPr/>
              </p14:nvContentPartPr>
              <p14:xfrm>
                <a:off x="9400532" y="1578540"/>
                <a:ext cx="24120" cy="160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CA2514B-CABD-5783-48AE-08A17555B9C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394412" y="1572420"/>
                  <a:ext cx="36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4A399DC-B293-9B78-709F-C7A93A1E4CE2}"/>
                    </a:ext>
                  </a:extLst>
                </p14:cNvPr>
                <p14:cNvContentPartPr/>
                <p14:nvPr/>
              </p14:nvContentPartPr>
              <p14:xfrm>
                <a:off x="8640212" y="1670700"/>
                <a:ext cx="185400" cy="253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4A399DC-B293-9B78-709F-C7A93A1E4CE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634092" y="1664580"/>
                  <a:ext cx="1976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63931B0-FD4C-C450-5F51-CD4E4930E9E4}"/>
                    </a:ext>
                  </a:extLst>
                </p14:cNvPr>
                <p14:cNvContentPartPr/>
                <p14:nvPr/>
              </p14:nvContentPartPr>
              <p14:xfrm>
                <a:off x="9276332" y="1793820"/>
                <a:ext cx="164520" cy="184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63931B0-FD4C-C450-5F51-CD4E4930E9E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270212" y="1787700"/>
                  <a:ext cx="1767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78DAD61-98DB-F29A-EEA6-09AA87032D21}"/>
                    </a:ext>
                  </a:extLst>
                </p14:cNvPr>
                <p14:cNvContentPartPr/>
                <p14:nvPr/>
              </p14:nvContentPartPr>
              <p14:xfrm>
                <a:off x="9518252" y="1924140"/>
                <a:ext cx="11880" cy="14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78DAD61-98DB-F29A-EEA6-09AA87032D2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512132" y="1918020"/>
                  <a:ext cx="24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CB413B0-0098-D2B0-3F04-7B2B28E9F15F}"/>
                    </a:ext>
                  </a:extLst>
                </p14:cNvPr>
                <p14:cNvContentPartPr/>
                <p14:nvPr/>
              </p14:nvContentPartPr>
              <p14:xfrm>
                <a:off x="9572612" y="1779780"/>
                <a:ext cx="140400" cy="250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CB413B0-0098-D2B0-3F04-7B2B28E9F15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566492" y="1773660"/>
                  <a:ext cx="1526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0607D0E-7570-E00E-CA76-8956E76A0004}"/>
                    </a:ext>
                  </a:extLst>
                </p14:cNvPr>
                <p14:cNvContentPartPr/>
                <p14:nvPr/>
              </p14:nvContentPartPr>
              <p14:xfrm>
                <a:off x="8561732" y="1671780"/>
                <a:ext cx="409320" cy="190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0607D0E-7570-E00E-CA76-8956E76A000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555612" y="1665660"/>
                  <a:ext cx="4215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E5748A9-FFF4-2ED3-A919-EAA0C7E8B041}"/>
                    </a:ext>
                  </a:extLst>
                </p14:cNvPr>
                <p14:cNvContentPartPr/>
                <p14:nvPr/>
              </p14:nvContentPartPr>
              <p14:xfrm>
                <a:off x="8424212" y="674220"/>
                <a:ext cx="1163520" cy="9590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E5748A9-FFF4-2ED3-A919-EAA0C7E8B04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418092" y="668100"/>
                  <a:ext cx="1175760" cy="9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57D2F84-C525-F4C4-13C5-5E6E1F046E60}"/>
                    </a:ext>
                  </a:extLst>
                </p14:cNvPr>
                <p14:cNvContentPartPr/>
                <p14:nvPr/>
              </p14:nvContentPartPr>
              <p14:xfrm>
                <a:off x="6323612" y="757020"/>
                <a:ext cx="275400" cy="475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57D2F84-C525-F4C4-13C5-5E6E1F046E6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17492" y="750900"/>
                  <a:ext cx="28764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64D8C64-9D3B-623E-53B2-E6D5B9AE87E0}"/>
                    </a:ext>
                  </a:extLst>
                </p14:cNvPr>
                <p14:cNvContentPartPr/>
                <p14:nvPr/>
              </p14:nvContentPartPr>
              <p14:xfrm>
                <a:off x="6403172" y="824700"/>
                <a:ext cx="341640" cy="402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64D8C64-9D3B-623E-53B2-E6D5B9AE87E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397052" y="818580"/>
                  <a:ext cx="35388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DD864D1-16C7-1C8C-AB2E-41D94DCA5B06}"/>
                    </a:ext>
                  </a:extLst>
                </p14:cNvPr>
                <p14:cNvContentPartPr/>
                <p14:nvPr/>
              </p14:nvContentPartPr>
              <p14:xfrm>
                <a:off x="6713492" y="286860"/>
                <a:ext cx="71280" cy="367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DD864D1-16C7-1C8C-AB2E-41D94DCA5B0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707372" y="280740"/>
                  <a:ext cx="835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AD5C590-6AC5-3D66-5070-E0315DE5A6B8}"/>
                    </a:ext>
                  </a:extLst>
                </p14:cNvPr>
                <p14:cNvContentPartPr/>
                <p14:nvPr/>
              </p14:nvContentPartPr>
              <p14:xfrm>
                <a:off x="7237652" y="1337700"/>
                <a:ext cx="14760" cy="10011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AD5C590-6AC5-3D66-5070-E0315DE5A6B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231532" y="1331580"/>
                  <a:ext cx="27000" cy="10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ACB273C-82D3-6932-0E39-49BFD11F9AC0}"/>
                    </a:ext>
                  </a:extLst>
                </p14:cNvPr>
                <p14:cNvContentPartPr/>
                <p14:nvPr/>
              </p14:nvContentPartPr>
              <p14:xfrm>
                <a:off x="8288132" y="1300980"/>
                <a:ext cx="78840" cy="9270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ACB273C-82D3-6932-0E39-49BFD11F9AC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282012" y="1294860"/>
                  <a:ext cx="91080" cy="9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4DA711D-65A1-7E30-2096-05BBC5B8C70A}"/>
                    </a:ext>
                  </a:extLst>
                </p14:cNvPr>
                <p14:cNvContentPartPr/>
                <p14:nvPr/>
              </p14:nvContentPartPr>
              <p14:xfrm>
                <a:off x="7440332" y="1907580"/>
                <a:ext cx="10080" cy="3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4DA711D-65A1-7E30-2096-05BBC5B8C70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434212" y="1901460"/>
                  <a:ext cx="223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F7B261C-FCB9-3800-C9E1-7511865B53CF}"/>
                    </a:ext>
                  </a:extLst>
                </p14:cNvPr>
                <p14:cNvContentPartPr/>
                <p14:nvPr/>
              </p14:nvContentPartPr>
              <p14:xfrm>
                <a:off x="6909692" y="242580"/>
                <a:ext cx="1376640" cy="97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F7B261C-FCB9-3800-C9E1-7511865B53C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03572" y="236460"/>
                  <a:ext cx="1388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58EE696-FB98-D311-398F-6E0D6A2F1143}"/>
                    </a:ext>
                  </a:extLst>
                </p14:cNvPr>
                <p14:cNvContentPartPr/>
                <p14:nvPr/>
              </p14:nvContentPartPr>
              <p14:xfrm>
                <a:off x="7072052" y="101460"/>
                <a:ext cx="111600" cy="16470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58EE696-FB98-D311-398F-6E0D6A2F114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065932" y="95340"/>
                  <a:ext cx="123840" cy="16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A81D3FC-29E9-3760-A587-A10DACCF6704}"/>
                    </a:ext>
                  </a:extLst>
                </p14:cNvPr>
                <p14:cNvContentPartPr/>
                <p14:nvPr/>
              </p14:nvContentPartPr>
              <p14:xfrm>
                <a:off x="7413692" y="706980"/>
                <a:ext cx="42120" cy="246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A81D3FC-29E9-3760-A587-A10DACCF670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407572" y="700860"/>
                  <a:ext cx="543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A28A3D8-362C-BACD-9616-6188EBA84FF8}"/>
                    </a:ext>
                  </a:extLst>
                </p14:cNvPr>
                <p14:cNvContentPartPr/>
                <p14:nvPr/>
              </p14:nvContentPartPr>
              <p14:xfrm>
                <a:off x="7618892" y="703740"/>
                <a:ext cx="203040" cy="2660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A28A3D8-362C-BACD-9616-6188EBA84FF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612772" y="697620"/>
                  <a:ext cx="2152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345F3F1-6C06-2205-EDF8-369D9D5B9E63}"/>
                    </a:ext>
                  </a:extLst>
                </p14:cNvPr>
                <p14:cNvContentPartPr/>
                <p14:nvPr/>
              </p14:nvContentPartPr>
              <p14:xfrm>
                <a:off x="7078892" y="157980"/>
                <a:ext cx="1304280" cy="1597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345F3F1-6C06-2205-EDF8-369D9D5B9E6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072772" y="151860"/>
                  <a:ext cx="1316520" cy="160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1D644DB-4015-039C-5A44-70CC34F7CF39}"/>
                    </a:ext>
                  </a:extLst>
                </p14:cNvPr>
                <p14:cNvContentPartPr/>
                <p14:nvPr/>
              </p14:nvContentPartPr>
              <p14:xfrm>
                <a:off x="7278692" y="1499340"/>
                <a:ext cx="3963600" cy="235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1D644DB-4015-039C-5A44-70CC34F7CF3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272572" y="1493220"/>
                  <a:ext cx="39758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360A916-EC99-C7B8-DD71-B70A7608A429}"/>
                    </a:ext>
                  </a:extLst>
                </p14:cNvPr>
                <p14:cNvContentPartPr/>
                <p14:nvPr/>
              </p14:nvContentPartPr>
              <p14:xfrm>
                <a:off x="11295932" y="1708500"/>
                <a:ext cx="36720" cy="176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360A916-EC99-C7B8-DD71-B70A7608A42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289812" y="1702380"/>
                  <a:ext cx="48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E741E45-56F0-1CCF-03B7-AD06CD1368EB}"/>
                    </a:ext>
                  </a:extLst>
                </p14:cNvPr>
                <p14:cNvContentPartPr/>
                <p14:nvPr/>
              </p14:nvContentPartPr>
              <p14:xfrm>
                <a:off x="11337692" y="1007580"/>
                <a:ext cx="135360" cy="7174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E741E45-56F0-1CCF-03B7-AD06CD1368E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331572" y="1001460"/>
                  <a:ext cx="14760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B029017-FF37-023E-AC87-F69A5B4ACA90}"/>
                    </a:ext>
                  </a:extLst>
                </p14:cNvPr>
                <p14:cNvContentPartPr/>
                <p14:nvPr/>
              </p14:nvContentPartPr>
              <p14:xfrm>
                <a:off x="7185092" y="266340"/>
                <a:ext cx="4434120" cy="594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B029017-FF37-023E-AC87-F69A5B4ACA9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178972" y="260220"/>
                  <a:ext cx="444636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2F63764-2D36-262E-3755-A2915C9AA91B}"/>
                    </a:ext>
                  </a:extLst>
                </p14:cNvPr>
                <p14:cNvContentPartPr/>
                <p14:nvPr/>
              </p14:nvContentPartPr>
              <p14:xfrm>
                <a:off x="11532812" y="1010820"/>
                <a:ext cx="57240" cy="337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2F63764-2D36-262E-3755-A2915C9AA91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526692" y="1004700"/>
                  <a:ext cx="694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719AF32-6F7D-9F6A-1D10-0A6EB692ADCD}"/>
                    </a:ext>
                  </a:extLst>
                </p14:cNvPr>
                <p14:cNvContentPartPr/>
                <p14:nvPr/>
              </p14:nvContentPartPr>
              <p14:xfrm>
                <a:off x="11689052" y="1062660"/>
                <a:ext cx="241560" cy="222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719AF32-6F7D-9F6A-1D10-0A6EB692ADC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682932" y="1056540"/>
                  <a:ext cx="2538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5BBB771-34AC-8498-1E0D-DF805A7DA37A}"/>
                    </a:ext>
                  </a:extLst>
                </p14:cNvPr>
                <p14:cNvContentPartPr/>
                <p14:nvPr/>
              </p14:nvContentPartPr>
              <p14:xfrm>
                <a:off x="11888852" y="1100460"/>
                <a:ext cx="186120" cy="232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5BBB771-34AC-8498-1E0D-DF805A7DA37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882732" y="1094340"/>
                  <a:ext cx="1983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3C500CD-9768-7BAE-A876-2AFF955ABBD3}"/>
                    </a:ext>
                  </a:extLst>
                </p14:cNvPr>
                <p14:cNvContentPartPr/>
                <p14:nvPr/>
              </p14:nvContentPartPr>
              <p14:xfrm>
                <a:off x="11335532" y="1307100"/>
                <a:ext cx="820800" cy="1699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3C500CD-9768-7BAE-A876-2AFF955ABBD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329412" y="1300980"/>
                  <a:ext cx="8330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C20656D-E66F-7EB5-7894-FC57077EC24B}"/>
                    </a:ext>
                  </a:extLst>
                </p14:cNvPr>
                <p14:cNvContentPartPr/>
                <p14:nvPr/>
              </p14:nvContentPartPr>
              <p14:xfrm>
                <a:off x="11477012" y="1539300"/>
                <a:ext cx="259560" cy="2656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C20656D-E66F-7EB5-7894-FC57077EC24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470892" y="1533180"/>
                  <a:ext cx="2718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7C1D0B6-B07D-249F-DD28-3A816FE508D6}"/>
                    </a:ext>
                  </a:extLst>
                </p14:cNvPr>
                <p14:cNvContentPartPr/>
                <p14:nvPr/>
              </p14:nvContentPartPr>
              <p14:xfrm>
                <a:off x="11738372" y="1584300"/>
                <a:ext cx="100440" cy="291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7C1D0B6-B07D-249F-DD28-3A816FE508D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732252" y="1578180"/>
                  <a:ext cx="1126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259E2CC-9BA6-6AE3-E4FD-F609E3BAC5F3}"/>
                    </a:ext>
                  </a:extLst>
                </p14:cNvPr>
                <p14:cNvContentPartPr/>
                <p14:nvPr/>
              </p14:nvContentPartPr>
              <p14:xfrm>
                <a:off x="11784812" y="1658460"/>
                <a:ext cx="105120" cy="9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259E2CC-9BA6-6AE3-E4FD-F609E3BAC5F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778692" y="1652340"/>
                  <a:ext cx="1173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B5B04A7-A4E6-1845-26A4-98429BE458F2}"/>
                    </a:ext>
                  </a:extLst>
                </p14:cNvPr>
                <p14:cNvContentPartPr/>
                <p14:nvPr/>
              </p14:nvContentPartPr>
              <p14:xfrm>
                <a:off x="12056252" y="1493940"/>
                <a:ext cx="23400" cy="315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B5B04A7-A4E6-1845-26A4-98429BE458F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2050132" y="1487820"/>
                  <a:ext cx="356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69A73C6-0E6E-A9E7-162E-BE5516840D64}"/>
                    </a:ext>
                  </a:extLst>
                </p14:cNvPr>
                <p14:cNvContentPartPr/>
                <p14:nvPr/>
              </p14:nvContentPartPr>
              <p14:xfrm>
                <a:off x="7077452" y="154380"/>
                <a:ext cx="1313640" cy="1461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69A73C6-0E6E-A9E7-162E-BE5516840D6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071332" y="148260"/>
                  <a:ext cx="1325880" cy="14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2E93BFD-4BAE-E0F5-8C4C-7CD91178BB03}"/>
                    </a:ext>
                  </a:extLst>
                </p14:cNvPr>
                <p14:cNvContentPartPr/>
                <p14:nvPr/>
              </p14:nvContentPartPr>
              <p14:xfrm>
                <a:off x="7316492" y="1985700"/>
                <a:ext cx="30600" cy="13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2E93BFD-4BAE-E0F5-8C4C-7CD91178BB0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310372" y="1979580"/>
                  <a:ext cx="42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FBAFF75-1B6E-7A9E-4A84-E32C01E06C72}"/>
                    </a:ext>
                  </a:extLst>
                </p14:cNvPr>
                <p14:cNvContentPartPr/>
                <p14:nvPr/>
              </p14:nvContentPartPr>
              <p14:xfrm>
                <a:off x="7206692" y="1563780"/>
                <a:ext cx="24840" cy="295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FBAFF75-1B6E-7A9E-4A84-E32C01E06C7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00572" y="1557660"/>
                  <a:ext cx="37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F0256DD-5FEB-6029-133C-F017698A3F82}"/>
                    </a:ext>
                  </a:extLst>
                </p14:cNvPr>
                <p14:cNvContentPartPr/>
                <p14:nvPr/>
              </p14:nvContentPartPr>
              <p14:xfrm>
                <a:off x="7226132" y="1601220"/>
                <a:ext cx="126360" cy="435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F0256DD-5FEB-6029-133C-F017698A3F8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220012" y="1595100"/>
                  <a:ext cx="138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93B8B40-16B6-66B6-5F64-CFD9574A1809}"/>
                    </a:ext>
                  </a:extLst>
                </p14:cNvPr>
                <p14:cNvContentPartPr/>
                <p14:nvPr/>
              </p14:nvContentPartPr>
              <p14:xfrm>
                <a:off x="8377412" y="1816500"/>
                <a:ext cx="7920" cy="230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93B8B40-16B6-66B6-5F64-CFD9574A180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371292" y="1810380"/>
                  <a:ext cx="20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34BBEE1-B9C2-8515-B991-66864D85D00E}"/>
                    </a:ext>
                  </a:extLst>
                </p14:cNvPr>
                <p14:cNvContentPartPr/>
                <p14:nvPr/>
              </p14:nvContentPartPr>
              <p14:xfrm>
                <a:off x="752972" y="1092180"/>
                <a:ext cx="972000" cy="5907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34BBEE1-B9C2-8515-B991-66864D85D00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46852" y="1086060"/>
                  <a:ext cx="98424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373741A-C47A-EEC0-CD1C-42B8E7517F81}"/>
                    </a:ext>
                  </a:extLst>
                </p14:cNvPr>
                <p14:cNvContentPartPr/>
                <p14:nvPr/>
              </p14:nvContentPartPr>
              <p14:xfrm>
                <a:off x="5004572" y="1218540"/>
                <a:ext cx="666720" cy="5266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373741A-C47A-EEC0-CD1C-42B8E7517F8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998452" y="1212420"/>
                  <a:ext cx="67896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A96B4A9-64B1-910F-1E48-E71599381D09}"/>
                    </a:ext>
                  </a:extLst>
                </p14:cNvPr>
                <p14:cNvContentPartPr/>
                <p14:nvPr/>
              </p14:nvContentPartPr>
              <p14:xfrm>
                <a:off x="6055412" y="2005500"/>
                <a:ext cx="99000" cy="295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A96B4A9-64B1-910F-1E48-E71599381D0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049292" y="1999380"/>
                  <a:ext cx="1112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A6C761E-A7A0-AAEA-E031-A402A1F66515}"/>
                    </a:ext>
                  </a:extLst>
                </p14:cNvPr>
                <p14:cNvContentPartPr/>
                <p14:nvPr/>
              </p14:nvContentPartPr>
              <p14:xfrm>
                <a:off x="6161252" y="2048340"/>
                <a:ext cx="349200" cy="3081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A6C761E-A7A0-AAEA-E031-A402A1F6651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155132" y="2042220"/>
                  <a:ext cx="3614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6EC2EC7-0B38-D4F6-14D6-F5BBF2537119}"/>
                    </a:ext>
                  </a:extLst>
                </p14:cNvPr>
                <p14:cNvContentPartPr/>
                <p14:nvPr/>
              </p14:nvContentPartPr>
              <p14:xfrm>
                <a:off x="6459332" y="2080740"/>
                <a:ext cx="209880" cy="2797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6EC2EC7-0B38-D4F6-14D6-F5BBF253711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453212" y="2074620"/>
                  <a:ext cx="2221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E2728BF-B2E0-2195-227A-6D59A895168C}"/>
                    </a:ext>
                  </a:extLst>
                </p14:cNvPr>
                <p14:cNvContentPartPr/>
                <p14:nvPr/>
              </p14:nvContentPartPr>
              <p14:xfrm>
                <a:off x="5830412" y="2359740"/>
                <a:ext cx="9000" cy="1602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E2728BF-B2E0-2195-227A-6D59A895168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824292" y="2353620"/>
                  <a:ext cx="21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F247DDC-4342-C8AE-9168-7C7B7C6F7769}"/>
                    </a:ext>
                  </a:extLst>
                </p14:cNvPr>
                <p14:cNvContentPartPr/>
                <p14:nvPr/>
              </p14:nvContentPartPr>
              <p14:xfrm>
                <a:off x="6692972" y="6098700"/>
                <a:ext cx="349560" cy="459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F247DDC-4342-C8AE-9168-7C7B7C6F776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686852" y="6092580"/>
                  <a:ext cx="36180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71B03F5-27EB-1BC7-CFBD-2396A3D22EC6}"/>
                    </a:ext>
                  </a:extLst>
                </p14:cNvPr>
                <p14:cNvContentPartPr/>
                <p14:nvPr/>
              </p14:nvContentPartPr>
              <p14:xfrm>
                <a:off x="7226132" y="6249900"/>
                <a:ext cx="280080" cy="1648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71B03F5-27EB-1BC7-CFBD-2396A3D22EC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220012" y="6243780"/>
                  <a:ext cx="2923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2BD8115-0BA5-BC47-5226-FED335995488}"/>
                    </a:ext>
                  </a:extLst>
                </p14:cNvPr>
                <p14:cNvContentPartPr/>
                <p14:nvPr/>
              </p14:nvContentPartPr>
              <p14:xfrm>
                <a:off x="7221452" y="6295620"/>
                <a:ext cx="248400" cy="1288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2BD8115-0BA5-BC47-5226-FED33599548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215332" y="6289500"/>
                  <a:ext cx="260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ACD4B59-DD95-4FF1-338F-734039598F3D}"/>
                    </a:ext>
                  </a:extLst>
                </p14:cNvPr>
                <p14:cNvContentPartPr/>
                <p14:nvPr/>
              </p14:nvContentPartPr>
              <p14:xfrm>
                <a:off x="7643732" y="6353220"/>
                <a:ext cx="245160" cy="13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ACD4B59-DD95-4FF1-338F-734039598F3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637612" y="6347100"/>
                  <a:ext cx="2574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45A3160-FCAB-E0FF-F45A-3315535A7DBB}"/>
                    </a:ext>
                  </a:extLst>
                </p14:cNvPr>
                <p14:cNvContentPartPr/>
                <p14:nvPr/>
              </p14:nvContentPartPr>
              <p14:xfrm>
                <a:off x="7815092" y="6402900"/>
                <a:ext cx="143640" cy="820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45A3160-FCAB-E0FF-F45A-3315535A7DB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808972" y="6396780"/>
                  <a:ext cx="1558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2D2BA1D-11A6-B2F4-8923-52DCBEB619B9}"/>
                    </a:ext>
                  </a:extLst>
                </p14:cNvPr>
                <p14:cNvContentPartPr/>
                <p14:nvPr/>
              </p14:nvContentPartPr>
              <p14:xfrm>
                <a:off x="8027132" y="6226500"/>
                <a:ext cx="211680" cy="2617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2D2BA1D-11A6-B2F4-8923-52DCBEB619B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021012" y="6220380"/>
                  <a:ext cx="2239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0CC1C9A-20A5-5889-5A54-819651800E0E}"/>
                    </a:ext>
                  </a:extLst>
                </p14:cNvPr>
                <p14:cNvContentPartPr/>
                <p14:nvPr/>
              </p14:nvContentPartPr>
              <p14:xfrm>
                <a:off x="8396492" y="6377340"/>
                <a:ext cx="10080" cy="1076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0CC1C9A-20A5-5889-5A54-819651800E0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390372" y="6371220"/>
                  <a:ext cx="223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AF0DF13-4FF0-FB60-2BE3-4640183765B9}"/>
                    </a:ext>
                  </a:extLst>
                </p14:cNvPr>
                <p14:cNvContentPartPr/>
                <p14:nvPr/>
              </p14:nvContentPartPr>
              <p14:xfrm>
                <a:off x="8623652" y="6218220"/>
                <a:ext cx="13680" cy="3304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AF0DF13-4FF0-FB60-2BE3-4640183765B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617532" y="6212100"/>
                  <a:ext cx="259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0BC891E-7F76-5F82-649E-E6D1CA70CB51}"/>
                    </a:ext>
                  </a:extLst>
                </p14:cNvPr>
                <p14:cNvContentPartPr/>
                <p14:nvPr/>
              </p14:nvContentPartPr>
              <p14:xfrm>
                <a:off x="7121732" y="6012660"/>
                <a:ext cx="253080" cy="6678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0BC891E-7F76-5F82-649E-E6D1CA70CB5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115612" y="6006540"/>
                  <a:ext cx="26532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005B38A-D6EC-72C0-C0A0-9863EB2EC3D2}"/>
                    </a:ext>
                  </a:extLst>
                </p14:cNvPr>
                <p14:cNvContentPartPr/>
                <p14:nvPr/>
              </p14:nvContentPartPr>
              <p14:xfrm>
                <a:off x="8677652" y="5940660"/>
                <a:ext cx="180000" cy="7340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005B38A-D6EC-72C0-C0A0-9863EB2EC3D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671532" y="5934540"/>
                  <a:ext cx="192240" cy="74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5E7D8A5-DDBC-A725-CA2E-97EA5C7BDC3F}"/>
                    </a:ext>
                  </a:extLst>
                </p14:cNvPr>
                <p14:cNvContentPartPr/>
                <p14:nvPr/>
              </p14:nvContentPartPr>
              <p14:xfrm>
                <a:off x="8990132" y="6157740"/>
                <a:ext cx="239400" cy="23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5E7D8A5-DDBC-A725-CA2E-97EA5C7BDC3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984012" y="6151620"/>
                  <a:ext cx="251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8AA64CB-2B8A-F276-B5C0-4F736AF41C52}"/>
                    </a:ext>
                  </a:extLst>
                </p14:cNvPr>
                <p14:cNvContentPartPr/>
                <p14:nvPr/>
              </p14:nvContentPartPr>
              <p14:xfrm>
                <a:off x="9115052" y="6286620"/>
                <a:ext cx="156240" cy="140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8AA64CB-2B8A-F276-B5C0-4F736AF41C5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108932" y="6280500"/>
                  <a:ext cx="1684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D127958-F2BA-661B-CECD-768494020C86}"/>
                    </a:ext>
                  </a:extLst>
                </p14:cNvPr>
                <p14:cNvContentPartPr/>
                <p14:nvPr/>
              </p14:nvContentPartPr>
              <p14:xfrm>
                <a:off x="9606092" y="5662740"/>
                <a:ext cx="64440" cy="3445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D127958-F2BA-661B-CECD-768494020C8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599972" y="5656620"/>
                  <a:ext cx="766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9B48CEC-32B1-EAF9-4DCF-E1C50A7C280A}"/>
                    </a:ext>
                  </a:extLst>
                </p14:cNvPr>
                <p14:cNvContentPartPr/>
                <p14:nvPr/>
              </p14:nvContentPartPr>
              <p14:xfrm>
                <a:off x="9815612" y="5706660"/>
                <a:ext cx="298080" cy="3340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9B48CEC-32B1-EAF9-4DCF-E1C50A7C280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809492" y="5700540"/>
                  <a:ext cx="3103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C23C0F9-D8B2-8990-C73E-5B06382F8F41}"/>
                    </a:ext>
                  </a:extLst>
                </p14:cNvPr>
                <p14:cNvContentPartPr/>
                <p14:nvPr/>
              </p14:nvContentPartPr>
              <p14:xfrm>
                <a:off x="9518972" y="6089700"/>
                <a:ext cx="933840" cy="1076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C23C0F9-D8B2-8990-C73E-5B06382F8F4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512852" y="6083580"/>
                  <a:ext cx="946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424FCC0-1201-40CA-2363-2187BAD53CBF}"/>
                    </a:ext>
                  </a:extLst>
                </p14:cNvPr>
                <p14:cNvContentPartPr/>
                <p14:nvPr/>
              </p14:nvContentPartPr>
              <p14:xfrm>
                <a:off x="9745412" y="6308940"/>
                <a:ext cx="37800" cy="2631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424FCC0-1201-40CA-2363-2187BAD53CB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739292" y="6302820"/>
                  <a:ext cx="500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D54863F-B929-1A1D-8443-6CA549595C47}"/>
                    </a:ext>
                  </a:extLst>
                </p14:cNvPr>
                <p14:cNvContentPartPr/>
                <p14:nvPr/>
              </p14:nvContentPartPr>
              <p14:xfrm>
                <a:off x="9890492" y="6306420"/>
                <a:ext cx="351360" cy="320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D54863F-B929-1A1D-8443-6CA549595C4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884372" y="6300300"/>
                  <a:ext cx="3636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08798B3-A733-BC7F-6F0B-1E8422C60597}"/>
                    </a:ext>
                  </a:extLst>
                </p14:cNvPr>
                <p14:cNvContentPartPr/>
                <p14:nvPr/>
              </p14:nvContentPartPr>
              <p14:xfrm>
                <a:off x="10156532" y="6266100"/>
                <a:ext cx="286560" cy="2196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08798B3-A733-BC7F-6F0B-1E8422C6059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150412" y="6259980"/>
                  <a:ext cx="2988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CB99583-5FF1-99A7-8489-CB81E6B9875B}"/>
                    </a:ext>
                  </a:extLst>
                </p14:cNvPr>
                <p14:cNvContentPartPr/>
                <p14:nvPr/>
              </p14:nvContentPartPr>
              <p14:xfrm>
                <a:off x="8539772" y="5894940"/>
                <a:ext cx="369000" cy="10738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CB99583-5FF1-99A7-8489-CB81E6B9875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533652" y="5888820"/>
                  <a:ext cx="381240" cy="10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233ED81-5D92-90D3-F62F-C935DC127366}"/>
                    </a:ext>
                  </a:extLst>
                </p14:cNvPr>
                <p14:cNvContentPartPr/>
                <p14:nvPr/>
              </p14:nvContentPartPr>
              <p14:xfrm>
                <a:off x="8730212" y="6385260"/>
                <a:ext cx="329400" cy="2858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233ED81-5D92-90D3-F62F-C935DC12736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724092" y="6379140"/>
                  <a:ext cx="3416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B700494-EE24-AD22-7345-0907DCC40870}"/>
                    </a:ext>
                  </a:extLst>
                </p14:cNvPr>
                <p14:cNvContentPartPr/>
                <p14:nvPr/>
              </p14:nvContentPartPr>
              <p14:xfrm>
                <a:off x="9059252" y="6445380"/>
                <a:ext cx="138240" cy="190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B700494-EE24-AD22-7345-0907DCC4087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053132" y="6439260"/>
                  <a:ext cx="1504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8C33E4D-0AA3-927E-B3E4-46DBFAE09526}"/>
                    </a:ext>
                  </a:extLst>
                </p14:cNvPr>
                <p14:cNvContentPartPr/>
                <p14:nvPr/>
              </p14:nvContentPartPr>
              <p14:xfrm>
                <a:off x="9026492" y="6553020"/>
                <a:ext cx="239400" cy="306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8C33E4D-0AA3-927E-B3E4-46DBFAE0952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020372" y="6546900"/>
                  <a:ext cx="251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4F78E6F-9F86-706F-FD0E-59AE194A6E5A}"/>
                    </a:ext>
                  </a:extLst>
                </p14:cNvPr>
                <p14:cNvContentPartPr/>
                <p14:nvPr/>
              </p14:nvContentPartPr>
              <p14:xfrm>
                <a:off x="8733452" y="5717820"/>
                <a:ext cx="507960" cy="12430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4F78E6F-9F86-706F-FD0E-59AE194A6E5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727332" y="5711700"/>
                  <a:ext cx="520200" cy="12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C9EBD76-56D4-992D-DF6D-02427597C94B}"/>
                    </a:ext>
                  </a:extLst>
                </p14:cNvPr>
                <p14:cNvContentPartPr/>
                <p14:nvPr/>
              </p14:nvContentPartPr>
              <p14:xfrm>
                <a:off x="668372" y="1015140"/>
                <a:ext cx="1188000" cy="664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C9EBD76-56D4-992D-DF6D-02427597C94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62252" y="1009020"/>
                  <a:ext cx="120024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3B5D46A-3E8D-1E76-6890-D12E61F0BE5E}"/>
                    </a:ext>
                  </a:extLst>
                </p14:cNvPr>
                <p14:cNvContentPartPr/>
                <p14:nvPr/>
              </p14:nvContentPartPr>
              <p14:xfrm>
                <a:off x="1748732" y="1115580"/>
                <a:ext cx="1185120" cy="6818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3B5D46A-3E8D-1E76-6890-D12E61F0BE5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742612" y="1109460"/>
                  <a:ext cx="1197360" cy="69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7B436E8-DACD-856C-834C-D42709FE0F5E}"/>
                    </a:ext>
                  </a:extLst>
                </p14:cNvPr>
                <p14:cNvContentPartPr/>
                <p14:nvPr/>
              </p14:nvContentPartPr>
              <p14:xfrm>
                <a:off x="2677892" y="1093260"/>
                <a:ext cx="1008720" cy="7783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7B436E8-DACD-856C-834C-D42709FE0F5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671772" y="1087140"/>
                  <a:ext cx="102096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EF05EBA-6CC9-C1D5-07BC-969AB1B848B8}"/>
                    </a:ext>
                  </a:extLst>
                </p14:cNvPr>
                <p14:cNvContentPartPr/>
                <p14:nvPr/>
              </p14:nvContentPartPr>
              <p14:xfrm>
                <a:off x="3566732" y="1172460"/>
                <a:ext cx="1112760" cy="6825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EF05EBA-6CC9-C1D5-07BC-969AB1B848B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560612" y="1166340"/>
                  <a:ext cx="112500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09C5A2A-45E3-018C-0EE1-E6B46A2E8C62}"/>
                    </a:ext>
                  </a:extLst>
                </p14:cNvPr>
                <p14:cNvContentPartPr/>
                <p14:nvPr/>
              </p14:nvContentPartPr>
              <p14:xfrm>
                <a:off x="686732" y="969060"/>
                <a:ext cx="15480" cy="18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09C5A2A-45E3-018C-0EE1-E6B46A2E8C6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80612" y="962940"/>
                  <a:ext cx="277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8879233-77E0-6EA3-0B6B-5964BEF36D58}"/>
                    </a:ext>
                  </a:extLst>
                </p14:cNvPr>
                <p14:cNvContentPartPr/>
                <p14:nvPr/>
              </p14:nvContentPartPr>
              <p14:xfrm>
                <a:off x="200732" y="894180"/>
                <a:ext cx="4830480" cy="10918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8879233-77E0-6EA3-0B6B-5964BEF36D5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94612" y="888060"/>
                  <a:ext cx="4842720" cy="11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8F34319-C1B7-1C7B-0D1A-6B0941D96542}"/>
                    </a:ext>
                  </a:extLst>
                </p14:cNvPr>
                <p14:cNvContentPartPr/>
                <p14:nvPr/>
              </p14:nvContentPartPr>
              <p14:xfrm>
                <a:off x="38372" y="1165260"/>
                <a:ext cx="469800" cy="4086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8F34319-C1B7-1C7B-0D1A-6B0941D9654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2252" y="1159140"/>
                  <a:ext cx="48204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3138F3B-6B8A-58EF-ACBA-771B80B4B025}"/>
                    </a:ext>
                  </a:extLst>
                </p14:cNvPr>
                <p14:cNvContentPartPr/>
                <p14:nvPr/>
              </p14:nvContentPartPr>
              <p14:xfrm>
                <a:off x="468212" y="1412580"/>
                <a:ext cx="65520" cy="3924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3138F3B-6B8A-58EF-ACBA-771B80B4B02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62092" y="1406460"/>
                  <a:ext cx="777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DAA4A42-4F85-B101-ABE5-9CEE6A60E921}"/>
                    </a:ext>
                  </a:extLst>
                </p14:cNvPr>
                <p14:cNvContentPartPr/>
                <p14:nvPr/>
              </p14:nvContentPartPr>
              <p14:xfrm>
                <a:off x="122972" y="891660"/>
                <a:ext cx="5009760" cy="10224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DAA4A42-4F85-B101-ABE5-9CEE6A60E92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6852" y="885540"/>
                  <a:ext cx="5022000" cy="103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A87005AA-89F7-15EB-E043-00C24361223D}"/>
                  </a:ext>
                </a:extLst>
              </p14:cNvPr>
              <p14:cNvContentPartPr/>
              <p14:nvPr/>
            </p14:nvContentPartPr>
            <p14:xfrm>
              <a:off x="517532" y="141420"/>
              <a:ext cx="170640" cy="7056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A87005AA-89F7-15EB-E043-00C24361223D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511412" y="135300"/>
                <a:ext cx="18288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A6285DC4-F6CB-5BF9-FACA-9131B57C86D4}"/>
                  </a:ext>
                </a:extLst>
              </p14:cNvPr>
              <p14:cNvContentPartPr/>
              <p14:nvPr/>
            </p14:nvContentPartPr>
            <p14:xfrm>
              <a:off x="-1228" y="810660"/>
              <a:ext cx="5104080" cy="117756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A6285DC4-F6CB-5BF9-FACA-9131B57C86D4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-7348" y="804540"/>
                <a:ext cx="5116320" cy="11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3E9EC1DB-0BAD-2966-E790-73CBA1B8A053}"/>
                  </a:ext>
                </a:extLst>
              </p14:cNvPr>
              <p14:cNvContentPartPr/>
              <p14:nvPr/>
            </p14:nvContentPartPr>
            <p14:xfrm>
              <a:off x="4998092" y="1303500"/>
              <a:ext cx="545760" cy="6415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3E9EC1DB-0BAD-2966-E790-73CBA1B8A053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4991972" y="1297380"/>
                <a:ext cx="558000" cy="6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B5060676-09E1-D56D-5EB1-B8D29B51B92B}"/>
                  </a:ext>
                </a:extLst>
              </p14:cNvPr>
              <p14:cNvContentPartPr/>
              <p14:nvPr/>
            </p14:nvContentPartPr>
            <p14:xfrm>
              <a:off x="5242172" y="3131580"/>
              <a:ext cx="403200" cy="79560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B5060676-09E1-D56D-5EB1-B8D29B51B92B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5236052" y="3125460"/>
                <a:ext cx="415440" cy="80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B5F5DA84-EFF9-C685-4144-7A75AA0F7FCF}"/>
                  </a:ext>
                </a:extLst>
              </p14:cNvPr>
              <p14:cNvContentPartPr/>
              <p14:nvPr/>
            </p14:nvContentPartPr>
            <p14:xfrm>
              <a:off x="5261972" y="5214900"/>
              <a:ext cx="578520" cy="7905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B5F5DA84-EFF9-C685-4144-7A75AA0F7FCF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5255852" y="5208780"/>
                <a:ext cx="590760" cy="80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D3FFB2E5-C49D-2B8A-FF58-5A72EAB13901}"/>
                  </a:ext>
                </a:extLst>
              </p14:cNvPr>
              <p14:cNvContentPartPr/>
              <p14:nvPr/>
            </p14:nvContentPartPr>
            <p14:xfrm>
              <a:off x="516092" y="847740"/>
              <a:ext cx="4884120" cy="109188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D3FFB2E5-C49D-2B8A-FF58-5A72EAB13901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509972" y="841620"/>
                <a:ext cx="4896360" cy="11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40C112A2-4C2D-BE31-8942-C5C220E73E1F}"/>
                  </a:ext>
                </a:extLst>
              </p14:cNvPr>
              <p14:cNvContentPartPr/>
              <p14:nvPr/>
            </p14:nvContentPartPr>
            <p14:xfrm>
              <a:off x="5517932" y="4231380"/>
              <a:ext cx="7920" cy="1584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40C112A2-4C2D-BE31-8942-C5C220E73E1F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5511812" y="4225260"/>
                <a:ext cx="2016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F72A8D1B-44EE-33F8-F356-FE444B0E9804}"/>
              </a:ext>
            </a:extLst>
          </p:cNvPr>
          <p:cNvGrpSpPr/>
          <p:nvPr/>
        </p:nvGrpSpPr>
        <p:grpSpPr>
          <a:xfrm>
            <a:off x="769532" y="978780"/>
            <a:ext cx="4103640" cy="946800"/>
            <a:chOff x="769532" y="978780"/>
            <a:chExt cx="4103640" cy="94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D9D0E4D-D3CB-962E-B202-A9E6F288A4DA}"/>
                    </a:ext>
                  </a:extLst>
                </p14:cNvPr>
                <p14:cNvContentPartPr/>
                <p14:nvPr/>
              </p14:nvContentPartPr>
              <p14:xfrm>
                <a:off x="1349132" y="1343100"/>
                <a:ext cx="12240" cy="576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D9D0E4D-D3CB-962E-B202-A9E6F288A4D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343012" y="1336980"/>
                  <a:ext cx="24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D05E7E5-DC61-9A16-043F-AF5E999542F8}"/>
                    </a:ext>
                  </a:extLst>
                </p14:cNvPr>
                <p14:cNvContentPartPr/>
                <p14:nvPr/>
              </p14:nvContentPartPr>
              <p14:xfrm>
                <a:off x="858092" y="1015140"/>
                <a:ext cx="883440" cy="713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D05E7E5-DC61-9A16-043F-AF5E999542F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51972" y="1009020"/>
                  <a:ext cx="895680" cy="72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7D2A05E-BF8A-7C96-AE04-8CD07A093113}"/>
                    </a:ext>
                  </a:extLst>
                </p14:cNvPr>
                <p14:cNvContentPartPr/>
                <p14:nvPr/>
              </p14:nvContentPartPr>
              <p14:xfrm>
                <a:off x="1877252" y="1065180"/>
                <a:ext cx="963000" cy="7311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7D2A05E-BF8A-7C96-AE04-8CD07A09311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871132" y="1059060"/>
                  <a:ext cx="975240" cy="7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F098802-FFFF-941D-E692-110565B7591D}"/>
                    </a:ext>
                  </a:extLst>
                </p14:cNvPr>
                <p14:cNvContentPartPr/>
                <p14:nvPr/>
              </p14:nvContentPartPr>
              <p14:xfrm>
                <a:off x="2772572" y="1118100"/>
                <a:ext cx="977040" cy="7444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F098802-FFFF-941D-E692-110565B7591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766452" y="1111980"/>
                  <a:ext cx="98928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0D83816-7B55-A865-4B3C-5B564BC4D470}"/>
                    </a:ext>
                  </a:extLst>
                </p14:cNvPr>
                <p14:cNvContentPartPr/>
                <p14:nvPr/>
              </p14:nvContentPartPr>
              <p14:xfrm>
                <a:off x="3786692" y="1050420"/>
                <a:ext cx="1009800" cy="8024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0D83816-7B55-A865-4B3C-5B564BC4D47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780572" y="1044300"/>
                  <a:ext cx="1022040" cy="81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4F1B7AA-7804-8D84-52D6-39FD55A46510}"/>
                    </a:ext>
                  </a:extLst>
                </p14:cNvPr>
                <p14:cNvContentPartPr/>
                <p14:nvPr/>
              </p14:nvContentPartPr>
              <p14:xfrm>
                <a:off x="1223132" y="1247340"/>
                <a:ext cx="24840" cy="169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4F1B7AA-7804-8D84-52D6-39FD55A4651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217012" y="1241220"/>
                  <a:ext cx="37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11038CB-0C6F-67F9-DE91-FD0E1DD95F70}"/>
                    </a:ext>
                  </a:extLst>
                </p14:cNvPr>
                <p14:cNvContentPartPr/>
                <p14:nvPr/>
              </p14:nvContentPartPr>
              <p14:xfrm>
                <a:off x="2467292" y="1367220"/>
                <a:ext cx="15120" cy="126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11038CB-0C6F-67F9-DE91-FD0E1DD95F7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461172" y="1361100"/>
                  <a:ext cx="273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948991C-7D8F-4075-9BE3-C7D2046A97BB}"/>
                    </a:ext>
                  </a:extLst>
                </p14:cNvPr>
                <p14:cNvContentPartPr/>
                <p14:nvPr/>
              </p14:nvContentPartPr>
              <p14:xfrm>
                <a:off x="3442892" y="1491420"/>
                <a:ext cx="18720" cy="280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948991C-7D8F-4075-9BE3-C7D2046A97B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436772" y="1485300"/>
                  <a:ext cx="30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847BB3C-80C5-0175-D554-043B18D97400}"/>
                    </a:ext>
                  </a:extLst>
                </p14:cNvPr>
                <p14:cNvContentPartPr/>
                <p14:nvPr/>
              </p14:nvContentPartPr>
              <p14:xfrm>
                <a:off x="1189652" y="1480980"/>
                <a:ext cx="18720" cy="79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847BB3C-80C5-0175-D554-043B18D9740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83532" y="1474860"/>
                  <a:ext cx="309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E834401-7003-5DC6-CC3A-EFEFFD48DC6E}"/>
                    </a:ext>
                  </a:extLst>
                </p14:cNvPr>
                <p14:cNvContentPartPr/>
                <p14:nvPr/>
              </p14:nvContentPartPr>
              <p14:xfrm>
                <a:off x="1000292" y="978780"/>
                <a:ext cx="3606120" cy="2588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E834401-7003-5DC6-CC3A-EFEFFD48DC6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94172" y="972660"/>
                  <a:ext cx="36183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48375EA-C4D0-F16F-5096-81E9B7EE3ECC}"/>
                    </a:ext>
                  </a:extLst>
                </p14:cNvPr>
                <p14:cNvContentPartPr/>
                <p14:nvPr/>
              </p14:nvContentPartPr>
              <p14:xfrm>
                <a:off x="769532" y="1192620"/>
                <a:ext cx="4103640" cy="7329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48375EA-C4D0-F16F-5096-81E9B7EE3EC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63412" y="1186500"/>
                  <a:ext cx="4115880" cy="74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026049F6-50C3-2510-2E29-62A437C5325B}"/>
                  </a:ext>
                </a:extLst>
              </p14:cNvPr>
              <p14:cNvContentPartPr/>
              <p14:nvPr/>
            </p14:nvContentPartPr>
            <p14:xfrm>
              <a:off x="5641052" y="6592620"/>
              <a:ext cx="60480" cy="4284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026049F6-50C3-2510-2E29-62A437C5325B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5634932" y="6586500"/>
                <a:ext cx="72720" cy="5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7489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BD79-E047-1AD5-4DC7-A48EE81D7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A041B33-691B-83F3-13ED-E3609DEF9281}"/>
              </a:ext>
            </a:extLst>
          </p:cNvPr>
          <p:cNvGrpSpPr/>
          <p:nvPr/>
        </p:nvGrpSpPr>
        <p:grpSpPr>
          <a:xfrm>
            <a:off x="10096412" y="210605"/>
            <a:ext cx="1344600" cy="2266920"/>
            <a:chOff x="10096412" y="210605"/>
            <a:chExt cx="1344600" cy="226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BBC3401-A26A-978F-4709-DB0C590EDF63}"/>
                    </a:ext>
                  </a:extLst>
                </p14:cNvPr>
                <p14:cNvContentPartPr/>
                <p14:nvPr/>
              </p14:nvContentPartPr>
              <p14:xfrm>
                <a:off x="11291612" y="462965"/>
                <a:ext cx="149400" cy="173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BBC3401-A26A-978F-4709-DB0C590EDF6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285492" y="456845"/>
                  <a:ext cx="1616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69D92A4-3331-49BF-87D1-4676FE72333A}"/>
                    </a:ext>
                  </a:extLst>
                </p14:cNvPr>
                <p14:cNvContentPartPr/>
                <p14:nvPr/>
              </p14:nvContentPartPr>
              <p14:xfrm>
                <a:off x="11160212" y="235085"/>
                <a:ext cx="72720" cy="551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69D92A4-3331-49BF-87D1-4676FE7233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154092" y="228965"/>
                  <a:ext cx="8496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1B98D82-29F6-179A-7106-8A6C3E7E1567}"/>
                    </a:ext>
                  </a:extLst>
                </p14:cNvPr>
                <p14:cNvContentPartPr/>
                <p14:nvPr/>
              </p14:nvContentPartPr>
              <p14:xfrm>
                <a:off x="11026652" y="241925"/>
                <a:ext cx="36720" cy="140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1B98D82-29F6-179A-7106-8A6C3E7E156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20532" y="235805"/>
                  <a:ext cx="48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6981B7D-B1A9-074F-869D-59DF9564DED2}"/>
                    </a:ext>
                  </a:extLst>
                </p14:cNvPr>
                <p14:cNvContentPartPr/>
                <p14:nvPr/>
              </p14:nvContentPartPr>
              <p14:xfrm>
                <a:off x="10538492" y="249485"/>
                <a:ext cx="321480" cy="350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6981B7D-B1A9-074F-869D-59DF9564DED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32372" y="243365"/>
                  <a:ext cx="3337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CD48E1-E2FE-3467-4A18-CFBE0C20D0FE}"/>
                    </a:ext>
                  </a:extLst>
                </p14:cNvPr>
                <p14:cNvContentPartPr/>
                <p14:nvPr/>
              </p14:nvContentPartPr>
              <p14:xfrm>
                <a:off x="10436252" y="210605"/>
                <a:ext cx="11520" cy="366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CD48E1-E2FE-3467-4A18-CFBE0C20D0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30132" y="204485"/>
                  <a:ext cx="237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D0F9966-1698-598C-3CA0-8943E6ABE509}"/>
                    </a:ext>
                  </a:extLst>
                </p14:cNvPr>
                <p14:cNvContentPartPr/>
                <p14:nvPr/>
              </p14:nvContentPartPr>
              <p14:xfrm>
                <a:off x="10200812" y="210605"/>
                <a:ext cx="69120" cy="1125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D0F9966-1698-598C-3CA0-8943E6ABE50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94692" y="204485"/>
                  <a:ext cx="81360" cy="11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73FAFA2-BC2B-836D-D065-65AB08791260}"/>
                    </a:ext>
                  </a:extLst>
                </p14:cNvPr>
                <p14:cNvContentPartPr/>
                <p14:nvPr/>
              </p14:nvContentPartPr>
              <p14:xfrm>
                <a:off x="10868612" y="1462685"/>
                <a:ext cx="404640" cy="307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73FAFA2-BC2B-836D-D065-65AB0879126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62492" y="1456565"/>
                  <a:ext cx="4168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9FEC15F-F775-681A-FA1F-BA071B329FBE}"/>
                    </a:ext>
                  </a:extLst>
                </p14:cNvPr>
                <p14:cNvContentPartPr/>
                <p14:nvPr/>
              </p14:nvContentPartPr>
              <p14:xfrm>
                <a:off x="10237172" y="1481765"/>
                <a:ext cx="602280" cy="231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9FEC15F-F775-681A-FA1F-BA071B329FB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31052" y="1475645"/>
                  <a:ext cx="614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DCFDFEF-0179-EBD8-3EAE-761E72DE000A}"/>
                    </a:ext>
                  </a:extLst>
                </p14:cNvPr>
                <p14:cNvContentPartPr/>
                <p14:nvPr/>
              </p14:nvContentPartPr>
              <p14:xfrm>
                <a:off x="10235012" y="1337405"/>
                <a:ext cx="117000" cy="506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DCFDFEF-0179-EBD8-3EAE-761E72DE000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28892" y="1331285"/>
                  <a:ext cx="12924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ECB2A1D-AAE2-624D-8385-A8447D1A3C5C}"/>
                    </a:ext>
                  </a:extLst>
                </p14:cNvPr>
                <p14:cNvContentPartPr/>
                <p14:nvPr/>
              </p14:nvContentPartPr>
              <p14:xfrm>
                <a:off x="10096412" y="1312205"/>
                <a:ext cx="68040" cy="1165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ECB2A1D-AAE2-624D-8385-A8447D1A3C5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090292" y="1306085"/>
                  <a:ext cx="80280" cy="11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59CA3E5-1962-1655-620C-BE3CF0591F27}"/>
              </a:ext>
            </a:extLst>
          </p:cNvPr>
          <p:cNvGrpSpPr/>
          <p:nvPr/>
        </p:nvGrpSpPr>
        <p:grpSpPr>
          <a:xfrm>
            <a:off x="7262852" y="1050125"/>
            <a:ext cx="2453040" cy="2150640"/>
            <a:chOff x="7262852" y="1050125"/>
            <a:chExt cx="2453040" cy="21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F94F08F-2929-3630-86F1-FC4019CB7534}"/>
                    </a:ext>
                  </a:extLst>
                </p14:cNvPr>
                <p14:cNvContentPartPr/>
                <p14:nvPr/>
              </p14:nvContentPartPr>
              <p14:xfrm>
                <a:off x="7474892" y="1492205"/>
                <a:ext cx="48960" cy="13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F94F08F-2929-3630-86F1-FC4019CB75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68772" y="1486085"/>
                  <a:ext cx="612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3534E63-4404-D334-3816-416B5D5344C9}"/>
                    </a:ext>
                  </a:extLst>
                </p14:cNvPr>
                <p14:cNvContentPartPr/>
                <p14:nvPr/>
              </p14:nvContentPartPr>
              <p14:xfrm>
                <a:off x="7262852" y="1224725"/>
                <a:ext cx="213480" cy="424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3534E63-4404-D334-3816-416B5D5344C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56732" y="1218605"/>
                  <a:ext cx="22572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29ED76A-5B21-DC25-0D3C-EE60A5BB9B0C}"/>
                    </a:ext>
                  </a:extLst>
                </p14:cNvPr>
                <p14:cNvContentPartPr/>
                <p14:nvPr/>
              </p14:nvContentPartPr>
              <p14:xfrm>
                <a:off x="7648052" y="1167845"/>
                <a:ext cx="88920" cy="398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29ED76A-5B21-DC25-0D3C-EE60A5BB9B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41932" y="1161725"/>
                  <a:ext cx="10116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0D88BA5-EF53-6420-A1E3-C9CB2438AB1F}"/>
                    </a:ext>
                  </a:extLst>
                </p14:cNvPr>
                <p14:cNvContentPartPr/>
                <p14:nvPr/>
              </p14:nvContentPartPr>
              <p14:xfrm>
                <a:off x="7685132" y="1159925"/>
                <a:ext cx="344880" cy="453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0D88BA5-EF53-6420-A1E3-C9CB2438AB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79012" y="1153805"/>
                  <a:ext cx="35712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DE43602-B5A9-4DB4-333E-55684D30D0F2}"/>
                    </a:ext>
                  </a:extLst>
                </p14:cNvPr>
                <p14:cNvContentPartPr/>
                <p14:nvPr/>
              </p14:nvContentPartPr>
              <p14:xfrm>
                <a:off x="7687292" y="1375565"/>
                <a:ext cx="259920" cy="6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DE43602-B5A9-4DB4-333E-55684D30D0F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81172" y="1369445"/>
                  <a:ext cx="272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D87EE41-1320-97B0-2011-69FE367CEC5D}"/>
                    </a:ext>
                  </a:extLst>
                </p14:cNvPr>
                <p14:cNvContentPartPr/>
                <p14:nvPr/>
              </p14:nvContentPartPr>
              <p14:xfrm>
                <a:off x="8090852" y="1203845"/>
                <a:ext cx="223560" cy="593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D87EE41-1320-97B0-2011-69FE367CEC5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84732" y="1197725"/>
                  <a:ext cx="23580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41408FD-D9E4-4DEE-B670-5FE1232B7352}"/>
                    </a:ext>
                  </a:extLst>
                </p14:cNvPr>
                <p14:cNvContentPartPr/>
                <p14:nvPr/>
              </p14:nvContentPartPr>
              <p14:xfrm>
                <a:off x="8462372" y="1050125"/>
                <a:ext cx="51120" cy="393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41408FD-D9E4-4DEE-B670-5FE1232B73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56252" y="1044005"/>
                  <a:ext cx="6336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8139C52-9519-729D-5A20-91871FC1AA77}"/>
                    </a:ext>
                  </a:extLst>
                </p14:cNvPr>
                <p14:cNvContentPartPr/>
                <p14:nvPr/>
              </p14:nvContentPartPr>
              <p14:xfrm>
                <a:off x="8467772" y="1144085"/>
                <a:ext cx="494640" cy="536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8139C52-9519-729D-5A20-91871FC1AA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61652" y="1137965"/>
                  <a:ext cx="50688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5C423E2-A15D-3904-A7F6-50D936DB0E41}"/>
                    </a:ext>
                  </a:extLst>
                </p14:cNvPr>
                <p14:cNvContentPartPr/>
                <p14:nvPr/>
              </p14:nvContentPartPr>
              <p14:xfrm>
                <a:off x="8597732" y="1312205"/>
                <a:ext cx="227520" cy="89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5C423E2-A15D-3904-A7F6-50D936DB0E4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91612" y="1306085"/>
                  <a:ext cx="2397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160BD6E-BAC9-616E-FF78-A836D13AF9E7}"/>
                    </a:ext>
                  </a:extLst>
                </p14:cNvPr>
                <p14:cNvContentPartPr/>
                <p14:nvPr/>
              </p14:nvContentPartPr>
              <p14:xfrm>
                <a:off x="8901932" y="1166045"/>
                <a:ext cx="234360" cy="436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160BD6E-BAC9-616E-FF78-A836D13AF9E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95812" y="1159925"/>
                  <a:ext cx="24660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A526FAA-CDA5-A4AF-32FB-1A314DADE26B}"/>
                    </a:ext>
                  </a:extLst>
                </p14:cNvPr>
                <p14:cNvContentPartPr/>
                <p14:nvPr/>
              </p14:nvContentPartPr>
              <p14:xfrm>
                <a:off x="9256172" y="1154165"/>
                <a:ext cx="115200" cy="529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A526FAA-CDA5-A4AF-32FB-1A314DADE26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250052" y="1148045"/>
                  <a:ext cx="12744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E81B583-F534-AECC-6CA4-DCAC967D2ECC}"/>
                    </a:ext>
                  </a:extLst>
                </p14:cNvPr>
                <p14:cNvContentPartPr/>
                <p14:nvPr/>
              </p14:nvContentPartPr>
              <p14:xfrm>
                <a:off x="9316652" y="1325885"/>
                <a:ext cx="156240" cy="60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E81B583-F534-AECC-6CA4-DCAC967D2EC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10532" y="1319765"/>
                  <a:ext cx="168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D394A12-1FD5-82DE-717F-E60EED394E36}"/>
                    </a:ext>
                  </a:extLst>
                </p14:cNvPr>
                <p14:cNvContentPartPr/>
                <p14:nvPr/>
              </p14:nvContentPartPr>
              <p14:xfrm>
                <a:off x="9299372" y="1603445"/>
                <a:ext cx="321480" cy="52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D394A12-1FD5-82DE-717F-E60EED394E3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93252" y="1597325"/>
                  <a:ext cx="3337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A5031DD-8387-C799-E04D-8F3589F98525}"/>
                    </a:ext>
                  </a:extLst>
                </p14:cNvPr>
                <p14:cNvContentPartPr/>
                <p14:nvPr/>
              </p14:nvContentPartPr>
              <p14:xfrm>
                <a:off x="9554612" y="1173605"/>
                <a:ext cx="161280" cy="18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A5031DD-8387-C799-E04D-8F3589F9852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48492" y="1167485"/>
                  <a:ext cx="173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5437E6C-8AA9-2B96-6059-A43840326C1E}"/>
                    </a:ext>
                  </a:extLst>
                </p14:cNvPr>
                <p14:cNvContentPartPr/>
                <p14:nvPr/>
              </p14:nvContentPartPr>
              <p14:xfrm>
                <a:off x="9666212" y="1173605"/>
                <a:ext cx="22680" cy="396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5437E6C-8AA9-2B96-6059-A43840326C1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660092" y="1167485"/>
                  <a:ext cx="349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2DF1D73-2B4C-3DAE-23CF-2C9974360880}"/>
                    </a:ext>
                  </a:extLst>
                </p14:cNvPr>
                <p14:cNvContentPartPr/>
                <p14:nvPr/>
              </p14:nvContentPartPr>
              <p14:xfrm>
                <a:off x="9241412" y="1969925"/>
                <a:ext cx="47520" cy="834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2DF1D73-2B4C-3DAE-23CF-2C997436088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35292" y="1963805"/>
                  <a:ext cx="59760" cy="8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009CD40-3786-0B5D-25C8-39903C024BF9}"/>
                    </a:ext>
                  </a:extLst>
                </p14:cNvPr>
                <p14:cNvContentPartPr/>
                <p14:nvPr/>
              </p14:nvContentPartPr>
              <p14:xfrm>
                <a:off x="8955932" y="1936805"/>
                <a:ext cx="73080" cy="967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009CD40-3786-0B5D-25C8-39903C024BF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949812" y="1930685"/>
                  <a:ext cx="85320" cy="9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CD489C5-FE71-292A-E2BA-62F07E6A1838}"/>
                    </a:ext>
                  </a:extLst>
                </p14:cNvPr>
                <p14:cNvContentPartPr/>
                <p14:nvPr/>
              </p14:nvContentPartPr>
              <p14:xfrm>
                <a:off x="8665052" y="2522885"/>
                <a:ext cx="882000" cy="677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CD489C5-FE71-292A-E2BA-62F07E6A183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58932" y="2516765"/>
                  <a:ext cx="894240" cy="69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A3D8DA3-B7B4-A65D-0661-2352D52E4DB9}"/>
              </a:ext>
            </a:extLst>
          </p:cNvPr>
          <p:cNvGrpSpPr/>
          <p:nvPr/>
        </p:nvGrpSpPr>
        <p:grpSpPr>
          <a:xfrm>
            <a:off x="10186772" y="3255845"/>
            <a:ext cx="1435680" cy="572040"/>
            <a:chOff x="10186772" y="3255845"/>
            <a:chExt cx="1435680" cy="57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6F59CCD-BD5E-95C5-CA1A-5DD70F5377CC}"/>
                    </a:ext>
                  </a:extLst>
                </p14:cNvPr>
                <p14:cNvContentPartPr/>
                <p14:nvPr/>
              </p14:nvContentPartPr>
              <p14:xfrm>
                <a:off x="11251652" y="3255845"/>
                <a:ext cx="370800" cy="572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6F59CCD-BD5E-95C5-CA1A-5DD70F5377C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245532" y="3249725"/>
                  <a:ext cx="38304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6C60D4C-A421-6BBA-E19A-EAE73FC3E3DC}"/>
                    </a:ext>
                  </a:extLst>
                </p14:cNvPr>
                <p14:cNvContentPartPr/>
                <p14:nvPr/>
              </p14:nvContentPartPr>
              <p14:xfrm>
                <a:off x="11065172" y="3455645"/>
                <a:ext cx="103680" cy="313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6C60D4C-A421-6BBA-E19A-EAE73FC3E3D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059052" y="3449525"/>
                  <a:ext cx="1159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C289E11-4A0D-7743-392A-2F2B7218180A}"/>
                    </a:ext>
                  </a:extLst>
                </p14:cNvPr>
                <p14:cNvContentPartPr/>
                <p14:nvPr/>
              </p14:nvContentPartPr>
              <p14:xfrm>
                <a:off x="10657292" y="3410285"/>
                <a:ext cx="320040" cy="292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C289E11-4A0D-7743-392A-2F2B7218180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51172" y="3404165"/>
                  <a:ext cx="3322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61ABD50-6B75-FE8E-4B8F-20E5A8DD62C7}"/>
                    </a:ext>
                  </a:extLst>
                </p14:cNvPr>
                <p14:cNvContentPartPr/>
                <p14:nvPr/>
              </p14:nvContentPartPr>
              <p14:xfrm>
                <a:off x="10186772" y="3433325"/>
                <a:ext cx="233280" cy="304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61ABD50-6B75-FE8E-4B8F-20E5A8DD62C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80652" y="3427205"/>
                  <a:ext cx="245520" cy="31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301E0BC-720C-4218-3025-426DF1F7EB75}"/>
              </a:ext>
            </a:extLst>
          </p:cNvPr>
          <p:cNvGrpSpPr/>
          <p:nvPr/>
        </p:nvGrpSpPr>
        <p:grpSpPr>
          <a:xfrm>
            <a:off x="6397052" y="3170165"/>
            <a:ext cx="3025080" cy="624240"/>
            <a:chOff x="6397052" y="3170165"/>
            <a:chExt cx="3025080" cy="62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C018D74-208D-C25F-C316-477FC2D7DF79}"/>
                    </a:ext>
                  </a:extLst>
                </p14:cNvPr>
                <p14:cNvContentPartPr/>
                <p14:nvPr/>
              </p14:nvContentPartPr>
              <p14:xfrm>
                <a:off x="9205412" y="3458165"/>
                <a:ext cx="216720" cy="130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C018D74-208D-C25F-C316-477FC2D7DF7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99292" y="3452045"/>
                  <a:ext cx="2289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E130A9B-6F31-21ED-F737-11E7716DE302}"/>
                    </a:ext>
                  </a:extLst>
                </p14:cNvPr>
                <p14:cNvContentPartPr/>
                <p14:nvPr/>
              </p14:nvContentPartPr>
              <p14:xfrm>
                <a:off x="9081572" y="3359885"/>
                <a:ext cx="227520" cy="434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E130A9B-6F31-21ED-F737-11E7716DE30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75452" y="3353765"/>
                  <a:ext cx="23976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C655438-DF9D-53F2-34B9-645E3C03FDE1}"/>
                    </a:ext>
                  </a:extLst>
                </p14:cNvPr>
                <p14:cNvContentPartPr/>
                <p14:nvPr/>
              </p14:nvContentPartPr>
              <p14:xfrm>
                <a:off x="8660012" y="3399125"/>
                <a:ext cx="291600" cy="311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C655438-DF9D-53F2-34B9-645E3C03FDE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653892" y="3393005"/>
                  <a:ext cx="3038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B21192F-A8E2-5B9B-2BDC-0656260BC8B2}"/>
                    </a:ext>
                  </a:extLst>
                </p14:cNvPr>
                <p14:cNvContentPartPr/>
                <p14:nvPr/>
              </p14:nvContentPartPr>
              <p14:xfrm>
                <a:off x="8322332" y="3170165"/>
                <a:ext cx="133920" cy="556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B21192F-A8E2-5B9B-2BDC-0656260BC8B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16212" y="3164045"/>
                  <a:ext cx="14616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A816887-67EC-CDFF-23DA-D70463DC2BEB}"/>
                    </a:ext>
                  </a:extLst>
                </p14:cNvPr>
                <p14:cNvContentPartPr/>
                <p14:nvPr/>
              </p14:nvContentPartPr>
              <p14:xfrm>
                <a:off x="8156372" y="3277445"/>
                <a:ext cx="12240" cy="382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A816887-67EC-CDFF-23DA-D70463DC2B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150252" y="3271325"/>
                  <a:ext cx="2448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17BF6C7-6785-9F3E-BEE1-E2910C2B10D0}"/>
                    </a:ext>
                  </a:extLst>
                </p14:cNvPr>
                <p14:cNvContentPartPr/>
                <p14:nvPr/>
              </p14:nvContentPartPr>
              <p14:xfrm>
                <a:off x="7835612" y="3304445"/>
                <a:ext cx="144720" cy="390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17BF6C7-6785-9F3E-BEE1-E2910C2B10D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29492" y="3298325"/>
                  <a:ext cx="1569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A73FB85-9670-CD8A-19C0-387843CFB0CD}"/>
                    </a:ext>
                  </a:extLst>
                </p14:cNvPr>
                <p14:cNvContentPartPr/>
                <p14:nvPr/>
              </p14:nvContentPartPr>
              <p14:xfrm>
                <a:off x="7506212" y="3431525"/>
                <a:ext cx="222120" cy="210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A73FB85-9670-CD8A-19C0-387843CFB0C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00092" y="3425405"/>
                  <a:ext cx="234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0D18696-5BA1-7A26-9814-77916F41B3DF}"/>
                    </a:ext>
                  </a:extLst>
                </p14:cNvPr>
                <p14:cNvContentPartPr/>
                <p14:nvPr/>
              </p14:nvContentPartPr>
              <p14:xfrm>
                <a:off x="7223252" y="3303365"/>
                <a:ext cx="175320" cy="330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0D18696-5BA1-7A26-9814-77916F41B3D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217132" y="3297245"/>
                  <a:ext cx="1875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07B6686-9AFE-BA66-0BD2-D8173B6BD570}"/>
                    </a:ext>
                  </a:extLst>
                </p14:cNvPr>
                <p14:cNvContentPartPr/>
                <p14:nvPr/>
              </p14:nvContentPartPr>
              <p14:xfrm>
                <a:off x="7103372" y="3283565"/>
                <a:ext cx="58320" cy="273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07B6686-9AFE-BA66-0BD2-D8173B6BD57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97252" y="3277445"/>
                  <a:ext cx="70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05A53D8-912A-4D29-4778-9B24B39866B7}"/>
                    </a:ext>
                  </a:extLst>
                </p14:cNvPr>
                <p14:cNvContentPartPr/>
                <p14:nvPr/>
              </p14:nvContentPartPr>
              <p14:xfrm>
                <a:off x="6397052" y="3382565"/>
                <a:ext cx="643320" cy="160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05A53D8-912A-4D29-4778-9B24B39866B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90932" y="3376445"/>
                  <a:ext cx="655560" cy="17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9265BFD-AC2A-F554-2929-2AC20C6D2C3E}"/>
                  </a:ext>
                </a:extLst>
              </p14:cNvPr>
              <p14:cNvContentPartPr/>
              <p14:nvPr/>
            </p14:nvContentPartPr>
            <p14:xfrm>
              <a:off x="6263492" y="5075285"/>
              <a:ext cx="5324760" cy="2124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9265BFD-AC2A-F554-2929-2AC20C6D2C3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257372" y="5069165"/>
                <a:ext cx="5337000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3EC1E8C7-2105-D9AC-8558-9D71F2F7DB3F}"/>
              </a:ext>
            </a:extLst>
          </p:cNvPr>
          <p:cNvGrpSpPr/>
          <p:nvPr/>
        </p:nvGrpSpPr>
        <p:grpSpPr>
          <a:xfrm>
            <a:off x="11875532" y="4744085"/>
            <a:ext cx="226440" cy="450360"/>
            <a:chOff x="11875532" y="4744085"/>
            <a:chExt cx="22644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AC17D5F-8137-D14C-85BC-F9592D2EE7BE}"/>
                    </a:ext>
                  </a:extLst>
                </p14:cNvPr>
                <p14:cNvContentPartPr/>
                <p14:nvPr/>
              </p14:nvContentPartPr>
              <p14:xfrm>
                <a:off x="11875532" y="4744085"/>
                <a:ext cx="131400" cy="231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AC17D5F-8137-D14C-85BC-F9592D2EE7B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869412" y="4737965"/>
                  <a:ext cx="1436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1250FFD-BDC1-2F5E-A397-E2A29E3F2CBB}"/>
                    </a:ext>
                  </a:extLst>
                </p14:cNvPr>
                <p14:cNvContentPartPr/>
                <p14:nvPr/>
              </p14:nvContentPartPr>
              <p14:xfrm>
                <a:off x="11884892" y="4778285"/>
                <a:ext cx="168840" cy="249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1250FFD-BDC1-2F5E-A397-E2A29E3F2CB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878772" y="4772165"/>
                  <a:ext cx="1810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E583D22-6D8F-A677-4FEF-49B1F7DCB1B7}"/>
                    </a:ext>
                  </a:extLst>
                </p14:cNvPr>
                <p14:cNvContentPartPr/>
                <p14:nvPr/>
              </p14:nvContentPartPr>
              <p14:xfrm>
                <a:off x="12095132" y="5043605"/>
                <a:ext cx="6840" cy="150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E583D22-6D8F-A677-4FEF-49B1F7DCB1B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089012" y="5037485"/>
                  <a:ext cx="1908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3E6F035-B730-849B-E828-A57B4989C01F}"/>
              </a:ext>
            </a:extLst>
          </p:cNvPr>
          <p:cNvGrpSpPr/>
          <p:nvPr/>
        </p:nvGrpSpPr>
        <p:grpSpPr>
          <a:xfrm>
            <a:off x="11821532" y="5479565"/>
            <a:ext cx="299520" cy="439920"/>
            <a:chOff x="11821532" y="5479565"/>
            <a:chExt cx="299520" cy="43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A045B2A-E5B8-340C-0A1A-D96807E3F7BF}"/>
                    </a:ext>
                  </a:extLst>
                </p14:cNvPr>
                <p14:cNvContentPartPr/>
                <p14:nvPr/>
              </p14:nvContentPartPr>
              <p14:xfrm>
                <a:off x="11839892" y="5479565"/>
                <a:ext cx="162000" cy="215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A045B2A-E5B8-340C-0A1A-D96807E3F7B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833772" y="5473445"/>
                  <a:ext cx="1742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6AFAC2C-0EC3-F070-2658-B0F120E8E555}"/>
                    </a:ext>
                  </a:extLst>
                </p14:cNvPr>
                <p14:cNvContentPartPr/>
                <p14:nvPr/>
              </p14:nvContentPartPr>
              <p14:xfrm>
                <a:off x="11821532" y="5525285"/>
                <a:ext cx="222840" cy="232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6AFAC2C-0EC3-F070-2658-B0F120E8E55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815412" y="5519165"/>
                  <a:ext cx="2350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2C06575-E858-EF8F-D4FF-DF3206D354EF}"/>
                    </a:ext>
                  </a:extLst>
                </p14:cNvPr>
                <p14:cNvContentPartPr/>
                <p14:nvPr/>
              </p14:nvContentPartPr>
              <p14:xfrm>
                <a:off x="12105572" y="5706005"/>
                <a:ext cx="15480" cy="213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2C06575-E858-EF8F-D4FF-DF3206D354E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099452" y="5699885"/>
                  <a:ext cx="2772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20B3DFA-B7FF-D368-F98B-FDDCCB38188F}"/>
              </a:ext>
            </a:extLst>
          </p:cNvPr>
          <p:cNvGrpSpPr/>
          <p:nvPr/>
        </p:nvGrpSpPr>
        <p:grpSpPr>
          <a:xfrm>
            <a:off x="11640452" y="6127205"/>
            <a:ext cx="452880" cy="296640"/>
            <a:chOff x="11640452" y="6127205"/>
            <a:chExt cx="45288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4FC0527-A9CB-A8E2-021E-1C7ABE25DC29}"/>
                    </a:ext>
                  </a:extLst>
                </p14:cNvPr>
                <p14:cNvContentPartPr/>
                <p14:nvPr/>
              </p14:nvContentPartPr>
              <p14:xfrm>
                <a:off x="11736212" y="6145205"/>
                <a:ext cx="150840" cy="136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4FC0527-A9CB-A8E2-021E-1C7ABE25DC2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730092" y="6139085"/>
                  <a:ext cx="163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295CE34-1520-E0BF-0939-BE36A915C499}"/>
                    </a:ext>
                  </a:extLst>
                </p14:cNvPr>
                <p14:cNvContentPartPr/>
                <p14:nvPr/>
              </p14:nvContentPartPr>
              <p14:xfrm>
                <a:off x="11640452" y="6127205"/>
                <a:ext cx="334080" cy="232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295CE34-1520-E0BF-0939-BE36A915C49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634332" y="6121085"/>
                  <a:ext cx="346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813DFF6-458C-A4A7-F4C6-072892C204F5}"/>
                    </a:ext>
                  </a:extLst>
                </p14:cNvPr>
                <p14:cNvContentPartPr/>
                <p14:nvPr/>
              </p14:nvContentPartPr>
              <p14:xfrm>
                <a:off x="11933492" y="6201005"/>
                <a:ext cx="159840" cy="222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813DFF6-458C-A4A7-F4C6-072892C204F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927372" y="6194885"/>
                  <a:ext cx="17208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13BDA65C-E660-A482-86B2-87D8003C0C0B}"/>
                  </a:ext>
                </a:extLst>
              </p14:cNvPr>
              <p14:cNvContentPartPr/>
              <p14:nvPr/>
            </p14:nvContentPartPr>
            <p14:xfrm>
              <a:off x="8468852" y="4921925"/>
              <a:ext cx="28440" cy="72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13BDA65C-E660-A482-86B2-87D8003C0C0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462732" y="4915805"/>
                <a:ext cx="406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BE0590E-247E-3BF0-4D4D-21544888CDD9}"/>
                  </a:ext>
                </a:extLst>
              </p14:cNvPr>
              <p14:cNvContentPartPr/>
              <p14:nvPr/>
            </p14:nvContentPartPr>
            <p14:xfrm>
              <a:off x="8342492" y="3984845"/>
              <a:ext cx="601560" cy="9374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BE0590E-247E-3BF0-4D4D-21544888CDD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336372" y="3978725"/>
                <a:ext cx="613800" cy="9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050726D-1C8B-6AF4-96EB-44E40493F999}"/>
                  </a:ext>
                </a:extLst>
              </p14:cNvPr>
              <p14:cNvContentPartPr/>
              <p14:nvPr/>
            </p14:nvContentPartPr>
            <p14:xfrm>
              <a:off x="9383972" y="4758125"/>
              <a:ext cx="464760" cy="4309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050726D-1C8B-6AF4-96EB-44E40493F99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377852" y="4752005"/>
                <a:ext cx="47700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7342A13-CE4F-921D-DE5F-707EA0831638}"/>
                  </a:ext>
                </a:extLst>
              </p14:cNvPr>
              <p14:cNvContentPartPr/>
              <p14:nvPr/>
            </p14:nvContentPartPr>
            <p14:xfrm>
              <a:off x="7123532" y="5779805"/>
              <a:ext cx="4106880" cy="1166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7342A13-CE4F-921D-DE5F-707EA083163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117412" y="5773685"/>
                <a:ext cx="411912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7710A32-CA5F-1340-E671-6A31493B86E5}"/>
                  </a:ext>
                </a:extLst>
              </p14:cNvPr>
              <p14:cNvContentPartPr/>
              <p14:nvPr/>
            </p14:nvContentPartPr>
            <p14:xfrm>
              <a:off x="7998692" y="5630405"/>
              <a:ext cx="34560" cy="2134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7710A32-CA5F-1340-E671-6A31493B86E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992572" y="5624285"/>
                <a:ext cx="468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E98FF694-5E74-C038-438A-D829E9FCF320}"/>
                  </a:ext>
                </a:extLst>
              </p14:cNvPr>
              <p14:cNvContentPartPr/>
              <p14:nvPr/>
            </p14:nvContentPartPr>
            <p14:xfrm>
              <a:off x="7869092" y="5763605"/>
              <a:ext cx="16560" cy="176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E98FF694-5E74-C038-438A-D829E9FCF32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862972" y="5757485"/>
                <a:ext cx="288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6273643-C1B4-636E-78F7-7E1FBC3EC33E}"/>
                  </a:ext>
                </a:extLst>
              </p14:cNvPr>
              <p14:cNvContentPartPr/>
              <p14:nvPr/>
            </p14:nvContentPartPr>
            <p14:xfrm>
              <a:off x="7202372" y="5759285"/>
              <a:ext cx="15120" cy="14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6273643-C1B4-636E-78F7-7E1FBC3EC33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196252" y="5753165"/>
                <a:ext cx="2736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78A9BB9-2CFA-7E17-C6FF-F1F260570475}"/>
                  </a:ext>
                </a:extLst>
              </p14:cNvPr>
              <p14:cNvContentPartPr/>
              <p14:nvPr/>
            </p14:nvContentPartPr>
            <p14:xfrm>
              <a:off x="7099772" y="5653445"/>
              <a:ext cx="923400" cy="1807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78A9BB9-2CFA-7E17-C6FF-F1F26057047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093652" y="5647325"/>
                <a:ext cx="9356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36CBB20-7693-2357-1572-B72599DCBC54}"/>
                  </a:ext>
                </a:extLst>
              </p14:cNvPr>
              <p14:cNvContentPartPr/>
              <p14:nvPr/>
            </p14:nvContentPartPr>
            <p14:xfrm>
              <a:off x="7989332" y="5666405"/>
              <a:ext cx="78120" cy="334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36CBB20-7693-2357-1572-B72599DCBC5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983212" y="5660285"/>
                <a:ext cx="903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5DF9816-96CD-3E11-7EE1-CBC1EBC215DE}"/>
                  </a:ext>
                </a:extLst>
              </p14:cNvPr>
              <p14:cNvContentPartPr/>
              <p14:nvPr/>
            </p14:nvContentPartPr>
            <p14:xfrm>
              <a:off x="8000492" y="5218565"/>
              <a:ext cx="1424520" cy="5947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5DF9816-96CD-3E11-7EE1-CBC1EBC215D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994372" y="5212445"/>
                <a:ext cx="1436760" cy="60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DA4404E-5A4E-AF57-B622-3D404AA5163D}"/>
                  </a:ext>
                </a:extLst>
              </p14:cNvPr>
              <p14:cNvContentPartPr/>
              <p14:nvPr/>
            </p14:nvContentPartPr>
            <p14:xfrm>
              <a:off x="6177092" y="135725"/>
              <a:ext cx="128160" cy="66348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DA4404E-5A4E-AF57-B622-3D404AA5163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170972" y="129605"/>
                <a:ext cx="140400" cy="66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E362CED-3111-CD4C-A92C-B91C7CBE32B2}"/>
                  </a:ext>
                </a:extLst>
              </p14:cNvPr>
              <p14:cNvContentPartPr/>
              <p14:nvPr/>
            </p14:nvContentPartPr>
            <p14:xfrm>
              <a:off x="423932" y="1179725"/>
              <a:ext cx="1147320" cy="10087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E362CED-3111-CD4C-A92C-B91C7CBE32B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17812" y="1173605"/>
                <a:ext cx="1159560" cy="102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8910F8B-4BCF-B877-7FD2-CE26B248C4CF}"/>
              </a:ext>
            </a:extLst>
          </p:cNvPr>
          <p:cNvGrpSpPr/>
          <p:nvPr/>
        </p:nvGrpSpPr>
        <p:grpSpPr>
          <a:xfrm>
            <a:off x="6756692" y="4085285"/>
            <a:ext cx="1139400" cy="1291680"/>
            <a:chOff x="6756692" y="4085285"/>
            <a:chExt cx="1139400" cy="12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A88DBD6-5366-BBD3-9A9D-C2B8D675BD9D}"/>
                    </a:ext>
                  </a:extLst>
                </p14:cNvPr>
                <p14:cNvContentPartPr/>
                <p14:nvPr/>
              </p14:nvContentPartPr>
              <p14:xfrm>
                <a:off x="7068812" y="5035685"/>
                <a:ext cx="10800" cy="35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A88DBD6-5366-BBD3-9A9D-C2B8D675BD9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62692" y="5029565"/>
                  <a:ext cx="23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2498F5B-7D27-9FB1-6B05-A6325A182B39}"/>
                    </a:ext>
                  </a:extLst>
                </p14:cNvPr>
                <p14:cNvContentPartPr/>
                <p14:nvPr/>
              </p14:nvContentPartPr>
              <p14:xfrm>
                <a:off x="7029572" y="4417925"/>
                <a:ext cx="866520" cy="667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2498F5B-7D27-9FB1-6B05-A6325A182B3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23452" y="4411805"/>
                  <a:ext cx="87876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8CE9CCC-8C7B-4051-BBF3-FB26A53439B3}"/>
                    </a:ext>
                  </a:extLst>
                </p14:cNvPr>
                <p14:cNvContentPartPr/>
                <p14:nvPr/>
              </p14:nvContentPartPr>
              <p14:xfrm>
                <a:off x="7311092" y="4149365"/>
                <a:ext cx="189000" cy="56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8CE9CCC-8C7B-4051-BBF3-FB26A53439B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04972" y="4143245"/>
                  <a:ext cx="2012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85F4989-B4C9-F179-9F7E-53F6B748C2E1}"/>
                    </a:ext>
                  </a:extLst>
                </p14:cNvPr>
                <p14:cNvContentPartPr/>
                <p14:nvPr/>
              </p14:nvContentPartPr>
              <p14:xfrm>
                <a:off x="6756692" y="4085285"/>
                <a:ext cx="1117800" cy="1291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85F4989-B4C9-F179-9F7E-53F6B748C2E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750572" y="4079165"/>
                  <a:ext cx="1130040" cy="130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8412F43B-134D-9919-B582-E4A63E2AEDE9}"/>
                  </a:ext>
                </a:extLst>
              </p14:cNvPr>
              <p14:cNvContentPartPr/>
              <p14:nvPr/>
            </p14:nvContentPartPr>
            <p14:xfrm>
              <a:off x="7305692" y="4812845"/>
              <a:ext cx="20880" cy="39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8412F43B-134D-9919-B582-E4A63E2AEDE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299572" y="4806725"/>
                <a:ext cx="33120" cy="1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8B35683-9763-4D6C-553C-DE3B335EC381}"/>
              </a:ext>
            </a:extLst>
          </p:cNvPr>
          <p:cNvGrpSpPr/>
          <p:nvPr/>
        </p:nvGrpSpPr>
        <p:grpSpPr>
          <a:xfrm>
            <a:off x="584852" y="202325"/>
            <a:ext cx="5100480" cy="3069360"/>
            <a:chOff x="584852" y="202325"/>
            <a:chExt cx="5100480" cy="30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7A407DA-1897-63F6-F649-449DF0DBD209}"/>
                    </a:ext>
                  </a:extLst>
                </p14:cNvPr>
                <p14:cNvContentPartPr/>
                <p14:nvPr/>
              </p14:nvContentPartPr>
              <p14:xfrm>
                <a:off x="868892" y="458645"/>
                <a:ext cx="318240" cy="275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7A407DA-1897-63F6-F649-449DF0DBD20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62772" y="452525"/>
                  <a:ext cx="3304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4BE9D4C-2082-CC17-D347-9057978F03D5}"/>
                    </a:ext>
                  </a:extLst>
                </p14:cNvPr>
                <p14:cNvContentPartPr/>
                <p14:nvPr/>
              </p14:nvContentPartPr>
              <p14:xfrm>
                <a:off x="905612" y="507245"/>
                <a:ext cx="431280" cy="315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4BE9D4C-2082-CC17-D347-9057978F03D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99492" y="501125"/>
                  <a:ext cx="4435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CDB9283-1472-EC56-582E-B85FFF0E96CC}"/>
                    </a:ext>
                  </a:extLst>
                </p14:cNvPr>
                <p14:cNvContentPartPr/>
                <p14:nvPr/>
              </p14:nvContentPartPr>
              <p14:xfrm>
                <a:off x="1501052" y="680045"/>
                <a:ext cx="38160" cy="20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CDB9283-1472-EC56-582E-B85FFF0E96C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94932" y="673925"/>
                  <a:ext cx="50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3EE1A1C-BE86-9636-4485-BD316080EDE7}"/>
                    </a:ext>
                  </a:extLst>
                </p14:cNvPr>
                <p14:cNvContentPartPr/>
                <p14:nvPr/>
              </p14:nvContentPartPr>
              <p14:xfrm>
                <a:off x="1910012" y="495005"/>
                <a:ext cx="198720" cy="216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3EE1A1C-BE86-9636-4485-BD316080EDE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903892" y="488885"/>
                  <a:ext cx="2109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012B7F8-BA0A-727C-E71F-114932AC8072}"/>
                    </a:ext>
                  </a:extLst>
                </p14:cNvPr>
                <p14:cNvContentPartPr/>
                <p14:nvPr/>
              </p14:nvContentPartPr>
              <p14:xfrm>
                <a:off x="1760252" y="534605"/>
                <a:ext cx="406440" cy="299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012B7F8-BA0A-727C-E71F-114932AC807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754132" y="528485"/>
                  <a:ext cx="4186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8EFF4F5-6F61-5020-CB34-28CE998E02EB}"/>
                    </a:ext>
                  </a:extLst>
                </p14:cNvPr>
                <p14:cNvContentPartPr/>
                <p14:nvPr/>
              </p14:nvContentPartPr>
              <p14:xfrm>
                <a:off x="2341652" y="778325"/>
                <a:ext cx="335880" cy="205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8EFF4F5-6F61-5020-CB34-28CE998E02E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35532" y="772205"/>
                  <a:ext cx="348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04E0CAD-1C36-A07E-C0FD-CA0120DDE5D8}"/>
                    </a:ext>
                  </a:extLst>
                </p14:cNvPr>
                <p14:cNvContentPartPr/>
                <p14:nvPr/>
              </p14:nvContentPartPr>
              <p14:xfrm>
                <a:off x="2672132" y="464405"/>
                <a:ext cx="403920" cy="402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04E0CAD-1C36-A07E-C0FD-CA0120DDE5D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666012" y="458285"/>
                  <a:ext cx="4161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9C19367-041B-569B-FEED-073A67CD03BD}"/>
                    </a:ext>
                  </a:extLst>
                </p14:cNvPr>
                <p14:cNvContentPartPr/>
                <p14:nvPr/>
              </p14:nvContentPartPr>
              <p14:xfrm>
                <a:off x="3161732" y="784445"/>
                <a:ext cx="166680" cy="313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9C19367-041B-569B-FEED-073A67CD03B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155612" y="778325"/>
                  <a:ext cx="1789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A585715-86AA-9948-9AEE-0451F16F6B56}"/>
                    </a:ext>
                  </a:extLst>
                </p14:cNvPr>
                <p14:cNvContentPartPr/>
                <p14:nvPr/>
              </p14:nvContentPartPr>
              <p14:xfrm>
                <a:off x="3766892" y="515525"/>
                <a:ext cx="368640" cy="446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A585715-86AA-9948-9AEE-0451F16F6B5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760772" y="509405"/>
                  <a:ext cx="3808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9516DAF-5B8D-3201-1A3A-AD43032F5888}"/>
                    </a:ext>
                  </a:extLst>
                </p14:cNvPr>
                <p14:cNvContentPartPr/>
                <p14:nvPr/>
              </p14:nvContentPartPr>
              <p14:xfrm>
                <a:off x="3653852" y="542525"/>
                <a:ext cx="325440" cy="350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9516DAF-5B8D-3201-1A3A-AD43032F588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647732" y="536405"/>
                  <a:ext cx="3376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99AC78E-D70E-C8FB-1A71-E2FA6D2FB9BB}"/>
                    </a:ext>
                  </a:extLst>
                </p14:cNvPr>
                <p14:cNvContentPartPr/>
                <p14:nvPr/>
              </p14:nvContentPartPr>
              <p14:xfrm>
                <a:off x="4179452" y="803525"/>
                <a:ext cx="327600" cy="410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99AC78E-D70E-C8FB-1A71-E2FA6D2FB9B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173332" y="797405"/>
                  <a:ext cx="33984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5B9F4A1-FF24-276D-021D-9602B5648F2C}"/>
                    </a:ext>
                  </a:extLst>
                </p14:cNvPr>
                <p14:cNvContentPartPr/>
                <p14:nvPr/>
              </p14:nvContentPartPr>
              <p14:xfrm>
                <a:off x="1912172" y="1388165"/>
                <a:ext cx="357120" cy="429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5B9F4A1-FF24-276D-021D-9602B5648F2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906052" y="1382045"/>
                  <a:ext cx="36936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DBB37E7-D0C8-2C64-D4A9-B7A196323495}"/>
                    </a:ext>
                  </a:extLst>
                </p14:cNvPr>
                <p14:cNvContentPartPr/>
                <p14:nvPr/>
              </p14:nvContentPartPr>
              <p14:xfrm>
                <a:off x="2430212" y="1637285"/>
                <a:ext cx="13680" cy="149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DBB37E7-D0C8-2C64-D4A9-B7A19632349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424092" y="1631165"/>
                  <a:ext cx="259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753FAE5-5994-28A8-E315-39DF5AC6365E}"/>
                    </a:ext>
                  </a:extLst>
                </p14:cNvPr>
                <p14:cNvContentPartPr/>
                <p14:nvPr/>
              </p14:nvContentPartPr>
              <p14:xfrm>
                <a:off x="2379092" y="1333805"/>
                <a:ext cx="221760" cy="533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753FAE5-5994-28A8-E315-39DF5AC6365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372972" y="1327685"/>
                  <a:ext cx="23400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51977F8-6550-3B45-EA6E-EFAA54F29B03}"/>
                    </a:ext>
                  </a:extLst>
                </p14:cNvPr>
                <p14:cNvContentPartPr/>
                <p14:nvPr/>
              </p14:nvContentPartPr>
              <p14:xfrm>
                <a:off x="2860412" y="1487525"/>
                <a:ext cx="261720" cy="269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51977F8-6550-3B45-EA6E-EFAA54F29B0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854292" y="1481405"/>
                  <a:ext cx="2739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4DAD9B4-2600-2F34-DEA1-FEC3F07F4CF7}"/>
                    </a:ext>
                  </a:extLst>
                </p14:cNvPr>
                <p14:cNvContentPartPr/>
                <p14:nvPr/>
              </p14:nvContentPartPr>
              <p14:xfrm>
                <a:off x="3268652" y="1740605"/>
                <a:ext cx="11520" cy="83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4DAD9B4-2600-2F34-DEA1-FEC3F07F4CF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62532" y="1734485"/>
                  <a:ext cx="237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7C59A77-0256-BD7C-D031-691673CB7B19}"/>
                    </a:ext>
                  </a:extLst>
                </p14:cNvPr>
                <p14:cNvContentPartPr/>
                <p14:nvPr/>
              </p14:nvContentPartPr>
              <p14:xfrm>
                <a:off x="3402932" y="1363325"/>
                <a:ext cx="72360" cy="402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7C59A77-0256-BD7C-D031-691673CB7B1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396812" y="1357205"/>
                  <a:ext cx="8460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486E264-ADC1-9F98-CE01-63E9B085BA5D}"/>
                    </a:ext>
                  </a:extLst>
                </p14:cNvPr>
                <p14:cNvContentPartPr/>
                <p14:nvPr/>
              </p14:nvContentPartPr>
              <p14:xfrm>
                <a:off x="4172972" y="1547285"/>
                <a:ext cx="29520" cy="3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486E264-ADC1-9F98-CE01-63E9B085BA5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166852" y="1541165"/>
                  <a:ext cx="417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8B9BB55-50A1-CC2C-F898-130148CEAF78}"/>
                    </a:ext>
                  </a:extLst>
                </p14:cNvPr>
                <p14:cNvContentPartPr/>
                <p14:nvPr/>
              </p14:nvContentPartPr>
              <p14:xfrm>
                <a:off x="3882092" y="1473845"/>
                <a:ext cx="354960" cy="285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8B9BB55-50A1-CC2C-F898-130148CEAF7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875972" y="1467725"/>
                  <a:ext cx="3672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24A9D95-5F6E-6C2A-E967-C06A5D0189C9}"/>
                    </a:ext>
                  </a:extLst>
                </p14:cNvPr>
                <p14:cNvContentPartPr/>
                <p14:nvPr/>
              </p14:nvContentPartPr>
              <p14:xfrm>
                <a:off x="4334612" y="1620365"/>
                <a:ext cx="24120" cy="160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24A9D95-5F6E-6C2A-E967-C06A5D0189C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328492" y="1614245"/>
                  <a:ext cx="36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BF56721-B561-8BCF-0E94-595C14FCE27B}"/>
                    </a:ext>
                  </a:extLst>
                </p14:cNvPr>
                <p14:cNvContentPartPr/>
                <p14:nvPr/>
              </p14:nvContentPartPr>
              <p14:xfrm>
                <a:off x="4452692" y="1388165"/>
                <a:ext cx="66240" cy="415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BF56721-B561-8BCF-0E94-595C14FCE27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446572" y="1382045"/>
                  <a:ext cx="784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F115753-B84D-FE2C-4AD4-29376606DEB6}"/>
                    </a:ext>
                  </a:extLst>
                </p14:cNvPr>
                <p14:cNvContentPartPr/>
                <p14:nvPr/>
              </p14:nvContentPartPr>
              <p14:xfrm>
                <a:off x="4822052" y="1262165"/>
                <a:ext cx="453960" cy="182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F115753-B84D-FE2C-4AD4-29376606DEB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815932" y="1256045"/>
                  <a:ext cx="4662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201DA14-D6A8-7143-ADE8-ACB2CE8199FB}"/>
                    </a:ext>
                  </a:extLst>
                </p14:cNvPr>
                <p14:cNvContentPartPr/>
                <p14:nvPr/>
              </p14:nvContentPartPr>
              <p14:xfrm>
                <a:off x="5453492" y="882005"/>
                <a:ext cx="43200" cy="3139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201DA14-D6A8-7143-ADE8-ACB2CE8199F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447372" y="875885"/>
                  <a:ext cx="554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F5B6C99-69E5-8DEE-4C94-7089F25CAC9A}"/>
                    </a:ext>
                  </a:extLst>
                </p14:cNvPr>
                <p14:cNvContentPartPr/>
                <p14:nvPr/>
              </p14:nvContentPartPr>
              <p14:xfrm>
                <a:off x="4924292" y="1601285"/>
                <a:ext cx="261360" cy="252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F5B6C99-69E5-8DEE-4C94-7089F25CAC9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18172" y="1595165"/>
                  <a:ext cx="2736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EE4F7AF-957A-9FE7-5D4C-CE7C40AE5AB1}"/>
                    </a:ext>
                  </a:extLst>
                </p14:cNvPr>
                <p14:cNvContentPartPr/>
                <p14:nvPr/>
              </p14:nvContentPartPr>
              <p14:xfrm>
                <a:off x="5430452" y="1809365"/>
                <a:ext cx="254880" cy="3214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EE4F7AF-957A-9FE7-5D4C-CE7C40AE5AB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424332" y="1803245"/>
                  <a:ext cx="2671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59969BF-F42F-E771-FA1A-C435AC1BB120}"/>
                    </a:ext>
                  </a:extLst>
                </p14:cNvPr>
                <p14:cNvContentPartPr/>
                <p14:nvPr/>
              </p14:nvContentPartPr>
              <p14:xfrm>
                <a:off x="4812692" y="1749965"/>
                <a:ext cx="552960" cy="880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59969BF-F42F-E771-FA1A-C435AC1BB12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806572" y="1743845"/>
                  <a:ext cx="565200" cy="8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8E331A3-53BF-C1BF-C947-60657578DC1D}"/>
                    </a:ext>
                  </a:extLst>
                </p14:cNvPr>
                <p14:cNvContentPartPr/>
                <p14:nvPr/>
              </p14:nvContentPartPr>
              <p14:xfrm>
                <a:off x="5463212" y="2785325"/>
                <a:ext cx="211680" cy="486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8E331A3-53BF-C1BF-C947-60657578DC1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457092" y="2779205"/>
                  <a:ext cx="22392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5A9B38C-59EE-1620-0289-E7630ABB572B}"/>
                    </a:ext>
                  </a:extLst>
                </p14:cNvPr>
                <p14:cNvContentPartPr/>
                <p14:nvPr/>
              </p14:nvContentPartPr>
              <p14:xfrm>
                <a:off x="584852" y="1487525"/>
                <a:ext cx="320760" cy="369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5A9B38C-59EE-1620-0289-E7630ABB572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8732" y="1481405"/>
                  <a:ext cx="3330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E196888-CF67-2450-F403-FDA5A0B895A4}"/>
                    </a:ext>
                  </a:extLst>
                </p14:cNvPr>
                <p14:cNvContentPartPr/>
                <p14:nvPr/>
              </p14:nvContentPartPr>
              <p14:xfrm>
                <a:off x="1105772" y="1775525"/>
                <a:ext cx="19800" cy="106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E196888-CF67-2450-F403-FDA5A0B895A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99652" y="1769405"/>
                  <a:ext cx="320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2A39836-1F7E-2180-7243-CEC921C6ED58}"/>
                    </a:ext>
                  </a:extLst>
                </p14:cNvPr>
                <p14:cNvContentPartPr/>
                <p14:nvPr/>
              </p14:nvContentPartPr>
              <p14:xfrm>
                <a:off x="1175612" y="1510925"/>
                <a:ext cx="257760" cy="337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2A39836-1F7E-2180-7243-CEC921C6ED5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69492" y="1504805"/>
                  <a:ext cx="2700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0907950-0B7D-0387-DF2F-96E93971D71D}"/>
                    </a:ext>
                  </a:extLst>
                </p14:cNvPr>
                <p14:cNvContentPartPr/>
                <p14:nvPr/>
              </p14:nvContentPartPr>
              <p14:xfrm>
                <a:off x="1856732" y="1160645"/>
                <a:ext cx="934920" cy="1186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0907950-0B7D-0387-DF2F-96E93971D71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850612" y="1154525"/>
                  <a:ext cx="947160" cy="11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AE0FE22-75B8-30E9-ADED-8E89FD680D8E}"/>
                    </a:ext>
                  </a:extLst>
                </p14:cNvPr>
                <p14:cNvContentPartPr/>
                <p14:nvPr/>
              </p14:nvContentPartPr>
              <p14:xfrm>
                <a:off x="2729732" y="1171085"/>
                <a:ext cx="1065960" cy="1070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AE0FE22-75B8-30E9-ADED-8E89FD680D8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723612" y="1164965"/>
                  <a:ext cx="1078200" cy="10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5789B0F-03AE-1DBB-9FCA-2145C73A04F4}"/>
                    </a:ext>
                  </a:extLst>
                </p14:cNvPr>
                <p14:cNvContentPartPr/>
                <p14:nvPr/>
              </p14:nvContentPartPr>
              <p14:xfrm>
                <a:off x="3725132" y="1211765"/>
                <a:ext cx="925920" cy="831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5789B0F-03AE-1DBB-9FCA-2145C73A04F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719012" y="1205645"/>
                  <a:ext cx="938160" cy="84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3D78D06-6674-651B-5BDA-61E611B95CE2}"/>
                    </a:ext>
                  </a:extLst>
                </p14:cNvPr>
                <p14:cNvContentPartPr/>
                <p14:nvPr/>
              </p14:nvContentPartPr>
              <p14:xfrm>
                <a:off x="1012172" y="202325"/>
                <a:ext cx="3606840" cy="373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3D78D06-6674-651B-5BDA-61E611B95CE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06052" y="196205"/>
                  <a:ext cx="361908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E4AFAEB-BB7F-E5F7-EFDD-4D2D5526D975}"/>
                    </a:ext>
                  </a:extLst>
                </p14:cNvPr>
                <p14:cNvContentPartPr/>
                <p14:nvPr/>
              </p14:nvContentPartPr>
              <p14:xfrm>
                <a:off x="771332" y="335885"/>
                <a:ext cx="3962160" cy="751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E4AFAEB-BB7F-E5F7-EFDD-4D2D5526D97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65212" y="329765"/>
                  <a:ext cx="3974400" cy="76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56724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96E52-9EFF-2AEE-80BC-361F3381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10CC7CA-12C9-4828-B6B1-1B22A0B0101B}"/>
                  </a:ext>
                </a:extLst>
              </p14:cNvPr>
              <p14:cNvContentPartPr/>
              <p14:nvPr/>
            </p14:nvContentPartPr>
            <p14:xfrm>
              <a:off x="1582052" y="6188765"/>
              <a:ext cx="3501360" cy="3157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10CC7CA-12C9-4828-B6B1-1B22A0B010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5932" y="6182645"/>
                <a:ext cx="351360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31800C-7DBF-0197-3FA9-0D3E7E086D4D}"/>
                  </a:ext>
                </a:extLst>
              </p14:cNvPr>
              <p14:cNvContentPartPr/>
              <p14:nvPr/>
            </p14:nvContentPartPr>
            <p14:xfrm>
              <a:off x="9530852" y="2188805"/>
              <a:ext cx="492480" cy="338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31800C-7DBF-0197-3FA9-0D3E7E086D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24732" y="2182685"/>
                <a:ext cx="50472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87DAA0-EFBD-02E6-D3FD-A706E14CE015}"/>
                  </a:ext>
                </a:extLst>
              </p14:cNvPr>
              <p14:cNvContentPartPr/>
              <p14:nvPr/>
            </p14:nvContentPartPr>
            <p14:xfrm>
              <a:off x="10430132" y="2171525"/>
              <a:ext cx="21240" cy="385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87DAA0-EFBD-02E6-D3FD-A706E14CE01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24012" y="2165405"/>
                <a:ext cx="3348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B1EAB4-02B0-EB90-4795-44367ABD6C39}"/>
                  </a:ext>
                </a:extLst>
              </p14:cNvPr>
              <p14:cNvContentPartPr/>
              <p14:nvPr/>
            </p14:nvContentPartPr>
            <p14:xfrm>
              <a:off x="9647132" y="3020045"/>
              <a:ext cx="369720" cy="429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B1EAB4-02B0-EB90-4795-44367ABD6C3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41012" y="3013925"/>
                <a:ext cx="38196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D14B3DE-697D-76D8-3A4C-A3A63093DB0D}"/>
                  </a:ext>
                </a:extLst>
              </p14:cNvPr>
              <p14:cNvContentPartPr/>
              <p14:nvPr/>
            </p14:nvContentPartPr>
            <p14:xfrm>
              <a:off x="10168412" y="3097085"/>
              <a:ext cx="541800" cy="378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D14B3DE-697D-76D8-3A4C-A3A63093DB0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62292" y="3090965"/>
                <a:ext cx="55404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EF1CFE2-87DE-D0F3-D132-572F48DCD749}"/>
                  </a:ext>
                </a:extLst>
              </p14:cNvPr>
              <p14:cNvContentPartPr/>
              <p14:nvPr/>
            </p14:nvContentPartPr>
            <p14:xfrm>
              <a:off x="9571172" y="3927605"/>
              <a:ext cx="455040" cy="553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EF1CFE2-87DE-D0F3-D132-572F48DCD7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65052" y="3921485"/>
                <a:ext cx="467280" cy="56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0D41AAB-A752-FD16-0177-FDF2D4F28411}"/>
                  </a:ext>
                </a:extLst>
              </p14:cNvPr>
              <p14:cNvContentPartPr/>
              <p14:nvPr/>
            </p14:nvContentPartPr>
            <p14:xfrm>
              <a:off x="10115492" y="4068725"/>
              <a:ext cx="339120" cy="473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0D41AAB-A752-FD16-0177-FDF2D4F2841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109372" y="4062605"/>
                <a:ext cx="35136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8D12D19-CE09-F9C2-95DB-4B6E0071794A}"/>
                  </a:ext>
                </a:extLst>
              </p14:cNvPr>
              <p14:cNvContentPartPr/>
              <p14:nvPr/>
            </p14:nvContentPartPr>
            <p14:xfrm>
              <a:off x="8202812" y="1027445"/>
              <a:ext cx="251280" cy="332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8D12D19-CE09-F9C2-95DB-4B6E0071794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196692" y="1021325"/>
                <a:ext cx="26352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5034CF5-264D-EFB2-5959-1020EE6FDD21}"/>
                  </a:ext>
                </a:extLst>
              </p14:cNvPr>
              <p14:cNvContentPartPr/>
              <p14:nvPr/>
            </p14:nvContentPartPr>
            <p14:xfrm>
              <a:off x="8148092" y="1050125"/>
              <a:ext cx="422280" cy="3758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5034CF5-264D-EFB2-5959-1020EE6FDD2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41972" y="1044005"/>
                <a:ext cx="43452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A70DBED-5FBC-8A54-9DAB-86473D47B308}"/>
                  </a:ext>
                </a:extLst>
              </p14:cNvPr>
              <p14:cNvContentPartPr/>
              <p14:nvPr/>
            </p14:nvContentPartPr>
            <p14:xfrm>
              <a:off x="8674772" y="1237325"/>
              <a:ext cx="19800" cy="226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A70DBED-5FBC-8A54-9DAB-86473D47B30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68652" y="1231205"/>
                <a:ext cx="3204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BD9BDB5-A8ED-DC92-387D-961454029868}"/>
                  </a:ext>
                </a:extLst>
              </p14:cNvPr>
              <p14:cNvContentPartPr/>
              <p14:nvPr/>
            </p14:nvContentPartPr>
            <p14:xfrm>
              <a:off x="7443932" y="750965"/>
              <a:ext cx="258480" cy="4386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BD9BDB5-A8ED-DC92-387D-96145402986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437812" y="744845"/>
                <a:ext cx="270720" cy="439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96FF108-A552-13FC-EE17-B0ECFF3B2A42}"/>
                  </a:ext>
                </a:extLst>
              </p14:cNvPr>
              <p14:cNvContentPartPr/>
              <p14:nvPr/>
            </p14:nvContentPartPr>
            <p14:xfrm>
              <a:off x="9077252" y="782645"/>
              <a:ext cx="135000" cy="4430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96FF108-A552-13FC-EE17-B0ECFF3B2A4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071132" y="776525"/>
                <a:ext cx="147240" cy="444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D51AA9D-A86B-9297-585A-F3F7B407E87F}"/>
                  </a:ext>
                </a:extLst>
              </p14:cNvPr>
              <p14:cNvContentPartPr/>
              <p14:nvPr/>
            </p14:nvContentPartPr>
            <p14:xfrm>
              <a:off x="6210212" y="1010165"/>
              <a:ext cx="350640" cy="3031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D51AA9D-A86B-9297-585A-F3F7B407E87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204092" y="1004045"/>
                <a:ext cx="3628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EF3E855-F073-2609-BF5E-FC219203BF17}"/>
                  </a:ext>
                </a:extLst>
              </p14:cNvPr>
              <p14:cNvContentPartPr/>
              <p14:nvPr/>
            </p14:nvContentPartPr>
            <p14:xfrm>
              <a:off x="6222092" y="1076405"/>
              <a:ext cx="362520" cy="288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EF3E855-F073-2609-BF5E-FC219203BF1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215972" y="1070285"/>
                <a:ext cx="37476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253A5FA-4378-5A7A-D216-69CB46AAB2BE}"/>
                  </a:ext>
                </a:extLst>
              </p14:cNvPr>
              <p14:cNvContentPartPr/>
              <p14:nvPr/>
            </p14:nvContentPartPr>
            <p14:xfrm>
              <a:off x="6786572" y="1218605"/>
              <a:ext cx="282600" cy="236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253A5FA-4378-5A7A-D216-69CB46AAB2B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780452" y="1212485"/>
                <a:ext cx="29484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60FBE21-82AF-A240-7C79-A9C9C8256531}"/>
                  </a:ext>
                </a:extLst>
              </p14:cNvPr>
              <p14:cNvContentPartPr/>
              <p14:nvPr/>
            </p14:nvContentPartPr>
            <p14:xfrm>
              <a:off x="5410292" y="781565"/>
              <a:ext cx="382320" cy="41997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60FBE21-82AF-A240-7C79-A9C9C825653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04172" y="775445"/>
                <a:ext cx="394560" cy="421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84D0622-CAE2-3CE4-22DF-75E65CF2535B}"/>
                  </a:ext>
                </a:extLst>
              </p14:cNvPr>
              <p14:cNvContentPartPr/>
              <p14:nvPr/>
            </p14:nvContentPartPr>
            <p14:xfrm>
              <a:off x="4051292" y="830525"/>
              <a:ext cx="394200" cy="5547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84D0622-CAE2-3CE4-22DF-75E65CF2535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45172" y="824405"/>
                <a:ext cx="406440" cy="56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B9F7116-241E-D5AD-64A0-C14E2578A176}"/>
                  </a:ext>
                </a:extLst>
              </p14:cNvPr>
              <p14:cNvContentPartPr/>
              <p14:nvPr/>
            </p14:nvContentPartPr>
            <p14:xfrm>
              <a:off x="3929612" y="986045"/>
              <a:ext cx="689400" cy="482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B9F7116-241E-D5AD-64A0-C14E2578A17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23492" y="979925"/>
                <a:ext cx="70164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DD7B8C2-AEC9-6035-1F7E-13B75C127AC3}"/>
                  </a:ext>
                </a:extLst>
              </p14:cNvPr>
              <p14:cNvContentPartPr/>
              <p14:nvPr/>
            </p14:nvContentPartPr>
            <p14:xfrm>
              <a:off x="4599572" y="1231925"/>
              <a:ext cx="307080" cy="481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DD7B8C2-AEC9-6035-1F7E-13B75C127AC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93452" y="1225805"/>
                <a:ext cx="31932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0C4CADC-7AA5-15C2-67A8-3F9D0EDDC406}"/>
                  </a:ext>
                </a:extLst>
              </p14:cNvPr>
              <p14:cNvContentPartPr/>
              <p14:nvPr/>
            </p14:nvContentPartPr>
            <p14:xfrm>
              <a:off x="3411212" y="645485"/>
              <a:ext cx="276480" cy="4281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0C4CADC-7AA5-15C2-67A8-3F9D0EDDC40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05092" y="639365"/>
                <a:ext cx="288720" cy="429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6148C1B-D771-79CB-41F7-181DF6F790E0}"/>
                  </a:ext>
                </a:extLst>
              </p14:cNvPr>
              <p14:cNvContentPartPr/>
              <p14:nvPr/>
            </p14:nvContentPartPr>
            <p14:xfrm>
              <a:off x="1850972" y="1699565"/>
              <a:ext cx="9786240" cy="281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6148C1B-D771-79CB-41F7-181DF6F790E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844852" y="1693445"/>
                <a:ext cx="97984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82632F5-D078-A2F7-59BC-E1A22F961BA4}"/>
                  </a:ext>
                </a:extLst>
              </p14:cNvPr>
              <p14:cNvContentPartPr/>
              <p14:nvPr/>
            </p14:nvContentPartPr>
            <p14:xfrm>
              <a:off x="2237972" y="2762285"/>
              <a:ext cx="9199440" cy="2998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82632F5-D078-A2F7-59BC-E1A22F961BA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231852" y="2756165"/>
                <a:ext cx="92116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3F33CF4-B9B1-5F67-D535-1ACB46B7CF13}"/>
                  </a:ext>
                </a:extLst>
              </p14:cNvPr>
              <p14:cNvContentPartPr/>
              <p14:nvPr/>
            </p14:nvContentPartPr>
            <p14:xfrm>
              <a:off x="1842332" y="3590645"/>
              <a:ext cx="9649080" cy="271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3F33CF4-B9B1-5F67-D535-1ACB46B7CF1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836212" y="3584525"/>
                <a:ext cx="966132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971D4C3-AC9C-7A27-0545-D03B22874487}"/>
                  </a:ext>
                </a:extLst>
              </p14:cNvPr>
              <p14:cNvContentPartPr/>
              <p14:nvPr/>
            </p14:nvContentPartPr>
            <p14:xfrm>
              <a:off x="8240612" y="818645"/>
              <a:ext cx="678240" cy="883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971D4C3-AC9C-7A27-0545-D03B2287448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234492" y="812525"/>
                <a:ext cx="690480" cy="89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8E9D565-EBDC-E354-1B6F-3ACB9B25E108}"/>
                  </a:ext>
                </a:extLst>
              </p14:cNvPr>
              <p14:cNvContentPartPr/>
              <p14:nvPr/>
            </p14:nvContentPartPr>
            <p14:xfrm>
              <a:off x="7780532" y="650885"/>
              <a:ext cx="942120" cy="1126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8E9D565-EBDC-E354-1B6F-3ACB9B25E10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774412" y="644765"/>
                <a:ext cx="954360" cy="11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52415D6-942F-7870-BCEF-E3E3DFB4954B}"/>
                  </a:ext>
                </a:extLst>
              </p14:cNvPr>
              <p14:cNvContentPartPr/>
              <p14:nvPr/>
            </p14:nvContentPartPr>
            <p14:xfrm>
              <a:off x="7767572" y="2134085"/>
              <a:ext cx="1259280" cy="511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52415D6-942F-7870-BCEF-E3E3DFB4954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761452" y="2127965"/>
                <a:ext cx="127152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2BC3E13-A26B-25AE-A4A4-659402DAA9C2}"/>
                  </a:ext>
                </a:extLst>
              </p14:cNvPr>
              <p14:cNvContentPartPr/>
              <p14:nvPr/>
            </p14:nvContentPartPr>
            <p14:xfrm>
              <a:off x="7740932" y="3145325"/>
              <a:ext cx="1470240" cy="2264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2BC3E13-A26B-25AE-A4A4-659402DAA9C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734812" y="3139205"/>
                <a:ext cx="14824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F0A49EB-6D69-88DA-A46D-55C1532BEDE8}"/>
                  </a:ext>
                </a:extLst>
              </p14:cNvPr>
              <p14:cNvContentPartPr/>
              <p14:nvPr/>
            </p14:nvContentPartPr>
            <p14:xfrm>
              <a:off x="7838852" y="4060085"/>
              <a:ext cx="1306800" cy="318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F0A49EB-6D69-88DA-A46D-55C1532BEDE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832732" y="4053965"/>
                <a:ext cx="131904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8321CF0-2265-DB3A-A44B-00D90F492585}"/>
                  </a:ext>
                </a:extLst>
              </p14:cNvPr>
              <p14:cNvContentPartPr/>
              <p14:nvPr/>
            </p14:nvContentPartPr>
            <p14:xfrm>
              <a:off x="9496292" y="1947965"/>
              <a:ext cx="1326600" cy="9889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8321CF0-2265-DB3A-A44B-00D90F49258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490172" y="1941845"/>
                <a:ext cx="1338840" cy="10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66C03A3-3B8F-8DE0-106D-A2A056523469}"/>
                  </a:ext>
                </a:extLst>
              </p14:cNvPr>
              <p14:cNvContentPartPr/>
              <p14:nvPr/>
            </p14:nvContentPartPr>
            <p14:xfrm>
              <a:off x="8101652" y="2203205"/>
              <a:ext cx="4680" cy="90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66C03A3-3B8F-8DE0-106D-A2A05652346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095532" y="2197085"/>
                <a:ext cx="169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958D7DF-3F29-2F23-3CFD-DDAD708A1416}"/>
                  </a:ext>
                </a:extLst>
              </p14:cNvPr>
              <p14:cNvContentPartPr/>
              <p14:nvPr/>
            </p14:nvContentPartPr>
            <p14:xfrm>
              <a:off x="7200212" y="2581205"/>
              <a:ext cx="2108880" cy="82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958D7DF-3F29-2F23-3CFD-DDAD708A141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194092" y="2575085"/>
                <a:ext cx="212112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1045129-A84E-2023-0659-BD0552D8707D}"/>
                  </a:ext>
                </a:extLst>
              </p14:cNvPr>
              <p14:cNvContentPartPr/>
              <p14:nvPr/>
            </p14:nvContentPartPr>
            <p14:xfrm>
              <a:off x="2827652" y="6040805"/>
              <a:ext cx="702360" cy="1699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1045129-A84E-2023-0659-BD0552D8707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21532" y="6034685"/>
                <a:ext cx="7146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43D21BB-DE81-3E11-874C-DB1A753199AC}"/>
                  </a:ext>
                </a:extLst>
              </p14:cNvPr>
              <p14:cNvContentPartPr/>
              <p14:nvPr/>
            </p14:nvContentPartPr>
            <p14:xfrm>
              <a:off x="8260052" y="2491565"/>
              <a:ext cx="47160" cy="1620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43D21BB-DE81-3E11-874C-DB1A753199A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253932" y="2485445"/>
                <a:ext cx="5940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7FDF334-CCD6-5D6C-DC51-A0A4B1696BF2}"/>
                  </a:ext>
                </a:extLst>
              </p14:cNvPr>
              <p14:cNvContentPartPr/>
              <p14:nvPr/>
            </p14:nvContentPartPr>
            <p14:xfrm>
              <a:off x="8185892" y="2665085"/>
              <a:ext cx="158400" cy="1508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7FDF334-CCD6-5D6C-DC51-A0A4B1696BF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179772" y="2658965"/>
                <a:ext cx="1706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645CDBE-DBF4-05B3-D6D8-84F96968B446}"/>
                  </a:ext>
                </a:extLst>
              </p14:cNvPr>
              <p14:cNvContentPartPr/>
              <p14:nvPr/>
            </p14:nvContentPartPr>
            <p14:xfrm>
              <a:off x="8193092" y="2656445"/>
              <a:ext cx="119880" cy="133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645CDBE-DBF4-05B3-D6D8-84F96968B44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186972" y="2650325"/>
                <a:ext cx="1321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D9DBDDF-5AE0-F066-09B3-E6E3F6B94C03}"/>
                  </a:ext>
                </a:extLst>
              </p14:cNvPr>
              <p14:cNvContentPartPr/>
              <p14:nvPr/>
            </p14:nvContentPartPr>
            <p14:xfrm>
              <a:off x="8357252" y="2754725"/>
              <a:ext cx="108720" cy="493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D9DBDDF-5AE0-F066-09B3-E6E3F6B94C0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351132" y="2748605"/>
                <a:ext cx="1209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9783BF5-0C40-AC03-235B-007884175328}"/>
                  </a:ext>
                </a:extLst>
              </p14:cNvPr>
              <p14:cNvContentPartPr/>
              <p14:nvPr/>
            </p14:nvContentPartPr>
            <p14:xfrm>
              <a:off x="8389292" y="2661845"/>
              <a:ext cx="194040" cy="133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9783BF5-0C40-AC03-235B-00788417532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383172" y="2655725"/>
                <a:ext cx="20628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233ADD6-7D9D-2CAE-4A21-941AD3CBF987}"/>
                  </a:ext>
                </a:extLst>
              </p14:cNvPr>
              <p14:cNvContentPartPr/>
              <p14:nvPr/>
            </p14:nvContentPartPr>
            <p14:xfrm>
              <a:off x="8485052" y="2707565"/>
              <a:ext cx="130680" cy="298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233ADD6-7D9D-2CAE-4A21-941AD3CBF98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478932" y="2701445"/>
                <a:ext cx="142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40D4E80-EC93-3389-FBC1-223CF9E4BD5E}"/>
                  </a:ext>
                </a:extLst>
              </p14:cNvPr>
              <p14:cNvContentPartPr/>
              <p14:nvPr/>
            </p14:nvContentPartPr>
            <p14:xfrm>
              <a:off x="8628332" y="2620085"/>
              <a:ext cx="135000" cy="1731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40D4E80-EC93-3389-FBC1-223CF9E4BD5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622212" y="2613965"/>
                <a:ext cx="1472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D9FE457-0728-055B-D932-34957D16F6F1}"/>
                  </a:ext>
                </a:extLst>
              </p14:cNvPr>
              <p14:cNvContentPartPr/>
              <p14:nvPr/>
            </p14:nvContentPartPr>
            <p14:xfrm>
              <a:off x="8858732" y="2757245"/>
              <a:ext cx="21960" cy="475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D9FE457-0728-055B-D932-34957D16F6F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852612" y="2751125"/>
                <a:ext cx="3420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571518A-40FE-8A7D-6308-9919D1F11070}"/>
                  </a:ext>
                </a:extLst>
              </p14:cNvPr>
              <p14:cNvContentPartPr/>
              <p14:nvPr/>
            </p14:nvContentPartPr>
            <p14:xfrm>
              <a:off x="8896532" y="2637725"/>
              <a:ext cx="142560" cy="2516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571518A-40FE-8A7D-6308-9919D1F1107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890412" y="2631605"/>
                <a:ext cx="15480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25C2A880-2602-A566-DC6C-20D475A5B87B}"/>
                  </a:ext>
                </a:extLst>
              </p14:cNvPr>
              <p14:cNvContentPartPr/>
              <p14:nvPr/>
            </p14:nvContentPartPr>
            <p14:xfrm>
              <a:off x="8229812" y="2099885"/>
              <a:ext cx="24120" cy="72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25C2A880-2602-A566-DC6C-20D475A5B87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223692" y="2093765"/>
                <a:ext cx="3636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245FEC7-4C45-1281-3006-06330B33559F}"/>
                  </a:ext>
                </a:extLst>
              </p14:cNvPr>
              <p14:cNvContentPartPr/>
              <p14:nvPr/>
            </p14:nvContentPartPr>
            <p14:xfrm>
              <a:off x="8229812" y="2086565"/>
              <a:ext cx="66240" cy="882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245FEC7-4C45-1281-3006-06330B33559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223692" y="2080445"/>
                <a:ext cx="7848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E0361E2-8163-7F8F-5799-8106888AAD0E}"/>
                  </a:ext>
                </a:extLst>
              </p14:cNvPr>
              <p14:cNvContentPartPr/>
              <p14:nvPr/>
            </p14:nvContentPartPr>
            <p14:xfrm>
              <a:off x="5972972" y="716765"/>
              <a:ext cx="1138680" cy="10962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E0361E2-8163-7F8F-5799-8106888AAD0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966852" y="710645"/>
                <a:ext cx="1150920" cy="11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E31309D-D807-F69C-946D-464E0FC786D9}"/>
                  </a:ext>
                </a:extLst>
              </p14:cNvPr>
              <p14:cNvContentPartPr/>
              <p14:nvPr/>
            </p14:nvContentPartPr>
            <p14:xfrm>
              <a:off x="5946692" y="2405885"/>
              <a:ext cx="1316520" cy="1263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E31309D-D807-F69C-946D-464E0FC786D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940572" y="2399765"/>
                <a:ext cx="132876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E0E7C4F-18DB-7881-D548-188CC35D5517}"/>
                  </a:ext>
                </a:extLst>
              </p14:cNvPr>
              <p14:cNvContentPartPr/>
              <p14:nvPr/>
            </p14:nvContentPartPr>
            <p14:xfrm>
              <a:off x="6222092" y="2417765"/>
              <a:ext cx="113400" cy="813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E0E7C4F-18DB-7881-D548-188CC35D551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215972" y="2411645"/>
                <a:ext cx="1256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0083168-D319-617E-F892-53BEF97600E2}"/>
                  </a:ext>
                </a:extLst>
              </p14:cNvPr>
              <p14:cNvContentPartPr/>
              <p14:nvPr/>
            </p14:nvContentPartPr>
            <p14:xfrm>
              <a:off x="6453212" y="2190605"/>
              <a:ext cx="577080" cy="1630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0083168-D319-617E-F892-53BEF97600E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447092" y="2184485"/>
                <a:ext cx="58932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2C088D0B-61A2-84C0-78A3-218293CC26DE}"/>
                  </a:ext>
                </a:extLst>
              </p14:cNvPr>
              <p14:cNvContentPartPr/>
              <p14:nvPr/>
            </p14:nvContentPartPr>
            <p14:xfrm>
              <a:off x="3640892" y="2484365"/>
              <a:ext cx="1532880" cy="442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2C088D0B-61A2-84C0-78A3-218293CC26D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634772" y="2478245"/>
                <a:ext cx="154512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C968FAA4-6423-6C95-1F3E-4E9EA668CD17}"/>
                  </a:ext>
                </a:extLst>
              </p14:cNvPr>
              <p14:cNvContentPartPr/>
              <p14:nvPr/>
            </p14:nvContentPartPr>
            <p14:xfrm>
              <a:off x="3681932" y="2090165"/>
              <a:ext cx="1416600" cy="3146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C968FAA4-6423-6C95-1F3E-4E9EA668CD1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675812" y="2084045"/>
                <a:ext cx="142884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EA8ADB8-3B01-AD2F-BBEB-E212430CD99A}"/>
                  </a:ext>
                </a:extLst>
              </p14:cNvPr>
              <p14:cNvContentPartPr/>
              <p14:nvPr/>
            </p14:nvContentPartPr>
            <p14:xfrm>
              <a:off x="5510372" y="5906885"/>
              <a:ext cx="45000" cy="1191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EA8ADB8-3B01-AD2F-BBEB-E212430CD99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504252" y="5900765"/>
                <a:ext cx="572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C89C9BD7-4439-DB5D-54B2-6F1408D19F1C}"/>
                  </a:ext>
                </a:extLst>
              </p14:cNvPr>
              <p14:cNvContentPartPr/>
              <p14:nvPr/>
            </p14:nvContentPartPr>
            <p14:xfrm>
              <a:off x="5773172" y="5434925"/>
              <a:ext cx="304200" cy="9687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C89C9BD7-4439-DB5D-54B2-6F1408D19F1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767052" y="5428805"/>
                <a:ext cx="316440" cy="9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C72E1C57-5938-7070-2E4C-0DBB45321809}"/>
                  </a:ext>
                </a:extLst>
              </p14:cNvPr>
              <p14:cNvContentPartPr/>
              <p14:nvPr/>
            </p14:nvContentPartPr>
            <p14:xfrm>
              <a:off x="1090652" y="4826525"/>
              <a:ext cx="1140840" cy="20829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C72E1C57-5938-7070-2E4C-0DBB4532180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84532" y="4820405"/>
                <a:ext cx="1153080" cy="209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76A82DA9-FA78-F0A8-6DA7-0FD78E7ACA66}"/>
              </a:ext>
            </a:extLst>
          </p:cNvPr>
          <p:cNvGrpSpPr/>
          <p:nvPr/>
        </p:nvGrpSpPr>
        <p:grpSpPr>
          <a:xfrm>
            <a:off x="1544972" y="5333765"/>
            <a:ext cx="3691440" cy="1092960"/>
            <a:chOff x="1544972" y="5333765"/>
            <a:chExt cx="3691440" cy="10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32EDBA4-8FAF-4E9E-9888-5957DA6E04C1}"/>
                    </a:ext>
                  </a:extLst>
                </p14:cNvPr>
                <p14:cNvContentPartPr/>
                <p14:nvPr/>
              </p14:nvContentPartPr>
              <p14:xfrm>
                <a:off x="1544972" y="5385605"/>
                <a:ext cx="352800" cy="762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32EDBA4-8FAF-4E9E-9888-5957DA6E04C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538852" y="5379485"/>
                  <a:ext cx="365040" cy="7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EA960A6-0827-A041-2396-DDA3706CAA28}"/>
                    </a:ext>
                  </a:extLst>
                </p14:cNvPr>
                <p14:cNvContentPartPr/>
                <p14:nvPr/>
              </p14:nvContentPartPr>
              <p14:xfrm>
                <a:off x="2240852" y="5780885"/>
                <a:ext cx="240840" cy="187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EA960A6-0827-A041-2396-DDA3706CAA2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234732" y="5774765"/>
                  <a:ext cx="2530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51201CE-2E87-F6CB-8E2B-94CB381C23D3}"/>
                    </a:ext>
                  </a:extLst>
                </p14:cNvPr>
                <p14:cNvContentPartPr/>
                <p14:nvPr/>
              </p14:nvContentPartPr>
              <p14:xfrm>
                <a:off x="2212772" y="5781965"/>
                <a:ext cx="345240" cy="201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51201CE-2E87-F6CB-8E2B-94CB381C23D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206652" y="5775845"/>
                  <a:ext cx="357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82FFDF8-E7D5-1F25-67E9-D27E17C9C8C1}"/>
                    </a:ext>
                  </a:extLst>
                </p14:cNvPr>
                <p14:cNvContentPartPr/>
                <p14:nvPr/>
              </p14:nvContentPartPr>
              <p14:xfrm>
                <a:off x="2603732" y="5817605"/>
                <a:ext cx="249120" cy="68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82FFDF8-E7D5-1F25-67E9-D27E17C9C8C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597612" y="5811485"/>
                  <a:ext cx="2613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84A1559-1540-AFB8-3F09-AEEC3B597D0B}"/>
                    </a:ext>
                  </a:extLst>
                </p14:cNvPr>
                <p14:cNvContentPartPr/>
                <p14:nvPr/>
              </p14:nvContentPartPr>
              <p14:xfrm>
                <a:off x="2660972" y="5965205"/>
                <a:ext cx="345240" cy="35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84A1559-1540-AFB8-3F09-AEEC3B597D0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654852" y="5959085"/>
                  <a:ext cx="357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5A87D92-7A7B-6183-4576-819B9B97EE9C}"/>
                    </a:ext>
                  </a:extLst>
                </p14:cNvPr>
                <p14:cNvContentPartPr/>
                <p14:nvPr/>
              </p14:nvContentPartPr>
              <p14:xfrm>
                <a:off x="3003332" y="5616725"/>
                <a:ext cx="243720" cy="332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5A87D92-7A7B-6183-4576-819B9B97EE9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997212" y="5610605"/>
                  <a:ext cx="2559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71F73DA-F3A5-8522-84C0-1734D4C9F948}"/>
                    </a:ext>
                  </a:extLst>
                </p14:cNvPr>
                <p14:cNvContentPartPr/>
                <p14:nvPr/>
              </p14:nvContentPartPr>
              <p14:xfrm>
                <a:off x="3005852" y="5734085"/>
                <a:ext cx="294120" cy="227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71F73DA-F3A5-8522-84C0-1734D4C9F94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99732" y="5727965"/>
                  <a:ext cx="3063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8718B7B-7995-1B00-C7F3-B2304002C5F4}"/>
                    </a:ext>
                  </a:extLst>
                </p14:cNvPr>
                <p14:cNvContentPartPr/>
                <p14:nvPr/>
              </p14:nvContentPartPr>
              <p14:xfrm>
                <a:off x="3373772" y="5926685"/>
                <a:ext cx="109440" cy="214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8718B7B-7995-1B00-C7F3-B2304002C5F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367652" y="5920565"/>
                  <a:ext cx="1216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B80D8CA-5468-63CB-022D-A95E4B90A350}"/>
                    </a:ext>
                  </a:extLst>
                </p14:cNvPr>
                <p14:cNvContentPartPr/>
                <p14:nvPr/>
              </p14:nvContentPartPr>
              <p14:xfrm>
                <a:off x="3538652" y="5388845"/>
                <a:ext cx="332280" cy="883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B80D8CA-5468-63CB-022D-A95E4B90A35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32532" y="5382725"/>
                  <a:ext cx="344520" cy="89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B01CDB2-3EE8-C036-1852-D29163DB1032}"/>
                    </a:ext>
                  </a:extLst>
                </p14:cNvPr>
                <p14:cNvContentPartPr/>
                <p14:nvPr/>
              </p14:nvContentPartPr>
              <p14:xfrm>
                <a:off x="3927452" y="5759285"/>
                <a:ext cx="235080" cy="356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B01CDB2-3EE8-C036-1852-D29163DB103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21332" y="5753165"/>
                  <a:ext cx="2473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8A92D99-037A-4B95-5F26-5BB0902E850B}"/>
                    </a:ext>
                  </a:extLst>
                </p14:cNvPr>
                <p14:cNvContentPartPr/>
                <p14:nvPr/>
              </p14:nvContentPartPr>
              <p14:xfrm>
                <a:off x="4207532" y="5873405"/>
                <a:ext cx="345600" cy="10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8A92D99-037A-4B95-5F26-5BB0902E850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01412" y="5867285"/>
                  <a:ext cx="3578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437AA5E-FAC2-BDF1-4316-CB47A1FB8EB8}"/>
                    </a:ext>
                  </a:extLst>
                </p14:cNvPr>
                <p14:cNvContentPartPr/>
                <p14:nvPr/>
              </p14:nvContentPartPr>
              <p14:xfrm>
                <a:off x="4440812" y="5946125"/>
                <a:ext cx="183600" cy="56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437AA5E-FAC2-BDF1-4316-CB47A1FB8EB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34692" y="5940005"/>
                  <a:ext cx="195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13B1E1B-23E7-9647-CCDB-2E28891A7CFF}"/>
                    </a:ext>
                  </a:extLst>
                </p14:cNvPr>
                <p14:cNvContentPartPr/>
                <p14:nvPr/>
              </p14:nvContentPartPr>
              <p14:xfrm>
                <a:off x="4710092" y="5683325"/>
                <a:ext cx="108000" cy="385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13B1E1B-23E7-9647-CCDB-2E28891A7CF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703972" y="5677205"/>
                  <a:ext cx="1202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73D9A22-8744-8D5D-7EAA-D2E304843842}"/>
                    </a:ext>
                  </a:extLst>
                </p14:cNvPr>
                <p14:cNvContentPartPr/>
                <p14:nvPr/>
              </p14:nvContentPartPr>
              <p14:xfrm>
                <a:off x="2023052" y="5375165"/>
                <a:ext cx="365760" cy="905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73D9A22-8744-8D5D-7EAA-D2E30484384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016932" y="5369045"/>
                  <a:ext cx="378000" cy="9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D403B0D-5704-03A0-93BC-FA874F06582D}"/>
                    </a:ext>
                  </a:extLst>
                </p14:cNvPr>
                <p14:cNvContentPartPr/>
                <p14:nvPr/>
              </p14:nvContentPartPr>
              <p14:xfrm>
                <a:off x="4856972" y="5333765"/>
                <a:ext cx="379440" cy="1092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D403B0D-5704-03A0-93BC-FA874F06582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850852" y="5327645"/>
                  <a:ext cx="391680" cy="11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7468C9A-FE81-7974-20CC-8E7C29BB3A16}"/>
                    </a:ext>
                  </a:extLst>
                </p14:cNvPr>
                <p14:cNvContentPartPr/>
                <p14:nvPr/>
              </p14:nvContentPartPr>
              <p14:xfrm>
                <a:off x="2743772" y="5494980"/>
                <a:ext cx="823680" cy="9172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7468C9A-FE81-7974-20CC-8E7C29BB3A1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737652" y="5488860"/>
                  <a:ext cx="835920" cy="9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85D18B2-C0FD-4647-1453-62B1816C20A9}"/>
              </a:ext>
            </a:extLst>
          </p:cNvPr>
          <p:cNvGrpSpPr/>
          <p:nvPr/>
        </p:nvGrpSpPr>
        <p:grpSpPr>
          <a:xfrm>
            <a:off x="6512972" y="4954620"/>
            <a:ext cx="1675440" cy="1888920"/>
            <a:chOff x="6512972" y="4954620"/>
            <a:chExt cx="1675440" cy="188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640B056-07F7-4612-6992-4EFC8F58879D}"/>
                    </a:ext>
                  </a:extLst>
                </p14:cNvPr>
                <p14:cNvContentPartPr/>
                <p14:nvPr/>
              </p14:nvContentPartPr>
              <p14:xfrm>
                <a:off x="6512972" y="6170045"/>
                <a:ext cx="13680" cy="77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640B056-07F7-4612-6992-4EFC8F58879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06852" y="6163925"/>
                  <a:ext cx="25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92CFC54-A831-0982-7D33-A261D7BBB544}"/>
                    </a:ext>
                  </a:extLst>
                </p14:cNvPr>
                <p14:cNvContentPartPr/>
                <p14:nvPr/>
              </p14:nvContentPartPr>
              <p14:xfrm>
                <a:off x="7200212" y="5390645"/>
                <a:ext cx="343800" cy="962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92CFC54-A831-0982-7D33-A261D7BBB54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94092" y="5384525"/>
                  <a:ext cx="356040" cy="9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4AE3B7B-8CAA-CE1F-6DA8-384E8D31B153}"/>
                    </a:ext>
                  </a:extLst>
                </p14:cNvPr>
                <p14:cNvContentPartPr/>
                <p14:nvPr/>
              </p14:nvContentPartPr>
              <p14:xfrm>
                <a:off x="7447892" y="4954620"/>
                <a:ext cx="729360" cy="1888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4AE3B7B-8CAA-CE1F-6DA8-384E8D31B15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441772" y="4948500"/>
                  <a:ext cx="741600" cy="19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98D586F-0EAF-A8F7-DA4F-787AADC29B88}"/>
                    </a:ext>
                  </a:extLst>
                </p14:cNvPr>
                <p14:cNvContentPartPr/>
                <p14:nvPr/>
              </p14:nvContentPartPr>
              <p14:xfrm>
                <a:off x="6519452" y="5802060"/>
                <a:ext cx="166680" cy="614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98D586F-0EAF-A8F7-DA4F-787AADC29B8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513332" y="5795940"/>
                  <a:ext cx="17892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CC9D7DA-FCE5-0D15-A6E7-34996B38D5B5}"/>
                    </a:ext>
                  </a:extLst>
                </p14:cNvPr>
                <p14:cNvContentPartPr/>
                <p14:nvPr/>
              </p14:nvContentPartPr>
              <p14:xfrm>
                <a:off x="6692972" y="6148020"/>
                <a:ext cx="169200" cy="287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CC9D7DA-FCE5-0D15-A6E7-34996B38D5B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686852" y="6141900"/>
                  <a:ext cx="1814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254F6CB-044A-2687-24D7-2D18E0C65E5E}"/>
                    </a:ext>
                  </a:extLst>
                </p14:cNvPr>
                <p14:cNvContentPartPr/>
                <p14:nvPr/>
              </p14:nvContentPartPr>
              <p14:xfrm>
                <a:off x="6970892" y="6307140"/>
                <a:ext cx="24840" cy="166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254F6CB-044A-2687-24D7-2D18E0C65E5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64772" y="6301020"/>
                  <a:ext cx="370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F5BA9BD-6CD1-AB77-3BFF-98DE9507ADE9}"/>
                    </a:ext>
                  </a:extLst>
                </p14:cNvPr>
                <p14:cNvContentPartPr/>
                <p14:nvPr/>
              </p14:nvContentPartPr>
              <p14:xfrm>
                <a:off x="7841012" y="6068820"/>
                <a:ext cx="41760" cy="57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F5BA9BD-6CD1-AB77-3BFF-98DE9507ADE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834892" y="6062700"/>
                  <a:ext cx="54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BE69C57-DFE9-5A27-98D7-9DC8056A58DD}"/>
                    </a:ext>
                  </a:extLst>
                </p14:cNvPr>
                <p14:cNvContentPartPr/>
                <p14:nvPr/>
              </p14:nvContentPartPr>
              <p14:xfrm>
                <a:off x="7731932" y="5836980"/>
                <a:ext cx="169560" cy="519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BE69C57-DFE9-5A27-98D7-9DC8056A58D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725812" y="5830860"/>
                  <a:ext cx="18180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C22A13C-1D3C-F651-1B2D-25B64E073331}"/>
                    </a:ext>
                  </a:extLst>
                </p14:cNvPr>
                <p14:cNvContentPartPr/>
                <p14:nvPr/>
              </p14:nvContentPartPr>
              <p14:xfrm>
                <a:off x="7889612" y="6078180"/>
                <a:ext cx="190800" cy="2714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C22A13C-1D3C-F651-1B2D-25B64E07333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883492" y="6072060"/>
                  <a:ext cx="2030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A61471D-75A2-7E5B-809C-C7621E46E3F7}"/>
                    </a:ext>
                  </a:extLst>
                </p14:cNvPr>
                <p14:cNvContentPartPr/>
                <p14:nvPr/>
              </p14:nvContentPartPr>
              <p14:xfrm>
                <a:off x="8118932" y="6079620"/>
                <a:ext cx="69480" cy="399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A61471D-75A2-7E5B-809C-C7621E46E3F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112812" y="6073500"/>
                  <a:ext cx="81720" cy="411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5427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3EA1E-77F0-4B1C-F23B-294906EC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307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6E3AB-5736-786A-65C8-912B60171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283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A6A40-B129-1230-5CD9-A8EE06684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309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B87CF-B57B-178D-AD02-11D94CE3F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655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4016C-F7EC-60F4-2DEF-8BBD2642A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056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CB01A-E25B-1266-FCFE-1D6CAFCFC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870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000B0-B521-6158-E869-204D27ED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166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9EE-236C-0F0D-44BF-72B31559A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3E66354-50B6-876F-A651-AA63855A11C0}"/>
              </a:ext>
            </a:extLst>
          </p:cNvPr>
          <p:cNvGrpSpPr/>
          <p:nvPr/>
        </p:nvGrpSpPr>
        <p:grpSpPr>
          <a:xfrm>
            <a:off x="4136972" y="332285"/>
            <a:ext cx="1518120" cy="850320"/>
            <a:chOff x="4136972" y="332285"/>
            <a:chExt cx="1518120" cy="85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D1F9626-8AF0-8FC6-D639-2964CE35217C}"/>
                    </a:ext>
                  </a:extLst>
                </p14:cNvPr>
                <p14:cNvContentPartPr/>
                <p14:nvPr/>
              </p14:nvContentPartPr>
              <p14:xfrm>
                <a:off x="4136972" y="332285"/>
                <a:ext cx="123840" cy="828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D1F9626-8AF0-8FC6-D639-2964CE35217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27946" y="323285"/>
                  <a:ext cx="141531" cy="84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AF8BB13-8552-7E02-8CCE-21DE6F3DEB90}"/>
                    </a:ext>
                  </a:extLst>
                </p14:cNvPr>
                <p14:cNvContentPartPr/>
                <p14:nvPr/>
              </p14:nvContentPartPr>
              <p14:xfrm>
                <a:off x="4237772" y="595805"/>
                <a:ext cx="545040" cy="415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AF8BB13-8552-7E02-8CCE-21DE6F3DEB9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28772" y="586813"/>
                  <a:ext cx="562680" cy="4334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F4CCD6-C787-D333-2625-876B4382D250}"/>
                    </a:ext>
                  </a:extLst>
                </p14:cNvPr>
                <p14:cNvContentPartPr/>
                <p14:nvPr/>
              </p14:nvContentPartPr>
              <p14:xfrm>
                <a:off x="4882172" y="497525"/>
                <a:ext cx="219960" cy="685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F4CCD6-C787-D333-2625-876B4382D25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73172" y="488525"/>
                  <a:ext cx="23760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63CD13A-8562-D466-6071-5FFA511B6CE1}"/>
                    </a:ext>
                  </a:extLst>
                </p14:cNvPr>
                <p14:cNvContentPartPr/>
                <p14:nvPr/>
              </p14:nvContentPartPr>
              <p14:xfrm>
                <a:off x="5309852" y="501845"/>
                <a:ext cx="345240" cy="534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63CD13A-8562-D466-6071-5FFA511B6C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00852" y="492845"/>
                  <a:ext cx="362880" cy="55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2DF7CAA-1AD5-DB84-841C-9971CED70BFC}"/>
                  </a:ext>
                </a:extLst>
              </p14:cNvPr>
              <p14:cNvContentPartPr/>
              <p14:nvPr/>
            </p14:nvContentPartPr>
            <p14:xfrm>
              <a:off x="9878612" y="2688125"/>
              <a:ext cx="757440" cy="1233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2DF7CAA-1AD5-DB84-841C-9971CED70BF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69612" y="2679122"/>
                <a:ext cx="775080" cy="1250645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A10AB4C-A058-F251-83C4-E132BD3D0124}"/>
              </a:ext>
            </a:extLst>
          </p:cNvPr>
          <p:cNvGrpSpPr/>
          <p:nvPr/>
        </p:nvGrpSpPr>
        <p:grpSpPr>
          <a:xfrm>
            <a:off x="5544932" y="1828445"/>
            <a:ext cx="3525840" cy="4507200"/>
            <a:chOff x="5544932" y="1828445"/>
            <a:chExt cx="3525840" cy="450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4087BFC-269C-0FD7-02D8-0928FAD1802F}"/>
                    </a:ext>
                  </a:extLst>
                </p14:cNvPr>
                <p14:cNvContentPartPr/>
                <p14:nvPr/>
              </p14:nvContentPartPr>
              <p14:xfrm>
                <a:off x="7577852" y="1828445"/>
                <a:ext cx="1184760" cy="1319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4087BFC-269C-0FD7-02D8-0928FAD1802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568855" y="1819443"/>
                  <a:ext cx="1202395" cy="13370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E71C77B-8D30-92CC-8587-72EA7FD0D1CE}"/>
                    </a:ext>
                  </a:extLst>
                </p14:cNvPr>
                <p14:cNvContentPartPr/>
                <p14:nvPr/>
              </p14:nvContentPartPr>
              <p14:xfrm>
                <a:off x="8069612" y="3750845"/>
                <a:ext cx="1001160" cy="1289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E71C77B-8D30-92CC-8587-72EA7FD0D1C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60612" y="3741848"/>
                  <a:ext cx="1018800" cy="13075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9BA5C7E-F688-4C83-3C73-DE3DB894AF8F}"/>
                    </a:ext>
                  </a:extLst>
                </p14:cNvPr>
                <p14:cNvContentPartPr/>
                <p14:nvPr/>
              </p14:nvContentPartPr>
              <p14:xfrm>
                <a:off x="6128132" y="5099405"/>
                <a:ext cx="1697760" cy="1236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9BA5C7E-F688-4C83-3C73-DE3DB894AF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19132" y="5090408"/>
                  <a:ext cx="1715400" cy="12538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E27B510-3AD0-56B8-4D9B-1FB0F1596477}"/>
                    </a:ext>
                  </a:extLst>
                </p14:cNvPr>
                <p14:cNvContentPartPr/>
                <p14:nvPr/>
              </p14:nvContentPartPr>
              <p14:xfrm>
                <a:off x="5544932" y="2470685"/>
                <a:ext cx="1474560" cy="1494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E27B510-3AD0-56B8-4D9B-1FB0F159647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35932" y="2461685"/>
                  <a:ext cx="1492200" cy="15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188330-97D9-53D6-E632-BE1A46703421}"/>
                    </a:ext>
                  </a:extLst>
                </p14:cNvPr>
                <p14:cNvContentPartPr/>
                <p14:nvPr/>
              </p14:nvContentPartPr>
              <p14:xfrm>
                <a:off x="7173212" y="3818165"/>
                <a:ext cx="243720" cy="232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B188330-97D9-53D6-E632-BE1A4670342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64225" y="3809151"/>
                  <a:ext cx="261334" cy="2505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2BD6BDC-4C0B-CA1E-1FF1-61531FEC7451}"/>
                    </a:ext>
                  </a:extLst>
                </p14:cNvPr>
                <p14:cNvContentPartPr/>
                <p14:nvPr/>
              </p14:nvContentPartPr>
              <p14:xfrm>
                <a:off x="7209572" y="3817085"/>
                <a:ext cx="205200" cy="261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2BD6BDC-4C0B-CA1E-1FF1-61531FEC745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00572" y="3808085"/>
                  <a:ext cx="2228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EE9EE6A-78E1-5A14-0D40-F4F6EA1D02D2}"/>
                    </a:ext>
                  </a:extLst>
                </p14:cNvPr>
                <p14:cNvContentPartPr/>
                <p14:nvPr/>
              </p14:nvContentPartPr>
              <p14:xfrm>
                <a:off x="7077092" y="3524765"/>
                <a:ext cx="555480" cy="656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EE9EE6A-78E1-5A14-0D40-F4F6EA1D02D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68092" y="3515770"/>
                  <a:ext cx="573120" cy="6742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7E056D5-039E-CE98-D495-8AC0577B7E13}"/>
                    </a:ext>
                  </a:extLst>
                </p14:cNvPr>
                <p14:cNvContentPartPr/>
                <p14:nvPr/>
              </p14:nvContentPartPr>
              <p14:xfrm>
                <a:off x="7243052" y="4138565"/>
                <a:ext cx="156600" cy="269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7E056D5-039E-CE98-D495-8AC0577B7E1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34052" y="4129565"/>
                  <a:ext cx="1742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06DE57E-21BB-8AFD-6727-B363BC2775DD}"/>
                    </a:ext>
                  </a:extLst>
                </p14:cNvPr>
                <p14:cNvContentPartPr/>
                <p14:nvPr/>
              </p14:nvContentPartPr>
              <p14:xfrm>
                <a:off x="7304612" y="4461125"/>
                <a:ext cx="5760" cy="62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06DE57E-21BB-8AFD-6727-B363BC2775D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95612" y="4452125"/>
                  <a:ext cx="23400" cy="79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83388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2421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 Technologies Office</dc:creator>
  <cp:lastModifiedBy>Gal Technologies Office</cp:lastModifiedBy>
  <cp:revision>10</cp:revision>
  <dcterms:created xsi:type="dcterms:W3CDTF">2025-10-23T13:58:41Z</dcterms:created>
  <dcterms:modified xsi:type="dcterms:W3CDTF">2025-11-28T04:49:55Z</dcterms:modified>
</cp:coreProperties>
</file>